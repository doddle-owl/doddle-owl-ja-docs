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tags/tag1.xml" ContentType="application/vnd.openxmlformats-officedocument.presentationml.tags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4"/>
  </p:notesMasterIdLst>
  <p:handoutMasterIdLst>
    <p:handoutMasterId r:id="rId35"/>
  </p:handoutMasterIdLst>
  <p:sldIdLst>
    <p:sldId id="294" r:id="rId2"/>
    <p:sldId id="352" r:id="rId3"/>
    <p:sldId id="292" r:id="rId4"/>
    <p:sldId id="353" r:id="rId5"/>
    <p:sldId id="293" r:id="rId6"/>
    <p:sldId id="295" r:id="rId7"/>
    <p:sldId id="296" r:id="rId8"/>
    <p:sldId id="297" r:id="rId9"/>
    <p:sldId id="299" r:id="rId10"/>
    <p:sldId id="339" r:id="rId11"/>
    <p:sldId id="300" r:id="rId12"/>
    <p:sldId id="301" r:id="rId13"/>
    <p:sldId id="344" r:id="rId14"/>
    <p:sldId id="305" r:id="rId15"/>
    <p:sldId id="307" r:id="rId16"/>
    <p:sldId id="308" r:id="rId17"/>
    <p:sldId id="345" r:id="rId18"/>
    <p:sldId id="346" r:id="rId19"/>
    <p:sldId id="347" r:id="rId20"/>
    <p:sldId id="348" r:id="rId21"/>
    <p:sldId id="349" r:id="rId22"/>
    <p:sldId id="316" r:id="rId23"/>
    <p:sldId id="350" r:id="rId24"/>
    <p:sldId id="338" r:id="rId25"/>
    <p:sldId id="319" r:id="rId26"/>
    <p:sldId id="321" r:id="rId27"/>
    <p:sldId id="322" r:id="rId28"/>
    <p:sldId id="323" r:id="rId29"/>
    <p:sldId id="324" r:id="rId30"/>
    <p:sldId id="325" r:id="rId31"/>
    <p:sldId id="326" r:id="rId32"/>
    <p:sldId id="351" r:id="rId33"/>
  </p:sldIdLst>
  <p:sldSz cx="12192000" cy="6858000"/>
  <p:notesSz cx="6858000" cy="9144000"/>
  <p:defaultTextStyle>
    <a:defPPr>
      <a:defRPr lang="ja-JP"/>
    </a:defPPr>
    <a:lvl1pPr algn="l" rtl="0" fontAlgn="base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charset="0"/>
        <a:ea typeface="ＭＳ Ｐゴシック" charset="-128"/>
        <a:cs typeface="+mn-cs"/>
      </a:defRPr>
    </a:lvl1pPr>
    <a:lvl2pPr marL="457200" algn="l" rtl="0" fontAlgn="base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charset="0"/>
        <a:ea typeface="ＭＳ Ｐゴシック" charset="-128"/>
        <a:cs typeface="+mn-cs"/>
      </a:defRPr>
    </a:lvl2pPr>
    <a:lvl3pPr marL="914400" algn="l" rtl="0" fontAlgn="base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charset="0"/>
        <a:ea typeface="ＭＳ Ｐゴシック" charset="-128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charset="0"/>
        <a:ea typeface="ＭＳ Ｐゴシック" charset="-128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charset="0"/>
        <a:ea typeface="ＭＳ Ｐゴシック" charset="-128"/>
        <a:cs typeface="+mn-cs"/>
      </a:defRPr>
    </a:lvl5pPr>
    <a:lvl6pPr marL="2286000" algn="l" defTabSz="914400" rtl="0" eaLnBrk="1" latinLnBrk="0" hangingPunct="1">
      <a:defRPr kumimoji="1" kern="1200">
        <a:solidFill>
          <a:schemeClr val="tx1"/>
        </a:solidFill>
        <a:latin typeface="Arial" charset="0"/>
        <a:ea typeface="ＭＳ Ｐゴシック" charset="-128"/>
        <a:cs typeface="+mn-cs"/>
      </a:defRPr>
    </a:lvl6pPr>
    <a:lvl7pPr marL="2743200" algn="l" defTabSz="914400" rtl="0" eaLnBrk="1" latinLnBrk="0" hangingPunct="1">
      <a:defRPr kumimoji="1" kern="1200">
        <a:solidFill>
          <a:schemeClr val="tx1"/>
        </a:solidFill>
        <a:latin typeface="Arial" charset="0"/>
        <a:ea typeface="ＭＳ Ｐゴシック" charset="-128"/>
        <a:cs typeface="+mn-cs"/>
      </a:defRPr>
    </a:lvl7pPr>
    <a:lvl8pPr marL="3200400" algn="l" defTabSz="914400" rtl="0" eaLnBrk="1" latinLnBrk="0" hangingPunct="1">
      <a:defRPr kumimoji="1" kern="1200">
        <a:solidFill>
          <a:schemeClr val="tx1"/>
        </a:solidFill>
        <a:latin typeface="Arial" charset="0"/>
        <a:ea typeface="ＭＳ Ｐゴシック" charset="-128"/>
        <a:cs typeface="+mn-cs"/>
      </a:defRPr>
    </a:lvl8pPr>
    <a:lvl9pPr marL="3657600" algn="l" defTabSz="914400" rtl="0" eaLnBrk="1" latinLnBrk="0" hangingPunct="1">
      <a:defRPr kumimoji="1" kern="1200">
        <a:solidFill>
          <a:schemeClr val="tx1"/>
        </a:solidFill>
        <a:latin typeface="Arial" charset="0"/>
        <a:ea typeface="ＭＳ Ｐゴシック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00"/>
    <a:srgbClr val="FF9900"/>
    <a:srgbClr val="FFCC00"/>
    <a:srgbClr val="FFCCFF"/>
    <a:srgbClr val="FF9933"/>
    <a:srgbClr val="CCFFCC"/>
    <a:srgbClr val="003300"/>
    <a:srgbClr val="FFFF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574"/>
    <p:restoredTop sz="89521" autoAdjust="0"/>
  </p:normalViewPr>
  <p:slideViewPr>
    <p:cSldViewPr>
      <p:cViewPr varScale="1">
        <p:scale>
          <a:sx n="101" d="100"/>
          <a:sy n="101" d="100"/>
        </p:scale>
        <p:origin x="224" y="448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handoutMaster" Target="handoutMasters/handout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945055-3E6C-B74E-A4EC-3E2BB82C8463}" type="datetimeFigureOut">
              <a:rPr kumimoji="1" lang="ja-JP" altLang="en-US" smtClean="0"/>
              <a:t>2026/6/14</a:t>
            </a:fld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0E8704F-489F-3747-A5AF-16421D0A22D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5904945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Arial" charset="0"/>
                <a:ea typeface="ＭＳ Ｐゴシック" charset="-128"/>
              </a:defRPr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Arial" charset="0"/>
                <a:ea typeface="ＭＳ Ｐゴシック" charset="-128"/>
              </a:defRPr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8499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</p:sp>
      <p:sp>
        <p:nvSpPr>
          <p:cNvPr id="512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noProof="0"/>
              <a:t>マスタ テキストの書式設定</a:t>
            </a:r>
          </a:p>
          <a:p>
            <a:pPr lvl="1"/>
            <a:r>
              <a:rPr lang="ja-JP" altLang="en-US" noProof="0"/>
              <a:t>第 </a:t>
            </a:r>
            <a:r>
              <a:rPr lang="en-US" altLang="ja-JP" noProof="0"/>
              <a:t>2 </a:t>
            </a:r>
            <a:r>
              <a:rPr lang="ja-JP" altLang="en-US" noProof="0"/>
              <a:t>レベル</a:t>
            </a:r>
          </a:p>
          <a:p>
            <a:pPr lvl="2"/>
            <a:r>
              <a:rPr lang="ja-JP" altLang="en-US" noProof="0"/>
              <a:t>第 </a:t>
            </a:r>
            <a:r>
              <a:rPr lang="en-US" altLang="ja-JP" noProof="0"/>
              <a:t>3 </a:t>
            </a:r>
            <a:r>
              <a:rPr lang="ja-JP" altLang="en-US" noProof="0"/>
              <a:t>レベル</a:t>
            </a:r>
          </a:p>
          <a:p>
            <a:pPr lvl="3"/>
            <a:r>
              <a:rPr lang="ja-JP" altLang="en-US" noProof="0"/>
              <a:t>第 </a:t>
            </a:r>
            <a:r>
              <a:rPr lang="en-US" altLang="ja-JP" noProof="0"/>
              <a:t>4 </a:t>
            </a:r>
            <a:r>
              <a:rPr lang="ja-JP" altLang="en-US" noProof="0"/>
              <a:t>レベル</a:t>
            </a:r>
          </a:p>
          <a:p>
            <a:pPr lvl="4"/>
            <a:r>
              <a:rPr lang="ja-JP" altLang="en-US" noProof="0"/>
              <a:t>第 </a:t>
            </a:r>
            <a:r>
              <a:rPr lang="en-US" altLang="ja-JP" noProof="0"/>
              <a:t>5 </a:t>
            </a:r>
            <a:r>
              <a:rPr lang="ja-JP" altLang="en-US" noProof="0"/>
              <a:t>レベル</a:t>
            </a:r>
          </a:p>
        </p:txBody>
      </p:sp>
      <p:sp>
        <p:nvSpPr>
          <p:cNvPr id="512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Arial" charset="0"/>
                <a:ea typeface="ＭＳ Ｐゴシック" charset="-128"/>
              </a:defRPr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512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98670992-8C38-6E4F-BF4E-1F57378C99C3}" type="slidenum">
              <a:rPr lang="en-US" altLang="ja-JP"/>
              <a:pPr/>
              <a:t>‹#›</a:t>
            </a:fld>
            <a:endParaRPr lang="en-US" altLang="ja-JP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ＭＳ Ｐ明朝" charset="-128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ＭＳ Ｐ明朝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ＭＳ Ｐ明朝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ＭＳ Ｐ明朝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ＭＳ Ｐ明朝" charset="-128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07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E8D840AB-1631-BC41-B464-DFF7E127AFF0}" type="slidenum">
              <a:rPr lang="en-US" altLang="ja-JP"/>
              <a:pPr eaLnBrk="1" hangingPunct="1"/>
              <a:t>1</a:t>
            </a:fld>
            <a:endParaRPr lang="en-US" altLang="ja-JP"/>
          </a:p>
        </p:txBody>
      </p:sp>
      <p:sp>
        <p:nvSpPr>
          <p:cNvPr id="13107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3107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 eaLnBrk="1" hangingPunct="1"/>
            <a:endParaRPr lang="ja-JP" altLang="ja-JP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098" name="スライド イメージ プレースホルダ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32099" name="ノート プレースホルダ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 eaLnBrk="1" hangingPunct="1"/>
            <a:endParaRPr lang="ja-JP" altLang="en-US"/>
          </a:p>
        </p:txBody>
      </p:sp>
      <p:sp>
        <p:nvSpPr>
          <p:cNvPr id="132100" name="スライド番号プレースホルダ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4EE7CCDA-1F1C-3C40-9F62-7AD3EDB41E95}" type="slidenum">
              <a:rPr lang="ja-JP" altLang="en-US"/>
              <a:pPr eaLnBrk="1" hangingPunct="1"/>
              <a:t>3</a:t>
            </a:fld>
            <a:endParaRPr lang="ja-JP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2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121D0B7D-7D95-6B48-B51A-9934F8294F47}" type="slidenum">
              <a:rPr lang="en-US" altLang="ja-JP"/>
              <a:pPr eaLnBrk="1" hangingPunct="1"/>
              <a:t>5</a:t>
            </a:fld>
            <a:endParaRPr lang="en-US" altLang="ja-JP"/>
          </a:p>
        </p:txBody>
      </p:sp>
      <p:sp>
        <p:nvSpPr>
          <p:cNvPr id="13312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3312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 eaLnBrk="1" hangingPunct="1"/>
            <a:endParaRPr lang="ja-JP" altLang="ja-JP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14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7BB2351C-2441-464D-AB08-FF8F053C416E}" type="slidenum">
              <a:rPr lang="en-US" altLang="ja-JP"/>
              <a:pPr eaLnBrk="1" hangingPunct="1"/>
              <a:t>6</a:t>
            </a:fld>
            <a:endParaRPr lang="en-US" altLang="ja-JP"/>
          </a:p>
        </p:txBody>
      </p:sp>
      <p:sp>
        <p:nvSpPr>
          <p:cNvPr id="13414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3414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 eaLnBrk="1" hangingPunct="1"/>
            <a:endParaRPr lang="ja-JP" altLang="ja-JP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1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E997CA96-5C7D-624C-AA0D-176A208A2B9E}" type="slidenum">
              <a:rPr lang="en-US" altLang="ja-JP"/>
              <a:pPr eaLnBrk="1" hangingPunct="1"/>
              <a:t>7</a:t>
            </a:fld>
            <a:endParaRPr lang="en-US" altLang="ja-JP"/>
          </a:p>
        </p:txBody>
      </p:sp>
      <p:sp>
        <p:nvSpPr>
          <p:cNvPr id="1351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35172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 eaLnBrk="1" hangingPunct="1"/>
            <a:endParaRPr lang="ja-JP" altLang="ja-JP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194" name="スライド イメージ プレースホルダ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36195" name="ノート プレースホルダ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 eaLnBrk="1" hangingPunct="1"/>
            <a:endParaRPr lang="ja-JP" altLang="en-US"/>
          </a:p>
        </p:txBody>
      </p:sp>
      <p:sp>
        <p:nvSpPr>
          <p:cNvPr id="136196" name="スライド番号プレースホルダ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7CE6AEF5-4C2F-AC4C-8FC7-60424E408BFA}" type="slidenum">
              <a:rPr lang="en-US" altLang="ja-JP"/>
              <a:pPr eaLnBrk="1" hangingPunct="1"/>
              <a:t>8</a:t>
            </a:fld>
            <a:endParaRPr lang="en-US" altLang="ja-JP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21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04BF4E29-B2F4-814E-996A-05F730D890FE}" type="slidenum">
              <a:rPr lang="en-US" altLang="ja-JP"/>
              <a:pPr eaLnBrk="1" hangingPunct="1"/>
              <a:t>9</a:t>
            </a:fld>
            <a:endParaRPr lang="en-US" altLang="ja-JP"/>
          </a:p>
        </p:txBody>
      </p:sp>
      <p:sp>
        <p:nvSpPr>
          <p:cNvPr id="13721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4175" y="685800"/>
            <a:ext cx="6091238" cy="3427413"/>
          </a:xfrm>
          <a:solidFill>
            <a:srgbClr val="FFFFFF"/>
          </a:solidFill>
          <a:ln/>
        </p:spPr>
      </p:sp>
      <p:sp>
        <p:nvSpPr>
          <p:cNvPr id="13722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93168" tIns="46584" rIns="93168" bIns="46584"/>
          <a:lstStyle/>
          <a:p>
            <a:pPr eaLnBrk="1" hangingPunct="1"/>
            <a:endParaRPr lang="ja-JP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242" name="スライド イメージ プレースホルダ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38243" name="ノート プレースホルダ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ja-JP" altLang="en-US"/>
          </a:p>
        </p:txBody>
      </p:sp>
      <p:sp>
        <p:nvSpPr>
          <p:cNvPr id="138244" name="スライド番号プレースホルダ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AE3C6608-5785-8046-A7CD-F251BF6C9B13}" type="slidenum">
              <a:rPr lang="en-US" altLang="ja-JP"/>
              <a:pPr eaLnBrk="1" hangingPunct="1"/>
              <a:t>10</a:t>
            </a:fld>
            <a:endParaRPr lang="en-US" altLang="ja-JP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26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BD5711B5-DFB6-1D47-89D5-A28D1F0F44E4}" type="slidenum">
              <a:rPr lang="en-US" altLang="ja-JP"/>
              <a:pPr eaLnBrk="1" hangingPunct="1"/>
              <a:t>11</a:t>
            </a:fld>
            <a:endParaRPr lang="en-US" altLang="ja-JP"/>
          </a:p>
        </p:txBody>
      </p:sp>
      <p:sp>
        <p:nvSpPr>
          <p:cNvPr id="13926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3926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 eaLnBrk="1" hangingPunct="1"/>
            <a:endParaRPr lang="ja-JP" altLang="ja-JP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29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8E8DDEDC-7AD1-104B-B91B-1F53850DDC6E}" type="slidenum">
              <a:rPr lang="en-US" altLang="ja-JP"/>
              <a:pPr eaLnBrk="1" hangingPunct="1"/>
              <a:t>12</a:t>
            </a:fld>
            <a:endParaRPr lang="en-US" altLang="ja-JP"/>
          </a:p>
        </p:txBody>
      </p:sp>
      <p:sp>
        <p:nvSpPr>
          <p:cNvPr id="14029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4029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 eaLnBrk="1" hangingPunct="1"/>
            <a:endParaRPr lang="ja-JP" altLang="ja-JP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314" name="スライド イメージ プレースホルダ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41315" name="ノート プレースホルダ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ja-JP" altLang="en-US"/>
          </a:p>
        </p:txBody>
      </p:sp>
      <p:sp>
        <p:nvSpPr>
          <p:cNvPr id="141316" name="スライド番号プレースホルダ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65B8BA47-3928-7641-816B-7908E931B2FD}" type="slidenum">
              <a:rPr lang="ja-JP" altLang="en-US"/>
              <a:pPr eaLnBrk="1" hangingPunct="1"/>
              <a:t>13</a:t>
            </a:fld>
            <a:endParaRPr lang="ja-JP" alt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33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DBF547C1-40D5-A34B-BA66-09AEFBFA75C5}" type="slidenum">
              <a:rPr lang="en-US" altLang="ja-JP"/>
              <a:pPr eaLnBrk="1" hangingPunct="1"/>
              <a:t>14</a:t>
            </a:fld>
            <a:endParaRPr lang="en-US" altLang="ja-JP"/>
          </a:p>
        </p:txBody>
      </p:sp>
      <p:sp>
        <p:nvSpPr>
          <p:cNvPr id="14233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4234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 eaLnBrk="1" hangingPunct="1"/>
            <a:endParaRPr lang="ja-JP" altLang="ja-JP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6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E4A16D0B-BC25-B64D-81F0-CCF4E5D6A5F2}" type="slidenum">
              <a:rPr lang="en-US" altLang="ja-JP"/>
              <a:pPr eaLnBrk="1" hangingPunct="1"/>
              <a:t>15</a:t>
            </a:fld>
            <a:endParaRPr lang="en-US" altLang="ja-JP"/>
          </a:p>
        </p:txBody>
      </p:sp>
      <p:sp>
        <p:nvSpPr>
          <p:cNvPr id="14336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4336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 eaLnBrk="1" hangingPunct="1"/>
            <a:endParaRPr lang="ja-JP" altLang="ja-JP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38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205B6F4C-B7BE-754E-B749-F3E779CD330E}" type="slidenum">
              <a:rPr lang="en-US" altLang="ja-JP"/>
              <a:pPr eaLnBrk="1" hangingPunct="1"/>
              <a:t>16</a:t>
            </a:fld>
            <a:endParaRPr lang="en-US" altLang="ja-JP"/>
          </a:p>
        </p:txBody>
      </p:sp>
      <p:sp>
        <p:nvSpPr>
          <p:cNvPr id="14438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4438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 eaLnBrk="1" hangingPunct="1"/>
            <a:endParaRPr lang="ja-JP" altLang="ja-JP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554" name="スライド イメージ プレースホルダ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51555" name="ノート プレースホルダ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 eaLnBrk="1" hangingPunct="1"/>
            <a:endParaRPr lang="ja-JP" altLang="en-US"/>
          </a:p>
        </p:txBody>
      </p:sp>
      <p:sp>
        <p:nvSpPr>
          <p:cNvPr id="151556" name="スライド番号プレースホルダ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6192E0FB-6DB6-E54C-81D1-EA6BC1242C3A}" type="slidenum">
              <a:rPr lang="en-US" altLang="ja-JP"/>
              <a:pPr eaLnBrk="1" hangingPunct="1"/>
              <a:t>22</a:t>
            </a:fld>
            <a:endParaRPr lang="en-US" altLang="ja-JP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02" name="スライド イメージ プレースホルダ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53603" name="ノート プレースホルダ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ja-JP" altLang="en-US" dirty="0"/>
          </a:p>
        </p:txBody>
      </p:sp>
      <p:sp>
        <p:nvSpPr>
          <p:cNvPr id="153604" name="スライド番号プレースホルダ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4AC32F4E-0644-AB49-99B1-280009F9B595}" type="slidenum">
              <a:rPr lang="en-US" altLang="ja-JP"/>
              <a:pPr eaLnBrk="1" hangingPunct="1"/>
              <a:t>24</a:t>
            </a:fld>
            <a:endParaRPr lang="en-US" altLang="ja-JP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626" name="スライド イメージ プレースホルダ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54627" name="ノート プレースホルダ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 eaLnBrk="1" hangingPunct="1"/>
            <a:endParaRPr lang="ja-JP" altLang="en-US"/>
          </a:p>
        </p:txBody>
      </p:sp>
      <p:sp>
        <p:nvSpPr>
          <p:cNvPr id="154628" name="スライド番号プレースホルダ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F3FA580E-A1B1-7349-BBA1-E33B0C9B9048}" type="slidenum">
              <a:rPr lang="en-US" altLang="ja-JP"/>
              <a:pPr eaLnBrk="1" hangingPunct="1"/>
              <a:t>25</a:t>
            </a:fld>
            <a:endParaRPr lang="en-US" altLang="ja-JP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674" name="スライド イメージ プレースホルダ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56675" name="ノート プレースホルダ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 eaLnBrk="1" hangingPunct="1"/>
            <a:endParaRPr lang="ja-JP" altLang="en-US"/>
          </a:p>
        </p:txBody>
      </p:sp>
      <p:sp>
        <p:nvSpPr>
          <p:cNvPr id="156676" name="スライド番号プレースホルダ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C1C3EB4A-D490-EA40-8AB9-FF8767C3459A}" type="slidenum">
              <a:rPr lang="en-US" altLang="ja-JP"/>
              <a:pPr eaLnBrk="1" hangingPunct="1"/>
              <a:t>26</a:t>
            </a:fld>
            <a:endParaRPr lang="en-US" altLang="ja-JP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698" name="スライド イメージ プレースホルダ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57699" name="ノート プレースホルダ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 eaLnBrk="1" hangingPunct="1"/>
            <a:endParaRPr lang="ja-JP" altLang="en-US"/>
          </a:p>
        </p:txBody>
      </p:sp>
      <p:sp>
        <p:nvSpPr>
          <p:cNvPr id="157700" name="スライド番号プレースホルダ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7A268F7E-0B81-014D-9C25-036793A38700}" type="slidenum">
              <a:rPr lang="en-US" altLang="ja-JP"/>
              <a:pPr eaLnBrk="1" hangingPunct="1"/>
              <a:t>27</a:t>
            </a:fld>
            <a:endParaRPr lang="en-US" altLang="ja-JP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722" name="スライド イメージ プレースホルダ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58723" name="ノート プレースホルダ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 eaLnBrk="1" hangingPunct="1"/>
            <a:endParaRPr lang="ja-JP" altLang="en-US"/>
          </a:p>
        </p:txBody>
      </p:sp>
      <p:sp>
        <p:nvSpPr>
          <p:cNvPr id="158724" name="スライド番号プレースホルダ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40E29108-BA14-974B-8671-D31C4C5272EB}" type="slidenum">
              <a:rPr lang="en-US" altLang="ja-JP"/>
              <a:pPr eaLnBrk="1" hangingPunct="1"/>
              <a:t>28</a:t>
            </a:fld>
            <a:endParaRPr lang="en-US" altLang="ja-JP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746" name="スライド イメージ プレースホルダ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59747" name="ノート プレースホルダ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 eaLnBrk="1" hangingPunct="1"/>
            <a:endParaRPr lang="ja-JP" altLang="en-US"/>
          </a:p>
        </p:txBody>
      </p:sp>
      <p:sp>
        <p:nvSpPr>
          <p:cNvPr id="159748" name="スライド番号プレースホルダ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43190C7E-D2C1-7E4E-BB70-7B448458C2E5}" type="slidenum">
              <a:rPr lang="en-US" altLang="ja-JP"/>
              <a:pPr eaLnBrk="1" hangingPunct="1"/>
              <a:t>29</a:t>
            </a:fld>
            <a:endParaRPr lang="en-US" altLang="ja-JP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770" name="スライド イメージ プレースホルダ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60771" name="ノート プレースホルダ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 eaLnBrk="1" hangingPunct="1"/>
            <a:endParaRPr lang="ja-JP" altLang="en-US" dirty="0"/>
          </a:p>
        </p:txBody>
      </p:sp>
      <p:sp>
        <p:nvSpPr>
          <p:cNvPr id="160772" name="スライド番号プレースホルダ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FD76B58E-7D59-6342-A8EE-67B99433D8D6}" type="slidenum">
              <a:rPr lang="en-US" altLang="ja-JP"/>
              <a:pPr eaLnBrk="1" hangingPunct="1"/>
              <a:t>30</a:t>
            </a:fld>
            <a:endParaRPr lang="en-US" altLang="ja-JP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794" name="スライド イメージ プレースホルダ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61795" name="ノート プレースホルダ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 eaLnBrk="1" hangingPunct="1"/>
            <a:endParaRPr lang="ja-JP" altLang="en-US"/>
          </a:p>
        </p:txBody>
      </p:sp>
      <p:sp>
        <p:nvSpPr>
          <p:cNvPr id="161796" name="スライド番号プレースホルダ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87928D9A-1BC0-2D4F-A4EC-2FEB84B3DEC6}" type="slidenum">
              <a:rPr lang="en-US" altLang="ja-JP"/>
              <a:pPr eaLnBrk="1" hangingPunct="1"/>
              <a:t>31</a:t>
            </a:fld>
            <a:endParaRPr lang="en-US" altLang="ja-JP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8670992-8C38-6E4F-BF4E-1F57378C99C3}" type="slidenum">
              <a:rPr lang="en-US" altLang="ja-JP" smtClean="0"/>
              <a:pPr/>
              <a:t>32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8103512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ja-JP" altLang="en-US"/>
              <a:t>マスタ タイトルの書式設定</a:t>
            </a:r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ja-JP" altLang="en-US"/>
              <a:t>マスタ サブタイトルの書式設定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984FAC62-D067-AE49-BEF7-34DDD3D5C0C8}" type="slidenum">
              <a:rPr lang="en-US" altLang="ja-JP"/>
              <a:pPr/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2593696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945589B9-164E-E143-8E6A-BA5225C39D80}" type="slidenum">
              <a:rPr lang="en-US" altLang="ja-JP"/>
              <a:pPr/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19818919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ja-JP" altLang="en-US"/>
              <a:t>マスタ タイトルの書式設定</a:t>
            </a:r>
          </a:p>
        </p:txBody>
      </p:sp>
      <p:sp>
        <p:nvSpPr>
          <p:cNvPr id="3" name="テキスト プレースホルダ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ja-JP" altLang="en-US"/>
              <a:t>マスタ テキストの書式設定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0BA57F66-4686-DA49-8169-FD9095B0C3DC}" type="slidenum">
              <a:rPr lang="en-US" altLang="ja-JP"/>
              <a:pPr/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399449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コンテンツ プレースホルダ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9F2BD005-E012-D343-9622-9D2A27A5E0EB}" type="slidenum">
              <a:rPr lang="en-US" altLang="ja-JP"/>
              <a:pPr/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13400784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ja-JP" altLang="en-US"/>
              <a:t>マスタ タイトルの書式設定</a:t>
            </a:r>
          </a:p>
        </p:txBody>
      </p:sp>
      <p:sp>
        <p:nvSpPr>
          <p:cNvPr id="3" name="テキスト プレースホルダ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 テキストの書式設定</a:t>
            </a:r>
          </a:p>
        </p:txBody>
      </p:sp>
      <p:sp>
        <p:nvSpPr>
          <p:cNvPr id="4" name="コンテンツ プレースホルダ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5" name="テキスト プレースホルダ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 テキストの書式設定</a:t>
            </a:r>
          </a:p>
        </p:txBody>
      </p:sp>
      <p:sp>
        <p:nvSpPr>
          <p:cNvPr id="6" name="コンテンツ プレースホルダ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0591FA75-8EF1-7C4E-BE3A-DFAE4D19092D}" type="slidenum">
              <a:rPr lang="en-US" altLang="ja-JP"/>
              <a:pPr/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20378392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 タイトルの書式設定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333DDED-99EA-2642-B318-D91884C028F6}" type="slidenum">
              <a:rPr lang="en-US" altLang="ja-JP"/>
              <a:pPr/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18942488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2C60EDAF-AF3A-6942-BA52-E2747D204BC2}" type="slidenum">
              <a:rPr lang="en-US" altLang="ja-JP"/>
              <a:pPr/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1953719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ja-JP" altLang="en-US"/>
              <a:t>マスタ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テキスト プレースホルダ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 テキストの書式設定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18C6F56-A9AE-164E-92F7-4CD1EE71551B}" type="slidenum">
              <a:rPr lang="en-US" altLang="ja-JP"/>
              <a:pPr/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1144052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ja-JP" altLang="en-US"/>
              <a:t>マスタ タイトルの書式設定</a:t>
            </a:r>
          </a:p>
        </p:txBody>
      </p:sp>
      <p:sp>
        <p:nvSpPr>
          <p:cNvPr id="3" name="図プレースホルダ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ja-JP" altLang="en-US" noProof="0"/>
          </a:p>
        </p:txBody>
      </p:sp>
      <p:sp>
        <p:nvSpPr>
          <p:cNvPr id="4" name="テキスト プレースホルダ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 テキストの書式設定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B08CCFF8-35F0-7E4F-9A99-A35917B2EF82}" type="slidenum">
              <a:rPr lang="en-US" altLang="ja-JP"/>
              <a:pPr/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8105172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 タイトルの書式設定</a:t>
            </a:r>
          </a:p>
        </p:txBody>
      </p:sp>
      <p:sp>
        <p:nvSpPr>
          <p:cNvPr id="3" name="縦書きテキスト プレースホル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7BE2F033-192F-624F-A9D4-1D248D136189}" type="slidenum">
              <a:rPr lang="en-US" altLang="ja-JP"/>
              <a:pPr/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8740091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ja-JP" altLang="en-US"/>
              <a:t>マスタ タイトルの書式設定</a:t>
            </a:r>
          </a:p>
        </p:txBody>
      </p:sp>
      <p:sp>
        <p:nvSpPr>
          <p:cNvPr id="3" name="縦書きテキスト プレースホルダ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41189A0-AE46-B448-923E-ADFFB4E9986C}" type="slidenum">
              <a:rPr lang="en-US" altLang="ja-JP"/>
              <a:pPr/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6838570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/>
              <a:t>マスタ タイトルの書式設定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09600" y="1600201"/>
            <a:ext cx="109728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5225"/>
            <a:ext cx="28448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kumimoji="0" sz="1400">
                <a:latin typeface="Arial" charset="0"/>
                <a:ea typeface="ＭＳ Ｐゴシック" charset="-128"/>
              </a:defRPr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5225"/>
            <a:ext cx="38608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kumimoji="0" sz="1400">
                <a:latin typeface="Arial" charset="0"/>
                <a:ea typeface="ＭＳ Ｐゴシック" charset="-128"/>
              </a:defRPr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45225"/>
            <a:ext cx="28448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kumimoji="0" sz="1400"/>
            </a:lvl1pPr>
          </a:lstStyle>
          <a:p>
            <a:fld id="{DDC3D6EE-D7C3-544B-8FCC-C83A0759592A}" type="slidenum">
              <a:rPr lang="en-US" altLang="ja-JP"/>
              <a:pPr/>
              <a:t>‹#›</a:t>
            </a:fld>
            <a:endParaRPr lang="en-US" altLang="ja-JP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Arial" charset="0"/>
          <a:ea typeface="ＭＳ Ｐゴシック" charset="-128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Arial" charset="0"/>
          <a:ea typeface="ＭＳ Ｐゴシック" charset="-128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Arial" charset="0"/>
          <a:ea typeface="ＭＳ Ｐゴシック" charset="-128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Arial" charset="0"/>
          <a:ea typeface="ＭＳ Ｐゴシック" charset="-128"/>
        </a:defRPr>
      </a:lvl5pPr>
      <a:lvl6pPr marL="457200" algn="ctr" rtl="0" fontAlgn="base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Arial" charset="0"/>
          <a:ea typeface="ＭＳ Ｐゴシック" charset="-128"/>
        </a:defRPr>
      </a:lvl6pPr>
      <a:lvl7pPr marL="914400" algn="ctr" rtl="0" fontAlgn="base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Arial" charset="0"/>
          <a:ea typeface="ＭＳ Ｐゴシック" charset="-128"/>
        </a:defRPr>
      </a:lvl7pPr>
      <a:lvl8pPr marL="1371600" algn="ctr" rtl="0" fontAlgn="base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Arial" charset="0"/>
          <a:ea typeface="ＭＳ Ｐゴシック" charset="-128"/>
        </a:defRPr>
      </a:lvl8pPr>
      <a:lvl9pPr marL="1828800" algn="ctr" rtl="0" fontAlgn="base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Arial" charset="0"/>
          <a:ea typeface="ＭＳ Ｐゴシック" charset="-128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kumimoji="1"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kumimoji="1" sz="28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kumimoji="1" sz="2400">
          <a:solidFill>
            <a:schemeClr val="tx1"/>
          </a:solidFill>
          <a:latin typeface="+mn-lt"/>
          <a:ea typeface="+mn-ea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kumimoji="1" sz="20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8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tiff"/><Relationship Id="rId3" Type="http://schemas.openxmlformats.org/officeDocument/2006/relationships/image" Target="../media/image19.png"/><Relationship Id="rId7" Type="http://schemas.openxmlformats.org/officeDocument/2006/relationships/image" Target="../media/image23.tiff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2.tiff"/><Relationship Id="rId5" Type="http://schemas.openxmlformats.org/officeDocument/2006/relationships/image" Target="../media/image21.png"/><Relationship Id="rId10" Type="http://schemas.openxmlformats.org/officeDocument/2006/relationships/image" Target="../media/image26.png"/><Relationship Id="rId4" Type="http://schemas.openxmlformats.org/officeDocument/2006/relationships/image" Target="../media/image20.png"/><Relationship Id="rId9" Type="http://schemas.openxmlformats.org/officeDocument/2006/relationships/image" Target="../media/image25.tiff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tiff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角丸四角形 328"/>
          <p:cNvSpPr/>
          <p:nvPr/>
        </p:nvSpPr>
        <p:spPr>
          <a:xfrm>
            <a:off x="4637506" y="1815274"/>
            <a:ext cx="4078288" cy="1447800"/>
          </a:xfrm>
          <a:prstGeom prst="round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ja-JP" altLang="en-US" sz="1600">
              <a:solidFill>
                <a:schemeClr val="tx1"/>
              </a:solidFill>
              <a:latin typeface="Meiryo" charset="-128"/>
              <a:ea typeface="Meiryo" charset="-128"/>
              <a:cs typeface="Meiryo" charset="-128"/>
            </a:endParaRPr>
          </a:p>
        </p:txBody>
      </p:sp>
      <p:sp>
        <p:nvSpPr>
          <p:cNvPr id="330" name="角丸四角形 329"/>
          <p:cNvSpPr/>
          <p:nvPr/>
        </p:nvSpPr>
        <p:spPr>
          <a:xfrm>
            <a:off x="4713706" y="3415474"/>
            <a:ext cx="4038600" cy="1219200"/>
          </a:xfrm>
          <a:prstGeom prst="round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ja-JP" altLang="en-US" sz="1600">
              <a:solidFill>
                <a:schemeClr val="tx1"/>
              </a:solidFill>
              <a:latin typeface="Meiryo" charset="-128"/>
              <a:ea typeface="Meiryo" charset="-128"/>
              <a:cs typeface="Meiryo" charset="-128"/>
            </a:endParaRPr>
          </a:p>
        </p:txBody>
      </p:sp>
      <p:sp>
        <p:nvSpPr>
          <p:cNvPr id="48132" name="Text Box 2"/>
          <p:cNvSpPr txBox="1">
            <a:spLocks noChangeArrowheads="1"/>
          </p:cNvSpPr>
          <p:nvPr/>
        </p:nvSpPr>
        <p:spPr bwMode="auto">
          <a:xfrm>
            <a:off x="4857064" y="3010646"/>
            <a:ext cx="889987" cy="2616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587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ja-JP" altLang="en-US" sz="1100" b="1">
                <a:latin typeface="Meiryo" charset="-128"/>
                <a:ea typeface="Meiryo" charset="-128"/>
                <a:cs typeface="Meiryo" charset="-128"/>
              </a:rPr>
              <a:t>初期モデル</a:t>
            </a:r>
          </a:p>
        </p:txBody>
      </p:sp>
      <p:grpSp>
        <p:nvGrpSpPr>
          <p:cNvPr id="48134" name="Group 4"/>
          <p:cNvGrpSpPr>
            <a:grpSpLocks/>
          </p:cNvGrpSpPr>
          <p:nvPr/>
        </p:nvGrpSpPr>
        <p:grpSpPr bwMode="auto">
          <a:xfrm>
            <a:off x="8977731" y="2270888"/>
            <a:ext cx="788988" cy="731837"/>
            <a:chOff x="249" y="2118"/>
            <a:chExt cx="788" cy="855"/>
          </a:xfrm>
        </p:grpSpPr>
        <p:grpSp>
          <p:nvGrpSpPr>
            <p:cNvPr id="48411" name="Group 5"/>
            <p:cNvGrpSpPr>
              <a:grpSpLocks/>
            </p:cNvGrpSpPr>
            <p:nvPr/>
          </p:nvGrpSpPr>
          <p:grpSpPr bwMode="auto">
            <a:xfrm>
              <a:off x="249" y="2118"/>
              <a:ext cx="652" cy="722"/>
              <a:chOff x="4785" y="2563"/>
              <a:chExt cx="912" cy="912"/>
            </a:xfrm>
          </p:grpSpPr>
          <p:sp>
            <p:nvSpPr>
              <p:cNvPr id="48442" name="Rectangle 6"/>
              <p:cNvSpPr>
                <a:spLocks noChangeArrowheads="1"/>
              </p:cNvSpPr>
              <p:nvPr/>
            </p:nvSpPr>
            <p:spPr bwMode="auto">
              <a:xfrm>
                <a:off x="4855" y="2633"/>
                <a:ext cx="842" cy="842"/>
              </a:xfrm>
              <a:prstGeom prst="rect">
                <a:avLst/>
              </a:prstGeom>
              <a:solidFill>
                <a:srgbClr val="B2B2B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254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1pPr>
                <a:lvl2pPr marL="742950" indent="-28575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2pPr>
                <a:lvl3pPr marL="11430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3pPr>
                <a:lvl4pPr marL="16002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4pPr>
                <a:lvl5pPr marL="20574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9pPr>
              </a:lstStyle>
              <a:p>
                <a:pPr eaLnBrk="1" hangingPunct="1"/>
                <a:endParaRPr lang="ja-JP" altLang="en-US" sz="1600">
                  <a:latin typeface="Meiryo" charset="-128"/>
                  <a:ea typeface="Meiryo" charset="-128"/>
                  <a:cs typeface="Meiryo" charset="-128"/>
                </a:endParaRPr>
              </a:p>
            </p:txBody>
          </p:sp>
          <p:sp>
            <p:nvSpPr>
              <p:cNvPr id="48443" name="Rectangle 7"/>
              <p:cNvSpPr>
                <a:spLocks noChangeArrowheads="1"/>
              </p:cNvSpPr>
              <p:nvPr/>
            </p:nvSpPr>
            <p:spPr bwMode="auto">
              <a:xfrm>
                <a:off x="4785" y="2563"/>
                <a:ext cx="842" cy="842"/>
              </a:xfrm>
              <a:prstGeom prst="rect">
                <a:avLst/>
              </a:prstGeom>
              <a:solidFill>
                <a:schemeClr val="bg1"/>
              </a:solidFill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Ctr="1"/>
              <a:lstStyle>
                <a:lvl1pPr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1pPr>
                <a:lvl2pPr marL="742950" indent="-28575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2pPr>
                <a:lvl3pPr marL="11430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3pPr>
                <a:lvl4pPr marL="16002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4pPr>
                <a:lvl5pPr marL="20574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9pPr>
              </a:lstStyle>
              <a:p>
                <a:pPr algn="ctr" eaLnBrk="1" hangingPunct="1"/>
                <a:endParaRPr lang="ja-JP" altLang="ja-JP" sz="1100">
                  <a:latin typeface="Meiryo" charset="-128"/>
                  <a:ea typeface="Meiryo" charset="-128"/>
                  <a:cs typeface="Meiryo" charset="-128"/>
                </a:endParaRPr>
              </a:p>
            </p:txBody>
          </p:sp>
          <p:sp>
            <p:nvSpPr>
              <p:cNvPr id="48444" name="Line 8"/>
              <p:cNvSpPr>
                <a:spLocks noChangeShapeType="1"/>
              </p:cNvSpPr>
              <p:nvPr/>
            </p:nvSpPr>
            <p:spPr bwMode="auto">
              <a:xfrm>
                <a:off x="4855" y="3054"/>
                <a:ext cx="702" cy="0"/>
              </a:xfrm>
              <a:prstGeom prst="line">
                <a:avLst/>
              </a:prstGeom>
              <a:noFill/>
              <a:ln w="25400">
                <a:solidFill>
                  <a:srgbClr val="96969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 anchorCtr="1"/>
              <a:lstStyle/>
              <a:p>
                <a:endParaRPr lang="ja-JP" altLang="en-US" sz="1600">
                  <a:latin typeface="Meiryo" charset="-128"/>
                  <a:ea typeface="Meiryo" charset="-128"/>
                  <a:cs typeface="Meiryo" charset="-128"/>
                </a:endParaRPr>
              </a:p>
            </p:txBody>
          </p:sp>
          <p:sp>
            <p:nvSpPr>
              <p:cNvPr id="48445" name="Line 9"/>
              <p:cNvSpPr>
                <a:spLocks noChangeShapeType="1"/>
              </p:cNvSpPr>
              <p:nvPr/>
            </p:nvSpPr>
            <p:spPr bwMode="auto">
              <a:xfrm>
                <a:off x="4855" y="3124"/>
                <a:ext cx="702" cy="0"/>
              </a:xfrm>
              <a:prstGeom prst="line">
                <a:avLst/>
              </a:prstGeom>
              <a:noFill/>
              <a:ln w="25400">
                <a:solidFill>
                  <a:srgbClr val="96969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 anchorCtr="1"/>
              <a:lstStyle/>
              <a:p>
                <a:endParaRPr lang="ja-JP" altLang="en-US" sz="1600">
                  <a:latin typeface="Meiryo" charset="-128"/>
                  <a:ea typeface="Meiryo" charset="-128"/>
                  <a:cs typeface="Meiryo" charset="-128"/>
                </a:endParaRPr>
              </a:p>
            </p:txBody>
          </p:sp>
          <p:sp>
            <p:nvSpPr>
              <p:cNvPr id="48446" name="Line 10"/>
              <p:cNvSpPr>
                <a:spLocks noChangeShapeType="1"/>
              </p:cNvSpPr>
              <p:nvPr/>
            </p:nvSpPr>
            <p:spPr bwMode="auto">
              <a:xfrm>
                <a:off x="4855" y="3194"/>
                <a:ext cx="702" cy="0"/>
              </a:xfrm>
              <a:prstGeom prst="line">
                <a:avLst/>
              </a:prstGeom>
              <a:noFill/>
              <a:ln w="25400">
                <a:solidFill>
                  <a:srgbClr val="96969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 anchorCtr="1"/>
              <a:lstStyle/>
              <a:p>
                <a:endParaRPr lang="ja-JP" altLang="en-US" sz="1600">
                  <a:latin typeface="Meiryo" charset="-128"/>
                  <a:ea typeface="Meiryo" charset="-128"/>
                  <a:cs typeface="Meiryo" charset="-128"/>
                </a:endParaRPr>
              </a:p>
            </p:txBody>
          </p:sp>
          <p:sp>
            <p:nvSpPr>
              <p:cNvPr id="48447" name="Line 11"/>
              <p:cNvSpPr>
                <a:spLocks noChangeShapeType="1"/>
              </p:cNvSpPr>
              <p:nvPr/>
            </p:nvSpPr>
            <p:spPr bwMode="auto">
              <a:xfrm>
                <a:off x="4855" y="3265"/>
                <a:ext cx="702" cy="0"/>
              </a:xfrm>
              <a:prstGeom prst="line">
                <a:avLst/>
              </a:prstGeom>
              <a:noFill/>
              <a:ln w="25400">
                <a:solidFill>
                  <a:srgbClr val="96969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 anchorCtr="1"/>
              <a:lstStyle/>
              <a:p>
                <a:endParaRPr lang="ja-JP" altLang="en-US" sz="1600">
                  <a:latin typeface="Meiryo" charset="-128"/>
                  <a:ea typeface="Meiryo" charset="-128"/>
                  <a:cs typeface="Meiryo" charset="-128"/>
                </a:endParaRPr>
              </a:p>
            </p:txBody>
          </p:sp>
          <p:sp>
            <p:nvSpPr>
              <p:cNvPr id="48448" name="Line 12"/>
              <p:cNvSpPr>
                <a:spLocks noChangeShapeType="1"/>
              </p:cNvSpPr>
              <p:nvPr/>
            </p:nvSpPr>
            <p:spPr bwMode="auto">
              <a:xfrm>
                <a:off x="4855" y="3335"/>
                <a:ext cx="702" cy="0"/>
              </a:xfrm>
              <a:prstGeom prst="line">
                <a:avLst/>
              </a:prstGeom>
              <a:noFill/>
              <a:ln w="25400">
                <a:solidFill>
                  <a:srgbClr val="96969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 anchorCtr="1"/>
              <a:lstStyle/>
              <a:p>
                <a:endParaRPr lang="ja-JP" altLang="en-US" sz="1600">
                  <a:latin typeface="Meiryo" charset="-128"/>
                  <a:ea typeface="Meiryo" charset="-128"/>
                  <a:cs typeface="Meiryo" charset="-128"/>
                </a:endParaRPr>
              </a:p>
            </p:txBody>
          </p:sp>
          <p:sp>
            <p:nvSpPr>
              <p:cNvPr id="48449" name="Line 13"/>
              <p:cNvSpPr>
                <a:spLocks noChangeShapeType="1"/>
              </p:cNvSpPr>
              <p:nvPr/>
            </p:nvSpPr>
            <p:spPr bwMode="auto">
              <a:xfrm>
                <a:off x="4855" y="2984"/>
                <a:ext cx="702" cy="0"/>
              </a:xfrm>
              <a:prstGeom prst="line">
                <a:avLst/>
              </a:prstGeom>
              <a:noFill/>
              <a:ln w="25400">
                <a:solidFill>
                  <a:srgbClr val="96969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 anchorCtr="1"/>
              <a:lstStyle/>
              <a:p>
                <a:endParaRPr lang="ja-JP" altLang="en-US" sz="1600">
                  <a:latin typeface="Meiryo" charset="-128"/>
                  <a:ea typeface="Meiryo" charset="-128"/>
                  <a:cs typeface="Meiryo" charset="-128"/>
                </a:endParaRPr>
              </a:p>
            </p:txBody>
          </p:sp>
          <p:sp>
            <p:nvSpPr>
              <p:cNvPr id="48450" name="Line 14"/>
              <p:cNvSpPr>
                <a:spLocks noChangeShapeType="1"/>
              </p:cNvSpPr>
              <p:nvPr/>
            </p:nvSpPr>
            <p:spPr bwMode="auto">
              <a:xfrm>
                <a:off x="4855" y="2914"/>
                <a:ext cx="702" cy="0"/>
              </a:xfrm>
              <a:prstGeom prst="line">
                <a:avLst/>
              </a:prstGeom>
              <a:noFill/>
              <a:ln w="25400">
                <a:solidFill>
                  <a:srgbClr val="96969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 anchorCtr="1"/>
              <a:lstStyle/>
              <a:p>
                <a:endParaRPr lang="ja-JP" altLang="en-US" sz="1600">
                  <a:latin typeface="Meiryo" charset="-128"/>
                  <a:ea typeface="Meiryo" charset="-128"/>
                  <a:cs typeface="Meiryo" charset="-128"/>
                </a:endParaRPr>
              </a:p>
            </p:txBody>
          </p:sp>
        </p:grpSp>
        <p:grpSp>
          <p:nvGrpSpPr>
            <p:cNvPr id="48412" name="Group 15"/>
            <p:cNvGrpSpPr>
              <a:grpSpLocks/>
            </p:cNvGrpSpPr>
            <p:nvPr/>
          </p:nvGrpSpPr>
          <p:grpSpPr bwMode="auto">
            <a:xfrm>
              <a:off x="294" y="2164"/>
              <a:ext cx="652" cy="722"/>
              <a:chOff x="4785" y="2563"/>
              <a:chExt cx="912" cy="912"/>
            </a:xfrm>
          </p:grpSpPr>
          <p:sp>
            <p:nvSpPr>
              <p:cNvPr id="48433" name="Rectangle 16"/>
              <p:cNvSpPr>
                <a:spLocks noChangeArrowheads="1"/>
              </p:cNvSpPr>
              <p:nvPr/>
            </p:nvSpPr>
            <p:spPr bwMode="auto">
              <a:xfrm>
                <a:off x="4855" y="2633"/>
                <a:ext cx="842" cy="842"/>
              </a:xfrm>
              <a:prstGeom prst="rect">
                <a:avLst/>
              </a:prstGeom>
              <a:solidFill>
                <a:srgbClr val="B2B2B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254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1pPr>
                <a:lvl2pPr marL="742950" indent="-28575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2pPr>
                <a:lvl3pPr marL="11430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3pPr>
                <a:lvl4pPr marL="16002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4pPr>
                <a:lvl5pPr marL="20574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9pPr>
              </a:lstStyle>
              <a:p>
                <a:pPr eaLnBrk="1" hangingPunct="1"/>
                <a:endParaRPr lang="ja-JP" altLang="en-US" sz="1600">
                  <a:latin typeface="Meiryo" charset="-128"/>
                  <a:ea typeface="Meiryo" charset="-128"/>
                  <a:cs typeface="Meiryo" charset="-128"/>
                </a:endParaRPr>
              </a:p>
            </p:txBody>
          </p:sp>
          <p:sp>
            <p:nvSpPr>
              <p:cNvPr id="48434" name="Rectangle 17"/>
              <p:cNvSpPr>
                <a:spLocks noChangeArrowheads="1"/>
              </p:cNvSpPr>
              <p:nvPr/>
            </p:nvSpPr>
            <p:spPr bwMode="auto">
              <a:xfrm>
                <a:off x="4785" y="2563"/>
                <a:ext cx="842" cy="842"/>
              </a:xfrm>
              <a:prstGeom prst="rect">
                <a:avLst/>
              </a:prstGeom>
              <a:solidFill>
                <a:schemeClr val="bg1"/>
              </a:solidFill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Ctr="1"/>
              <a:lstStyle>
                <a:lvl1pPr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1pPr>
                <a:lvl2pPr marL="742950" indent="-28575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2pPr>
                <a:lvl3pPr marL="11430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3pPr>
                <a:lvl4pPr marL="16002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4pPr>
                <a:lvl5pPr marL="20574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9pPr>
              </a:lstStyle>
              <a:p>
                <a:pPr algn="ctr" eaLnBrk="1" hangingPunct="1"/>
                <a:endParaRPr lang="ja-JP" altLang="ja-JP" sz="1100">
                  <a:latin typeface="Meiryo" charset="-128"/>
                  <a:ea typeface="Meiryo" charset="-128"/>
                  <a:cs typeface="Meiryo" charset="-128"/>
                </a:endParaRPr>
              </a:p>
            </p:txBody>
          </p:sp>
          <p:sp>
            <p:nvSpPr>
              <p:cNvPr id="48435" name="Line 18"/>
              <p:cNvSpPr>
                <a:spLocks noChangeShapeType="1"/>
              </p:cNvSpPr>
              <p:nvPr/>
            </p:nvSpPr>
            <p:spPr bwMode="auto">
              <a:xfrm>
                <a:off x="4855" y="3054"/>
                <a:ext cx="702" cy="0"/>
              </a:xfrm>
              <a:prstGeom prst="line">
                <a:avLst/>
              </a:prstGeom>
              <a:noFill/>
              <a:ln w="25400">
                <a:solidFill>
                  <a:srgbClr val="96969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 anchorCtr="1"/>
              <a:lstStyle/>
              <a:p>
                <a:endParaRPr lang="ja-JP" altLang="en-US" sz="1600">
                  <a:latin typeface="Meiryo" charset="-128"/>
                  <a:ea typeface="Meiryo" charset="-128"/>
                  <a:cs typeface="Meiryo" charset="-128"/>
                </a:endParaRPr>
              </a:p>
            </p:txBody>
          </p:sp>
          <p:sp>
            <p:nvSpPr>
              <p:cNvPr id="48436" name="Line 19"/>
              <p:cNvSpPr>
                <a:spLocks noChangeShapeType="1"/>
              </p:cNvSpPr>
              <p:nvPr/>
            </p:nvSpPr>
            <p:spPr bwMode="auto">
              <a:xfrm>
                <a:off x="4855" y="3124"/>
                <a:ext cx="702" cy="0"/>
              </a:xfrm>
              <a:prstGeom prst="line">
                <a:avLst/>
              </a:prstGeom>
              <a:noFill/>
              <a:ln w="25400">
                <a:solidFill>
                  <a:srgbClr val="96969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 anchorCtr="1"/>
              <a:lstStyle/>
              <a:p>
                <a:endParaRPr lang="ja-JP" altLang="en-US" sz="1600">
                  <a:latin typeface="Meiryo" charset="-128"/>
                  <a:ea typeface="Meiryo" charset="-128"/>
                  <a:cs typeface="Meiryo" charset="-128"/>
                </a:endParaRPr>
              </a:p>
            </p:txBody>
          </p:sp>
          <p:sp>
            <p:nvSpPr>
              <p:cNvPr id="48437" name="Line 20"/>
              <p:cNvSpPr>
                <a:spLocks noChangeShapeType="1"/>
              </p:cNvSpPr>
              <p:nvPr/>
            </p:nvSpPr>
            <p:spPr bwMode="auto">
              <a:xfrm>
                <a:off x="4855" y="3194"/>
                <a:ext cx="702" cy="0"/>
              </a:xfrm>
              <a:prstGeom prst="line">
                <a:avLst/>
              </a:prstGeom>
              <a:noFill/>
              <a:ln w="25400">
                <a:solidFill>
                  <a:srgbClr val="96969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 anchorCtr="1"/>
              <a:lstStyle/>
              <a:p>
                <a:endParaRPr lang="ja-JP" altLang="en-US" sz="1600">
                  <a:latin typeface="Meiryo" charset="-128"/>
                  <a:ea typeface="Meiryo" charset="-128"/>
                  <a:cs typeface="Meiryo" charset="-128"/>
                </a:endParaRPr>
              </a:p>
            </p:txBody>
          </p:sp>
          <p:sp>
            <p:nvSpPr>
              <p:cNvPr id="48438" name="Line 21"/>
              <p:cNvSpPr>
                <a:spLocks noChangeShapeType="1"/>
              </p:cNvSpPr>
              <p:nvPr/>
            </p:nvSpPr>
            <p:spPr bwMode="auto">
              <a:xfrm>
                <a:off x="4855" y="3265"/>
                <a:ext cx="702" cy="0"/>
              </a:xfrm>
              <a:prstGeom prst="line">
                <a:avLst/>
              </a:prstGeom>
              <a:noFill/>
              <a:ln w="25400">
                <a:solidFill>
                  <a:srgbClr val="96969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 anchorCtr="1"/>
              <a:lstStyle/>
              <a:p>
                <a:endParaRPr lang="ja-JP" altLang="en-US" sz="1600">
                  <a:latin typeface="Meiryo" charset="-128"/>
                  <a:ea typeface="Meiryo" charset="-128"/>
                  <a:cs typeface="Meiryo" charset="-128"/>
                </a:endParaRPr>
              </a:p>
            </p:txBody>
          </p:sp>
          <p:sp>
            <p:nvSpPr>
              <p:cNvPr id="48439" name="Line 22"/>
              <p:cNvSpPr>
                <a:spLocks noChangeShapeType="1"/>
              </p:cNvSpPr>
              <p:nvPr/>
            </p:nvSpPr>
            <p:spPr bwMode="auto">
              <a:xfrm>
                <a:off x="4855" y="3335"/>
                <a:ext cx="702" cy="0"/>
              </a:xfrm>
              <a:prstGeom prst="line">
                <a:avLst/>
              </a:prstGeom>
              <a:noFill/>
              <a:ln w="25400">
                <a:solidFill>
                  <a:srgbClr val="96969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 anchorCtr="1"/>
              <a:lstStyle/>
              <a:p>
                <a:endParaRPr lang="ja-JP" altLang="en-US" sz="1600">
                  <a:latin typeface="Meiryo" charset="-128"/>
                  <a:ea typeface="Meiryo" charset="-128"/>
                  <a:cs typeface="Meiryo" charset="-128"/>
                </a:endParaRPr>
              </a:p>
            </p:txBody>
          </p:sp>
          <p:sp>
            <p:nvSpPr>
              <p:cNvPr id="48440" name="Line 23"/>
              <p:cNvSpPr>
                <a:spLocks noChangeShapeType="1"/>
              </p:cNvSpPr>
              <p:nvPr/>
            </p:nvSpPr>
            <p:spPr bwMode="auto">
              <a:xfrm>
                <a:off x="4855" y="2984"/>
                <a:ext cx="702" cy="0"/>
              </a:xfrm>
              <a:prstGeom prst="line">
                <a:avLst/>
              </a:prstGeom>
              <a:noFill/>
              <a:ln w="25400">
                <a:solidFill>
                  <a:srgbClr val="96969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 anchorCtr="1"/>
              <a:lstStyle/>
              <a:p>
                <a:endParaRPr lang="ja-JP" altLang="en-US" sz="1600">
                  <a:latin typeface="Meiryo" charset="-128"/>
                  <a:ea typeface="Meiryo" charset="-128"/>
                  <a:cs typeface="Meiryo" charset="-128"/>
                </a:endParaRPr>
              </a:p>
            </p:txBody>
          </p:sp>
          <p:sp>
            <p:nvSpPr>
              <p:cNvPr id="48441" name="Line 24"/>
              <p:cNvSpPr>
                <a:spLocks noChangeShapeType="1"/>
              </p:cNvSpPr>
              <p:nvPr/>
            </p:nvSpPr>
            <p:spPr bwMode="auto">
              <a:xfrm>
                <a:off x="4855" y="2914"/>
                <a:ext cx="702" cy="0"/>
              </a:xfrm>
              <a:prstGeom prst="line">
                <a:avLst/>
              </a:prstGeom>
              <a:noFill/>
              <a:ln w="25400">
                <a:solidFill>
                  <a:srgbClr val="96969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 anchorCtr="1"/>
              <a:lstStyle/>
              <a:p>
                <a:endParaRPr lang="ja-JP" altLang="en-US" sz="1600">
                  <a:latin typeface="Meiryo" charset="-128"/>
                  <a:ea typeface="Meiryo" charset="-128"/>
                  <a:cs typeface="Meiryo" charset="-128"/>
                </a:endParaRPr>
              </a:p>
            </p:txBody>
          </p:sp>
        </p:grpSp>
        <p:grpSp>
          <p:nvGrpSpPr>
            <p:cNvPr id="48413" name="Group 25"/>
            <p:cNvGrpSpPr>
              <a:grpSpLocks/>
            </p:cNvGrpSpPr>
            <p:nvPr/>
          </p:nvGrpSpPr>
          <p:grpSpPr bwMode="auto">
            <a:xfrm>
              <a:off x="340" y="2205"/>
              <a:ext cx="652" cy="722"/>
              <a:chOff x="4785" y="2563"/>
              <a:chExt cx="912" cy="912"/>
            </a:xfrm>
          </p:grpSpPr>
          <p:sp>
            <p:nvSpPr>
              <p:cNvPr id="48424" name="Rectangle 26"/>
              <p:cNvSpPr>
                <a:spLocks noChangeArrowheads="1"/>
              </p:cNvSpPr>
              <p:nvPr/>
            </p:nvSpPr>
            <p:spPr bwMode="auto">
              <a:xfrm>
                <a:off x="4855" y="2633"/>
                <a:ext cx="842" cy="842"/>
              </a:xfrm>
              <a:prstGeom prst="rect">
                <a:avLst/>
              </a:prstGeom>
              <a:solidFill>
                <a:srgbClr val="B2B2B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254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1pPr>
                <a:lvl2pPr marL="742950" indent="-28575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2pPr>
                <a:lvl3pPr marL="11430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3pPr>
                <a:lvl4pPr marL="16002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4pPr>
                <a:lvl5pPr marL="20574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9pPr>
              </a:lstStyle>
              <a:p>
                <a:pPr eaLnBrk="1" hangingPunct="1"/>
                <a:endParaRPr lang="ja-JP" altLang="en-US" sz="1600">
                  <a:latin typeface="Meiryo" charset="-128"/>
                  <a:ea typeface="Meiryo" charset="-128"/>
                  <a:cs typeface="Meiryo" charset="-128"/>
                </a:endParaRPr>
              </a:p>
            </p:txBody>
          </p:sp>
          <p:sp>
            <p:nvSpPr>
              <p:cNvPr id="48425" name="Rectangle 27"/>
              <p:cNvSpPr>
                <a:spLocks noChangeArrowheads="1"/>
              </p:cNvSpPr>
              <p:nvPr/>
            </p:nvSpPr>
            <p:spPr bwMode="auto">
              <a:xfrm>
                <a:off x="4785" y="2563"/>
                <a:ext cx="842" cy="842"/>
              </a:xfrm>
              <a:prstGeom prst="rect">
                <a:avLst/>
              </a:prstGeom>
              <a:solidFill>
                <a:schemeClr val="bg1"/>
              </a:solidFill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Ctr="1"/>
              <a:lstStyle>
                <a:lvl1pPr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1pPr>
                <a:lvl2pPr marL="742950" indent="-28575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2pPr>
                <a:lvl3pPr marL="11430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3pPr>
                <a:lvl4pPr marL="16002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4pPr>
                <a:lvl5pPr marL="20574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9pPr>
              </a:lstStyle>
              <a:p>
                <a:pPr algn="ctr" eaLnBrk="1" hangingPunct="1"/>
                <a:endParaRPr lang="ja-JP" altLang="ja-JP" sz="1100">
                  <a:latin typeface="Meiryo" charset="-128"/>
                  <a:ea typeface="Meiryo" charset="-128"/>
                  <a:cs typeface="Meiryo" charset="-128"/>
                </a:endParaRPr>
              </a:p>
            </p:txBody>
          </p:sp>
          <p:sp>
            <p:nvSpPr>
              <p:cNvPr id="48426" name="Line 28"/>
              <p:cNvSpPr>
                <a:spLocks noChangeShapeType="1"/>
              </p:cNvSpPr>
              <p:nvPr/>
            </p:nvSpPr>
            <p:spPr bwMode="auto">
              <a:xfrm>
                <a:off x="4855" y="3054"/>
                <a:ext cx="702" cy="0"/>
              </a:xfrm>
              <a:prstGeom prst="line">
                <a:avLst/>
              </a:prstGeom>
              <a:noFill/>
              <a:ln w="25400">
                <a:solidFill>
                  <a:srgbClr val="96969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 anchorCtr="1"/>
              <a:lstStyle/>
              <a:p>
                <a:endParaRPr lang="ja-JP" altLang="en-US" sz="1600">
                  <a:latin typeface="Meiryo" charset="-128"/>
                  <a:ea typeface="Meiryo" charset="-128"/>
                  <a:cs typeface="Meiryo" charset="-128"/>
                </a:endParaRPr>
              </a:p>
            </p:txBody>
          </p:sp>
          <p:sp>
            <p:nvSpPr>
              <p:cNvPr id="48427" name="Line 29"/>
              <p:cNvSpPr>
                <a:spLocks noChangeShapeType="1"/>
              </p:cNvSpPr>
              <p:nvPr/>
            </p:nvSpPr>
            <p:spPr bwMode="auto">
              <a:xfrm>
                <a:off x="4855" y="3124"/>
                <a:ext cx="702" cy="0"/>
              </a:xfrm>
              <a:prstGeom prst="line">
                <a:avLst/>
              </a:prstGeom>
              <a:noFill/>
              <a:ln w="25400">
                <a:solidFill>
                  <a:srgbClr val="96969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 anchorCtr="1"/>
              <a:lstStyle/>
              <a:p>
                <a:endParaRPr lang="ja-JP" altLang="en-US" sz="1600">
                  <a:latin typeface="Meiryo" charset="-128"/>
                  <a:ea typeface="Meiryo" charset="-128"/>
                  <a:cs typeface="Meiryo" charset="-128"/>
                </a:endParaRPr>
              </a:p>
            </p:txBody>
          </p:sp>
          <p:sp>
            <p:nvSpPr>
              <p:cNvPr id="48428" name="Line 30"/>
              <p:cNvSpPr>
                <a:spLocks noChangeShapeType="1"/>
              </p:cNvSpPr>
              <p:nvPr/>
            </p:nvSpPr>
            <p:spPr bwMode="auto">
              <a:xfrm>
                <a:off x="4855" y="3194"/>
                <a:ext cx="702" cy="0"/>
              </a:xfrm>
              <a:prstGeom prst="line">
                <a:avLst/>
              </a:prstGeom>
              <a:noFill/>
              <a:ln w="25400">
                <a:solidFill>
                  <a:srgbClr val="96969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 anchorCtr="1"/>
              <a:lstStyle/>
              <a:p>
                <a:endParaRPr lang="ja-JP" altLang="en-US" sz="1600">
                  <a:latin typeface="Meiryo" charset="-128"/>
                  <a:ea typeface="Meiryo" charset="-128"/>
                  <a:cs typeface="Meiryo" charset="-128"/>
                </a:endParaRPr>
              </a:p>
            </p:txBody>
          </p:sp>
          <p:sp>
            <p:nvSpPr>
              <p:cNvPr id="48429" name="Line 31"/>
              <p:cNvSpPr>
                <a:spLocks noChangeShapeType="1"/>
              </p:cNvSpPr>
              <p:nvPr/>
            </p:nvSpPr>
            <p:spPr bwMode="auto">
              <a:xfrm>
                <a:off x="4855" y="3265"/>
                <a:ext cx="702" cy="0"/>
              </a:xfrm>
              <a:prstGeom prst="line">
                <a:avLst/>
              </a:prstGeom>
              <a:noFill/>
              <a:ln w="25400">
                <a:solidFill>
                  <a:srgbClr val="96969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 anchorCtr="1"/>
              <a:lstStyle/>
              <a:p>
                <a:endParaRPr lang="ja-JP" altLang="en-US" sz="1600">
                  <a:latin typeface="Meiryo" charset="-128"/>
                  <a:ea typeface="Meiryo" charset="-128"/>
                  <a:cs typeface="Meiryo" charset="-128"/>
                </a:endParaRPr>
              </a:p>
            </p:txBody>
          </p:sp>
          <p:sp>
            <p:nvSpPr>
              <p:cNvPr id="48430" name="Line 32"/>
              <p:cNvSpPr>
                <a:spLocks noChangeShapeType="1"/>
              </p:cNvSpPr>
              <p:nvPr/>
            </p:nvSpPr>
            <p:spPr bwMode="auto">
              <a:xfrm>
                <a:off x="4855" y="3335"/>
                <a:ext cx="702" cy="0"/>
              </a:xfrm>
              <a:prstGeom prst="line">
                <a:avLst/>
              </a:prstGeom>
              <a:noFill/>
              <a:ln w="25400">
                <a:solidFill>
                  <a:srgbClr val="96969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 anchorCtr="1"/>
              <a:lstStyle/>
              <a:p>
                <a:endParaRPr lang="ja-JP" altLang="en-US" sz="1600">
                  <a:latin typeface="Meiryo" charset="-128"/>
                  <a:ea typeface="Meiryo" charset="-128"/>
                  <a:cs typeface="Meiryo" charset="-128"/>
                </a:endParaRPr>
              </a:p>
            </p:txBody>
          </p:sp>
          <p:sp>
            <p:nvSpPr>
              <p:cNvPr id="48431" name="Line 33"/>
              <p:cNvSpPr>
                <a:spLocks noChangeShapeType="1"/>
              </p:cNvSpPr>
              <p:nvPr/>
            </p:nvSpPr>
            <p:spPr bwMode="auto">
              <a:xfrm>
                <a:off x="4855" y="2984"/>
                <a:ext cx="702" cy="0"/>
              </a:xfrm>
              <a:prstGeom prst="line">
                <a:avLst/>
              </a:prstGeom>
              <a:noFill/>
              <a:ln w="25400">
                <a:solidFill>
                  <a:srgbClr val="96969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 anchorCtr="1"/>
              <a:lstStyle/>
              <a:p>
                <a:endParaRPr lang="ja-JP" altLang="en-US" sz="1600">
                  <a:latin typeface="Meiryo" charset="-128"/>
                  <a:ea typeface="Meiryo" charset="-128"/>
                  <a:cs typeface="Meiryo" charset="-128"/>
                </a:endParaRPr>
              </a:p>
            </p:txBody>
          </p:sp>
          <p:sp>
            <p:nvSpPr>
              <p:cNvPr id="48432" name="Line 34"/>
              <p:cNvSpPr>
                <a:spLocks noChangeShapeType="1"/>
              </p:cNvSpPr>
              <p:nvPr/>
            </p:nvSpPr>
            <p:spPr bwMode="auto">
              <a:xfrm>
                <a:off x="4855" y="2914"/>
                <a:ext cx="702" cy="0"/>
              </a:xfrm>
              <a:prstGeom prst="line">
                <a:avLst/>
              </a:prstGeom>
              <a:noFill/>
              <a:ln w="25400">
                <a:solidFill>
                  <a:srgbClr val="96969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 anchorCtr="1"/>
              <a:lstStyle/>
              <a:p>
                <a:endParaRPr lang="ja-JP" altLang="en-US" sz="1600">
                  <a:latin typeface="Meiryo" charset="-128"/>
                  <a:ea typeface="Meiryo" charset="-128"/>
                  <a:cs typeface="Meiryo" charset="-128"/>
                </a:endParaRPr>
              </a:p>
            </p:txBody>
          </p:sp>
        </p:grpSp>
        <p:grpSp>
          <p:nvGrpSpPr>
            <p:cNvPr id="48414" name="Group 35"/>
            <p:cNvGrpSpPr>
              <a:grpSpLocks/>
            </p:cNvGrpSpPr>
            <p:nvPr/>
          </p:nvGrpSpPr>
          <p:grpSpPr bwMode="auto">
            <a:xfrm>
              <a:off x="385" y="2251"/>
              <a:ext cx="652" cy="722"/>
              <a:chOff x="4785" y="2563"/>
              <a:chExt cx="912" cy="912"/>
            </a:xfrm>
          </p:grpSpPr>
          <p:sp>
            <p:nvSpPr>
              <p:cNvPr id="48415" name="Rectangle 36"/>
              <p:cNvSpPr>
                <a:spLocks noChangeArrowheads="1"/>
              </p:cNvSpPr>
              <p:nvPr/>
            </p:nvSpPr>
            <p:spPr bwMode="auto">
              <a:xfrm>
                <a:off x="4855" y="2633"/>
                <a:ext cx="842" cy="842"/>
              </a:xfrm>
              <a:prstGeom prst="rect">
                <a:avLst/>
              </a:prstGeom>
              <a:solidFill>
                <a:srgbClr val="B2B2B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254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1pPr>
                <a:lvl2pPr marL="742950" indent="-28575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2pPr>
                <a:lvl3pPr marL="11430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3pPr>
                <a:lvl4pPr marL="16002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4pPr>
                <a:lvl5pPr marL="20574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9pPr>
              </a:lstStyle>
              <a:p>
                <a:pPr eaLnBrk="1" hangingPunct="1"/>
                <a:endParaRPr lang="ja-JP" altLang="en-US" sz="1600">
                  <a:latin typeface="Meiryo" charset="-128"/>
                  <a:ea typeface="Meiryo" charset="-128"/>
                  <a:cs typeface="Meiryo" charset="-128"/>
                </a:endParaRPr>
              </a:p>
            </p:txBody>
          </p:sp>
          <p:sp>
            <p:nvSpPr>
              <p:cNvPr id="48416" name="Rectangle 37"/>
              <p:cNvSpPr>
                <a:spLocks noChangeArrowheads="1"/>
              </p:cNvSpPr>
              <p:nvPr/>
            </p:nvSpPr>
            <p:spPr bwMode="auto">
              <a:xfrm>
                <a:off x="4785" y="2563"/>
                <a:ext cx="842" cy="842"/>
              </a:xfrm>
              <a:prstGeom prst="rect">
                <a:avLst/>
              </a:prstGeom>
              <a:solidFill>
                <a:schemeClr val="bg1"/>
              </a:solidFill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Ctr="1"/>
              <a:lstStyle>
                <a:lvl1pPr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1pPr>
                <a:lvl2pPr marL="742950" indent="-28575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2pPr>
                <a:lvl3pPr marL="11430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3pPr>
                <a:lvl4pPr marL="16002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4pPr>
                <a:lvl5pPr marL="20574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9pPr>
              </a:lstStyle>
              <a:p>
                <a:pPr algn="ctr" eaLnBrk="1" hangingPunct="1"/>
                <a:endParaRPr lang="ja-JP" altLang="ja-JP" sz="1100">
                  <a:latin typeface="Meiryo" charset="-128"/>
                  <a:ea typeface="Meiryo" charset="-128"/>
                  <a:cs typeface="Meiryo" charset="-128"/>
                </a:endParaRPr>
              </a:p>
            </p:txBody>
          </p:sp>
          <p:sp>
            <p:nvSpPr>
              <p:cNvPr id="48417" name="Line 38"/>
              <p:cNvSpPr>
                <a:spLocks noChangeShapeType="1"/>
              </p:cNvSpPr>
              <p:nvPr/>
            </p:nvSpPr>
            <p:spPr bwMode="auto">
              <a:xfrm>
                <a:off x="4855" y="3054"/>
                <a:ext cx="702" cy="0"/>
              </a:xfrm>
              <a:prstGeom prst="line">
                <a:avLst/>
              </a:prstGeom>
              <a:noFill/>
              <a:ln w="25400">
                <a:solidFill>
                  <a:srgbClr val="96969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 anchorCtr="1"/>
              <a:lstStyle/>
              <a:p>
                <a:endParaRPr lang="ja-JP" altLang="en-US" sz="1600">
                  <a:latin typeface="Meiryo" charset="-128"/>
                  <a:ea typeface="Meiryo" charset="-128"/>
                  <a:cs typeface="Meiryo" charset="-128"/>
                </a:endParaRPr>
              </a:p>
            </p:txBody>
          </p:sp>
          <p:sp>
            <p:nvSpPr>
              <p:cNvPr id="48418" name="Line 39"/>
              <p:cNvSpPr>
                <a:spLocks noChangeShapeType="1"/>
              </p:cNvSpPr>
              <p:nvPr/>
            </p:nvSpPr>
            <p:spPr bwMode="auto">
              <a:xfrm>
                <a:off x="4855" y="3124"/>
                <a:ext cx="702" cy="0"/>
              </a:xfrm>
              <a:prstGeom prst="line">
                <a:avLst/>
              </a:prstGeom>
              <a:noFill/>
              <a:ln w="25400">
                <a:solidFill>
                  <a:srgbClr val="96969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 anchorCtr="1"/>
              <a:lstStyle/>
              <a:p>
                <a:endParaRPr lang="ja-JP" altLang="en-US" sz="1600">
                  <a:latin typeface="Meiryo" charset="-128"/>
                  <a:ea typeface="Meiryo" charset="-128"/>
                  <a:cs typeface="Meiryo" charset="-128"/>
                </a:endParaRPr>
              </a:p>
            </p:txBody>
          </p:sp>
          <p:sp>
            <p:nvSpPr>
              <p:cNvPr id="48419" name="Line 40"/>
              <p:cNvSpPr>
                <a:spLocks noChangeShapeType="1"/>
              </p:cNvSpPr>
              <p:nvPr/>
            </p:nvSpPr>
            <p:spPr bwMode="auto">
              <a:xfrm>
                <a:off x="4855" y="3194"/>
                <a:ext cx="702" cy="0"/>
              </a:xfrm>
              <a:prstGeom prst="line">
                <a:avLst/>
              </a:prstGeom>
              <a:noFill/>
              <a:ln w="25400">
                <a:solidFill>
                  <a:srgbClr val="96969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 anchorCtr="1"/>
              <a:lstStyle/>
              <a:p>
                <a:endParaRPr lang="ja-JP" altLang="en-US" sz="1600">
                  <a:latin typeface="Meiryo" charset="-128"/>
                  <a:ea typeface="Meiryo" charset="-128"/>
                  <a:cs typeface="Meiryo" charset="-128"/>
                </a:endParaRPr>
              </a:p>
            </p:txBody>
          </p:sp>
          <p:sp>
            <p:nvSpPr>
              <p:cNvPr id="48420" name="Line 41"/>
              <p:cNvSpPr>
                <a:spLocks noChangeShapeType="1"/>
              </p:cNvSpPr>
              <p:nvPr/>
            </p:nvSpPr>
            <p:spPr bwMode="auto">
              <a:xfrm>
                <a:off x="4855" y="3265"/>
                <a:ext cx="702" cy="0"/>
              </a:xfrm>
              <a:prstGeom prst="line">
                <a:avLst/>
              </a:prstGeom>
              <a:noFill/>
              <a:ln w="25400">
                <a:solidFill>
                  <a:srgbClr val="96969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 anchorCtr="1"/>
              <a:lstStyle/>
              <a:p>
                <a:endParaRPr lang="ja-JP" altLang="en-US" sz="1600">
                  <a:latin typeface="Meiryo" charset="-128"/>
                  <a:ea typeface="Meiryo" charset="-128"/>
                  <a:cs typeface="Meiryo" charset="-128"/>
                </a:endParaRPr>
              </a:p>
            </p:txBody>
          </p:sp>
          <p:sp>
            <p:nvSpPr>
              <p:cNvPr id="48421" name="Line 42"/>
              <p:cNvSpPr>
                <a:spLocks noChangeShapeType="1"/>
              </p:cNvSpPr>
              <p:nvPr/>
            </p:nvSpPr>
            <p:spPr bwMode="auto">
              <a:xfrm>
                <a:off x="4855" y="3335"/>
                <a:ext cx="702" cy="0"/>
              </a:xfrm>
              <a:prstGeom prst="line">
                <a:avLst/>
              </a:prstGeom>
              <a:noFill/>
              <a:ln w="25400">
                <a:solidFill>
                  <a:srgbClr val="96969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 anchorCtr="1"/>
              <a:lstStyle/>
              <a:p>
                <a:endParaRPr lang="ja-JP" altLang="en-US" sz="1600">
                  <a:latin typeface="Meiryo" charset="-128"/>
                  <a:ea typeface="Meiryo" charset="-128"/>
                  <a:cs typeface="Meiryo" charset="-128"/>
                </a:endParaRPr>
              </a:p>
            </p:txBody>
          </p:sp>
          <p:sp>
            <p:nvSpPr>
              <p:cNvPr id="48422" name="Line 43"/>
              <p:cNvSpPr>
                <a:spLocks noChangeShapeType="1"/>
              </p:cNvSpPr>
              <p:nvPr/>
            </p:nvSpPr>
            <p:spPr bwMode="auto">
              <a:xfrm>
                <a:off x="4855" y="2984"/>
                <a:ext cx="702" cy="0"/>
              </a:xfrm>
              <a:prstGeom prst="line">
                <a:avLst/>
              </a:prstGeom>
              <a:noFill/>
              <a:ln w="25400">
                <a:solidFill>
                  <a:srgbClr val="96969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 anchorCtr="1"/>
              <a:lstStyle/>
              <a:p>
                <a:endParaRPr lang="ja-JP" altLang="en-US" sz="1600">
                  <a:latin typeface="Meiryo" charset="-128"/>
                  <a:ea typeface="Meiryo" charset="-128"/>
                  <a:cs typeface="Meiryo" charset="-128"/>
                </a:endParaRPr>
              </a:p>
            </p:txBody>
          </p:sp>
          <p:sp>
            <p:nvSpPr>
              <p:cNvPr id="48423" name="Line 44"/>
              <p:cNvSpPr>
                <a:spLocks noChangeShapeType="1"/>
              </p:cNvSpPr>
              <p:nvPr/>
            </p:nvSpPr>
            <p:spPr bwMode="auto">
              <a:xfrm>
                <a:off x="4855" y="2914"/>
                <a:ext cx="702" cy="0"/>
              </a:xfrm>
              <a:prstGeom prst="line">
                <a:avLst/>
              </a:prstGeom>
              <a:noFill/>
              <a:ln w="25400">
                <a:solidFill>
                  <a:srgbClr val="96969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 anchorCtr="1"/>
              <a:lstStyle/>
              <a:p>
                <a:endParaRPr lang="ja-JP" altLang="en-US" sz="1600">
                  <a:latin typeface="Meiryo" charset="-128"/>
                  <a:ea typeface="Meiryo" charset="-128"/>
                  <a:cs typeface="Meiryo" charset="-128"/>
                </a:endParaRPr>
              </a:p>
            </p:txBody>
          </p:sp>
        </p:grpSp>
      </p:grpSp>
      <p:sp>
        <p:nvSpPr>
          <p:cNvPr id="48135" name="Line 45"/>
          <p:cNvSpPr>
            <a:spLocks noChangeShapeType="1"/>
          </p:cNvSpPr>
          <p:nvPr/>
        </p:nvSpPr>
        <p:spPr bwMode="auto">
          <a:xfrm flipH="1" flipV="1">
            <a:off x="8357019" y="2207388"/>
            <a:ext cx="620712" cy="465137"/>
          </a:xfrm>
          <a:prstGeom prst="line">
            <a:avLst/>
          </a:prstGeom>
          <a:noFill/>
          <a:ln w="635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ja-JP" altLang="en-US" sz="1600">
              <a:latin typeface="Meiryo" charset="-128"/>
              <a:ea typeface="Meiryo" charset="-128"/>
              <a:cs typeface="Meiryo" charset="-128"/>
            </a:endParaRPr>
          </a:p>
        </p:txBody>
      </p:sp>
      <p:sp>
        <p:nvSpPr>
          <p:cNvPr id="48136" name="Text Box 46"/>
          <p:cNvSpPr txBox="1">
            <a:spLocks noChangeArrowheads="1"/>
          </p:cNvSpPr>
          <p:nvPr/>
        </p:nvSpPr>
        <p:spPr bwMode="auto">
          <a:xfrm>
            <a:off x="5173792" y="4250499"/>
            <a:ext cx="184731" cy="2308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587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endParaRPr lang="ja-JP" altLang="ja-JP" sz="900">
              <a:latin typeface="Meiryo" charset="-128"/>
              <a:ea typeface="Meiryo" charset="-128"/>
              <a:cs typeface="Meiryo" charset="-128"/>
            </a:endParaRPr>
          </a:p>
        </p:txBody>
      </p:sp>
      <p:sp>
        <p:nvSpPr>
          <p:cNvPr id="48137" name="Text Box 47"/>
          <p:cNvSpPr txBox="1">
            <a:spLocks noChangeArrowheads="1"/>
          </p:cNvSpPr>
          <p:nvPr/>
        </p:nvSpPr>
        <p:spPr bwMode="auto">
          <a:xfrm>
            <a:off x="7722431" y="5148493"/>
            <a:ext cx="1031051" cy="430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587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ja-JP" altLang="en-US" sz="1100" b="1">
                <a:latin typeface="Meiryo" charset="-128"/>
                <a:ea typeface="Meiryo" charset="-128"/>
                <a:cs typeface="Meiryo" charset="-128"/>
              </a:rPr>
              <a:t>概念仕様</a:t>
            </a:r>
          </a:p>
          <a:p>
            <a:pPr algn="ctr" eaLnBrk="1" hangingPunct="1"/>
            <a:r>
              <a:rPr lang="ja-JP" altLang="en-US" sz="1100" b="1" dirty="0">
                <a:latin typeface="Meiryo" charset="-128"/>
                <a:ea typeface="Meiryo" charset="-128"/>
                <a:cs typeface="Meiryo" charset="-128"/>
              </a:rPr>
              <a:t>テンプレート</a:t>
            </a:r>
          </a:p>
        </p:txBody>
      </p:sp>
      <p:sp>
        <p:nvSpPr>
          <p:cNvPr id="48138" name="Line 48"/>
          <p:cNvSpPr>
            <a:spLocks noChangeShapeType="1"/>
          </p:cNvSpPr>
          <p:nvPr/>
        </p:nvSpPr>
        <p:spPr bwMode="auto">
          <a:xfrm rot="1185231" flipH="1">
            <a:off x="8345906" y="2548700"/>
            <a:ext cx="420688" cy="1311275"/>
          </a:xfrm>
          <a:prstGeom prst="line">
            <a:avLst/>
          </a:prstGeom>
          <a:noFill/>
          <a:ln w="635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ja-JP" altLang="en-US" sz="1600">
              <a:latin typeface="Meiryo" charset="-128"/>
              <a:ea typeface="Meiryo" charset="-128"/>
              <a:cs typeface="Meiryo" charset="-128"/>
            </a:endParaRPr>
          </a:p>
        </p:txBody>
      </p:sp>
      <p:sp>
        <p:nvSpPr>
          <p:cNvPr id="39947" name="AutoShape 53"/>
          <p:cNvSpPr>
            <a:spLocks noChangeArrowheads="1"/>
          </p:cNvSpPr>
          <p:nvPr/>
        </p:nvSpPr>
        <p:spPr bwMode="auto">
          <a:xfrm>
            <a:off x="5867820" y="2126425"/>
            <a:ext cx="331787" cy="239713"/>
          </a:xfrm>
          <a:prstGeom prst="leftArrow">
            <a:avLst>
              <a:gd name="adj1" fmla="val 38796"/>
              <a:gd name="adj2" fmla="val 72966"/>
            </a:avLst>
          </a:prstGeom>
          <a:solidFill>
            <a:schemeClr val="bg1">
              <a:lumMod val="85000"/>
            </a:schemeClr>
          </a:solidFill>
          <a:ln>
            <a:headEnd/>
            <a:tailEnd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anchor="ctr"/>
          <a:lstStyle/>
          <a:p>
            <a:pPr>
              <a:defRPr/>
            </a:pPr>
            <a:endParaRPr lang="ja-JP" altLang="en-US" sz="1600">
              <a:solidFill>
                <a:schemeClr val="tx1"/>
              </a:solidFill>
              <a:latin typeface="Meiryo" charset="-128"/>
              <a:ea typeface="Meiryo" charset="-128"/>
              <a:cs typeface="Meiryo" charset="-128"/>
            </a:endParaRPr>
          </a:p>
        </p:txBody>
      </p:sp>
      <p:grpSp>
        <p:nvGrpSpPr>
          <p:cNvPr id="48142" name="Group 54"/>
          <p:cNvGrpSpPr>
            <a:grpSpLocks/>
          </p:cNvGrpSpPr>
          <p:nvPr/>
        </p:nvGrpSpPr>
        <p:grpSpPr bwMode="auto">
          <a:xfrm>
            <a:off x="6096420" y="5303013"/>
            <a:ext cx="1387475" cy="638175"/>
            <a:chOff x="2381" y="3488"/>
            <a:chExt cx="1451" cy="832"/>
          </a:xfrm>
        </p:grpSpPr>
        <p:grpSp>
          <p:nvGrpSpPr>
            <p:cNvPr id="48351" name="Group 55"/>
            <p:cNvGrpSpPr>
              <a:grpSpLocks/>
            </p:cNvGrpSpPr>
            <p:nvPr/>
          </p:nvGrpSpPr>
          <p:grpSpPr bwMode="auto">
            <a:xfrm>
              <a:off x="2381" y="3488"/>
              <a:ext cx="1451" cy="832"/>
              <a:chOff x="2200" y="3488"/>
              <a:chExt cx="1451" cy="832"/>
            </a:xfrm>
          </p:grpSpPr>
          <p:sp>
            <p:nvSpPr>
              <p:cNvPr id="48384" name="Oval 56"/>
              <p:cNvSpPr>
                <a:spLocks noChangeArrowheads="1"/>
              </p:cNvSpPr>
              <p:nvPr/>
            </p:nvSpPr>
            <p:spPr bwMode="auto">
              <a:xfrm>
                <a:off x="2200" y="3493"/>
                <a:ext cx="1451" cy="827"/>
              </a:xfrm>
              <a:prstGeom prst="ellipse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lIns="90000" tIns="46800" rIns="90000" bIns="46800" anchor="ctr"/>
              <a:lstStyle>
                <a:lvl1pPr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1pPr>
                <a:lvl2pPr marL="742950" indent="-28575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2pPr>
                <a:lvl3pPr marL="11430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3pPr>
                <a:lvl4pPr marL="16002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4pPr>
                <a:lvl5pPr marL="20574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9pPr>
              </a:lstStyle>
              <a:p>
                <a:pPr eaLnBrk="1" hangingPunct="1"/>
                <a:endParaRPr lang="ja-JP" altLang="en-US" sz="1600">
                  <a:latin typeface="Meiryo" charset="-128"/>
                  <a:ea typeface="Meiryo" charset="-128"/>
                  <a:cs typeface="Meiryo" charset="-128"/>
                </a:endParaRPr>
              </a:p>
            </p:txBody>
          </p:sp>
          <p:grpSp>
            <p:nvGrpSpPr>
              <p:cNvPr id="48385" name="Group 57"/>
              <p:cNvGrpSpPr>
                <a:grpSpLocks/>
              </p:cNvGrpSpPr>
              <p:nvPr/>
            </p:nvGrpSpPr>
            <p:grpSpPr bwMode="auto">
              <a:xfrm>
                <a:off x="2396" y="3488"/>
                <a:ext cx="1028" cy="759"/>
                <a:chOff x="4377" y="3102"/>
                <a:chExt cx="968" cy="668"/>
              </a:xfrm>
            </p:grpSpPr>
            <p:sp>
              <p:nvSpPr>
                <p:cNvPr id="48386" name="Oval 58"/>
                <p:cNvSpPr>
                  <a:spLocks noChangeArrowheads="1"/>
                </p:cNvSpPr>
                <p:nvPr/>
              </p:nvSpPr>
              <p:spPr bwMode="auto">
                <a:xfrm>
                  <a:off x="4787" y="3102"/>
                  <a:ext cx="97" cy="56"/>
                </a:xfrm>
                <a:prstGeom prst="ellipse">
                  <a:avLst/>
                </a:prstGeom>
                <a:solidFill>
                  <a:srgbClr val="6699FF"/>
                </a:solidFill>
                <a:ln w="9525">
                  <a:solidFill>
                    <a:srgbClr val="0000FF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1pPr>
                  <a:lvl2pPr marL="742950" indent="-28575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2pPr>
                  <a:lvl3pPr marL="11430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3pPr>
                  <a:lvl4pPr marL="16002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4pPr>
                  <a:lvl5pPr marL="20574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9pPr>
                </a:lstStyle>
                <a:p>
                  <a:pPr eaLnBrk="1" hangingPunct="1"/>
                  <a:endParaRPr lang="ja-JP" altLang="en-US" sz="1600">
                    <a:latin typeface="Meiryo" charset="-128"/>
                    <a:ea typeface="Meiryo" charset="-128"/>
                    <a:cs typeface="Meiryo" charset="-128"/>
                  </a:endParaRPr>
                </a:p>
              </p:txBody>
            </p:sp>
            <p:sp>
              <p:nvSpPr>
                <p:cNvPr id="48387" name="Oval 59"/>
                <p:cNvSpPr>
                  <a:spLocks noChangeArrowheads="1"/>
                </p:cNvSpPr>
                <p:nvPr/>
              </p:nvSpPr>
              <p:spPr bwMode="auto">
                <a:xfrm>
                  <a:off x="4940" y="3253"/>
                  <a:ext cx="97" cy="56"/>
                </a:xfrm>
                <a:prstGeom prst="ellipse">
                  <a:avLst/>
                </a:prstGeom>
                <a:solidFill>
                  <a:srgbClr val="6699FF"/>
                </a:solidFill>
                <a:ln w="9525">
                  <a:solidFill>
                    <a:srgbClr val="0000FF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1pPr>
                  <a:lvl2pPr marL="742950" indent="-28575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2pPr>
                  <a:lvl3pPr marL="11430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3pPr>
                  <a:lvl4pPr marL="16002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4pPr>
                  <a:lvl5pPr marL="20574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9pPr>
                </a:lstStyle>
                <a:p>
                  <a:pPr eaLnBrk="1" hangingPunct="1"/>
                  <a:endParaRPr lang="ja-JP" altLang="en-US" sz="1600">
                    <a:latin typeface="Meiryo" charset="-128"/>
                    <a:ea typeface="Meiryo" charset="-128"/>
                    <a:cs typeface="Meiryo" charset="-128"/>
                  </a:endParaRPr>
                </a:p>
              </p:txBody>
            </p:sp>
            <p:sp>
              <p:nvSpPr>
                <p:cNvPr id="48388" name="Oval 60"/>
                <p:cNvSpPr>
                  <a:spLocks noChangeArrowheads="1"/>
                </p:cNvSpPr>
                <p:nvPr/>
              </p:nvSpPr>
              <p:spPr bwMode="auto">
                <a:xfrm>
                  <a:off x="5103" y="3402"/>
                  <a:ext cx="97" cy="55"/>
                </a:xfrm>
                <a:prstGeom prst="ellipse">
                  <a:avLst/>
                </a:prstGeom>
                <a:solidFill>
                  <a:srgbClr val="6699FF"/>
                </a:solidFill>
                <a:ln w="9525">
                  <a:solidFill>
                    <a:srgbClr val="0000FF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1pPr>
                  <a:lvl2pPr marL="742950" indent="-28575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2pPr>
                  <a:lvl3pPr marL="11430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3pPr>
                  <a:lvl4pPr marL="16002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4pPr>
                  <a:lvl5pPr marL="20574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9pPr>
                </a:lstStyle>
                <a:p>
                  <a:pPr eaLnBrk="1" hangingPunct="1"/>
                  <a:endParaRPr lang="ja-JP" altLang="en-US" sz="1600">
                    <a:latin typeface="Meiryo" charset="-128"/>
                    <a:ea typeface="Meiryo" charset="-128"/>
                    <a:cs typeface="Meiryo" charset="-128"/>
                  </a:endParaRPr>
                </a:p>
              </p:txBody>
            </p:sp>
            <p:sp>
              <p:nvSpPr>
                <p:cNvPr id="48389" name="Oval 61"/>
                <p:cNvSpPr>
                  <a:spLocks noChangeArrowheads="1"/>
                </p:cNvSpPr>
                <p:nvPr/>
              </p:nvSpPr>
              <p:spPr bwMode="auto">
                <a:xfrm>
                  <a:off x="5248" y="3542"/>
                  <a:ext cx="97" cy="56"/>
                </a:xfrm>
                <a:prstGeom prst="ellipse">
                  <a:avLst/>
                </a:prstGeom>
                <a:solidFill>
                  <a:srgbClr val="6699FF"/>
                </a:solidFill>
                <a:ln w="9525">
                  <a:solidFill>
                    <a:srgbClr val="0000FF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1pPr>
                  <a:lvl2pPr marL="742950" indent="-28575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2pPr>
                  <a:lvl3pPr marL="11430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3pPr>
                  <a:lvl4pPr marL="16002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4pPr>
                  <a:lvl5pPr marL="20574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9pPr>
                </a:lstStyle>
                <a:p>
                  <a:pPr eaLnBrk="1" hangingPunct="1"/>
                  <a:endParaRPr lang="ja-JP" altLang="en-US" sz="1600">
                    <a:latin typeface="Meiryo" charset="-128"/>
                    <a:ea typeface="Meiryo" charset="-128"/>
                    <a:cs typeface="Meiryo" charset="-128"/>
                  </a:endParaRPr>
                </a:p>
              </p:txBody>
            </p:sp>
            <p:cxnSp>
              <p:nvCxnSpPr>
                <p:cNvPr id="48390" name="AutoShape 62"/>
                <p:cNvCxnSpPr>
                  <a:cxnSpLocks noChangeShapeType="1"/>
                  <a:stCxn id="48387" idx="0"/>
                  <a:endCxn id="48386" idx="4"/>
                </p:cNvCxnSpPr>
                <p:nvPr/>
              </p:nvCxnSpPr>
              <p:spPr bwMode="auto">
                <a:xfrm flipH="1" flipV="1">
                  <a:off x="4836" y="3158"/>
                  <a:ext cx="153" cy="95"/>
                </a:xfrm>
                <a:prstGeom prst="straightConnector1">
                  <a:avLst/>
                </a:prstGeom>
                <a:noFill/>
                <a:ln w="9525">
                  <a:solidFill>
                    <a:srgbClr val="0000FF"/>
                  </a:solidFill>
                  <a:round/>
                  <a:headEnd/>
                  <a:tailEnd type="triangle" w="med" len="med"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  <p:cxnSp>
              <p:nvCxnSpPr>
                <p:cNvPr id="48391" name="AutoShape 63"/>
                <p:cNvCxnSpPr>
                  <a:cxnSpLocks noChangeShapeType="1"/>
                  <a:stCxn id="48388" idx="0"/>
                  <a:endCxn id="48387" idx="4"/>
                </p:cNvCxnSpPr>
                <p:nvPr/>
              </p:nvCxnSpPr>
              <p:spPr bwMode="auto">
                <a:xfrm flipH="1" flipV="1">
                  <a:off x="4989" y="3309"/>
                  <a:ext cx="163" cy="93"/>
                </a:xfrm>
                <a:prstGeom prst="straightConnector1">
                  <a:avLst/>
                </a:prstGeom>
                <a:noFill/>
                <a:ln w="9525">
                  <a:solidFill>
                    <a:srgbClr val="0000FF"/>
                  </a:solidFill>
                  <a:round/>
                  <a:headEnd/>
                  <a:tailEnd type="triangle" w="med" len="med"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  <p:cxnSp>
              <p:nvCxnSpPr>
                <p:cNvPr id="48392" name="AutoShape 64"/>
                <p:cNvCxnSpPr>
                  <a:cxnSpLocks noChangeShapeType="1"/>
                  <a:stCxn id="48389" idx="0"/>
                  <a:endCxn id="48388" idx="4"/>
                </p:cNvCxnSpPr>
                <p:nvPr/>
              </p:nvCxnSpPr>
              <p:spPr bwMode="auto">
                <a:xfrm flipH="1" flipV="1">
                  <a:off x="5152" y="3457"/>
                  <a:ext cx="145" cy="85"/>
                </a:xfrm>
                <a:prstGeom prst="straightConnector1">
                  <a:avLst/>
                </a:prstGeom>
                <a:noFill/>
                <a:ln w="9525">
                  <a:solidFill>
                    <a:srgbClr val="0000FF"/>
                  </a:solidFill>
                  <a:round/>
                  <a:headEnd/>
                  <a:tailEnd type="triangle" w="med" len="med"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  <p:sp>
              <p:nvSpPr>
                <p:cNvPr id="48393" name="Oval 65"/>
                <p:cNvSpPr>
                  <a:spLocks noChangeArrowheads="1"/>
                </p:cNvSpPr>
                <p:nvPr/>
              </p:nvSpPr>
              <p:spPr bwMode="auto">
                <a:xfrm>
                  <a:off x="4649" y="3246"/>
                  <a:ext cx="97" cy="56"/>
                </a:xfrm>
                <a:prstGeom prst="ellipse">
                  <a:avLst/>
                </a:prstGeom>
                <a:solidFill>
                  <a:srgbClr val="6699FF"/>
                </a:solidFill>
                <a:ln w="9525">
                  <a:solidFill>
                    <a:srgbClr val="0000FF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1pPr>
                  <a:lvl2pPr marL="742950" indent="-28575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2pPr>
                  <a:lvl3pPr marL="11430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3pPr>
                  <a:lvl4pPr marL="16002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4pPr>
                  <a:lvl5pPr marL="20574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9pPr>
                </a:lstStyle>
                <a:p>
                  <a:pPr eaLnBrk="1" hangingPunct="1"/>
                  <a:endParaRPr lang="ja-JP" altLang="en-US" sz="1600">
                    <a:latin typeface="Meiryo" charset="-128"/>
                    <a:ea typeface="Meiryo" charset="-128"/>
                    <a:cs typeface="Meiryo" charset="-128"/>
                  </a:endParaRPr>
                </a:p>
              </p:txBody>
            </p:sp>
            <p:sp>
              <p:nvSpPr>
                <p:cNvPr id="48394" name="Oval 66"/>
                <p:cNvSpPr>
                  <a:spLocks noChangeArrowheads="1"/>
                </p:cNvSpPr>
                <p:nvPr/>
              </p:nvSpPr>
              <p:spPr bwMode="auto">
                <a:xfrm>
                  <a:off x="4787" y="3381"/>
                  <a:ext cx="97" cy="55"/>
                </a:xfrm>
                <a:prstGeom prst="ellipse">
                  <a:avLst/>
                </a:prstGeom>
                <a:solidFill>
                  <a:srgbClr val="6699FF"/>
                </a:solidFill>
                <a:ln w="9525">
                  <a:solidFill>
                    <a:srgbClr val="0000FF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1pPr>
                  <a:lvl2pPr marL="742950" indent="-28575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2pPr>
                  <a:lvl3pPr marL="11430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3pPr>
                  <a:lvl4pPr marL="16002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4pPr>
                  <a:lvl5pPr marL="20574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9pPr>
                </a:lstStyle>
                <a:p>
                  <a:pPr eaLnBrk="1" hangingPunct="1"/>
                  <a:endParaRPr lang="ja-JP" altLang="en-US" sz="1600">
                    <a:latin typeface="Meiryo" charset="-128"/>
                    <a:ea typeface="Meiryo" charset="-128"/>
                    <a:cs typeface="Meiryo" charset="-128"/>
                  </a:endParaRPr>
                </a:p>
              </p:txBody>
            </p:sp>
            <p:cxnSp>
              <p:nvCxnSpPr>
                <p:cNvPr id="48395" name="AutoShape 67"/>
                <p:cNvCxnSpPr>
                  <a:cxnSpLocks noChangeShapeType="1"/>
                  <a:stCxn id="48393" idx="0"/>
                  <a:endCxn id="48386" idx="4"/>
                </p:cNvCxnSpPr>
                <p:nvPr/>
              </p:nvCxnSpPr>
              <p:spPr bwMode="auto">
                <a:xfrm flipV="1">
                  <a:off x="4698" y="3158"/>
                  <a:ext cx="138" cy="88"/>
                </a:xfrm>
                <a:prstGeom prst="straightConnector1">
                  <a:avLst/>
                </a:prstGeom>
                <a:noFill/>
                <a:ln w="9525">
                  <a:solidFill>
                    <a:srgbClr val="0000FF"/>
                  </a:solidFill>
                  <a:round/>
                  <a:headEnd/>
                  <a:tailEnd type="triangle" w="med" len="med"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  <p:cxnSp>
              <p:nvCxnSpPr>
                <p:cNvPr id="48396" name="AutoShape 68"/>
                <p:cNvCxnSpPr>
                  <a:cxnSpLocks noChangeShapeType="1"/>
                  <a:stCxn id="48394" idx="0"/>
                  <a:endCxn id="48393" idx="4"/>
                </p:cNvCxnSpPr>
                <p:nvPr/>
              </p:nvCxnSpPr>
              <p:spPr bwMode="auto">
                <a:xfrm flipH="1" flipV="1">
                  <a:off x="4698" y="3302"/>
                  <a:ext cx="138" cy="79"/>
                </a:xfrm>
                <a:prstGeom prst="straightConnector1">
                  <a:avLst/>
                </a:prstGeom>
                <a:noFill/>
                <a:ln w="9525">
                  <a:solidFill>
                    <a:srgbClr val="0000FF"/>
                  </a:solidFill>
                  <a:round/>
                  <a:headEnd/>
                  <a:tailEnd type="triangle" w="med" len="med"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  <p:sp>
              <p:nvSpPr>
                <p:cNvPr id="48397" name="Oval 69"/>
                <p:cNvSpPr>
                  <a:spLocks noChangeArrowheads="1"/>
                </p:cNvSpPr>
                <p:nvPr/>
              </p:nvSpPr>
              <p:spPr bwMode="auto">
                <a:xfrm>
                  <a:off x="4513" y="3386"/>
                  <a:ext cx="97" cy="55"/>
                </a:xfrm>
                <a:prstGeom prst="ellipse">
                  <a:avLst/>
                </a:prstGeom>
                <a:solidFill>
                  <a:srgbClr val="6699FF"/>
                </a:solidFill>
                <a:ln w="9525">
                  <a:solidFill>
                    <a:srgbClr val="0000FF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1pPr>
                  <a:lvl2pPr marL="742950" indent="-28575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2pPr>
                  <a:lvl3pPr marL="11430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3pPr>
                  <a:lvl4pPr marL="16002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4pPr>
                  <a:lvl5pPr marL="20574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9pPr>
                </a:lstStyle>
                <a:p>
                  <a:pPr eaLnBrk="1" hangingPunct="1"/>
                  <a:endParaRPr lang="ja-JP" altLang="en-US" sz="1600">
                    <a:latin typeface="Meiryo" charset="-128"/>
                    <a:ea typeface="Meiryo" charset="-128"/>
                    <a:cs typeface="Meiryo" charset="-128"/>
                  </a:endParaRPr>
                </a:p>
              </p:txBody>
            </p:sp>
            <p:cxnSp>
              <p:nvCxnSpPr>
                <p:cNvPr id="48398" name="AutoShape 70"/>
                <p:cNvCxnSpPr>
                  <a:cxnSpLocks noChangeShapeType="1"/>
                  <a:stCxn id="48397" idx="0"/>
                  <a:endCxn id="48393" idx="4"/>
                </p:cNvCxnSpPr>
                <p:nvPr/>
              </p:nvCxnSpPr>
              <p:spPr bwMode="auto">
                <a:xfrm flipV="1">
                  <a:off x="4562" y="3302"/>
                  <a:ext cx="136" cy="84"/>
                </a:xfrm>
                <a:prstGeom prst="straightConnector1">
                  <a:avLst/>
                </a:prstGeom>
                <a:noFill/>
                <a:ln w="9525">
                  <a:solidFill>
                    <a:srgbClr val="0000FF"/>
                  </a:solidFill>
                  <a:round/>
                  <a:headEnd/>
                  <a:tailEnd type="triangle" w="med" len="med"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  <p:sp>
              <p:nvSpPr>
                <p:cNvPr id="48399" name="Oval 71"/>
                <p:cNvSpPr>
                  <a:spLocks noChangeArrowheads="1"/>
                </p:cNvSpPr>
                <p:nvPr/>
              </p:nvSpPr>
              <p:spPr bwMode="auto">
                <a:xfrm>
                  <a:off x="4975" y="3550"/>
                  <a:ext cx="97" cy="56"/>
                </a:xfrm>
                <a:prstGeom prst="ellipse">
                  <a:avLst/>
                </a:prstGeom>
                <a:solidFill>
                  <a:srgbClr val="6699FF"/>
                </a:solidFill>
                <a:ln w="9525">
                  <a:solidFill>
                    <a:srgbClr val="0000FF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1pPr>
                  <a:lvl2pPr marL="742950" indent="-28575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2pPr>
                  <a:lvl3pPr marL="11430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3pPr>
                  <a:lvl4pPr marL="16002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4pPr>
                  <a:lvl5pPr marL="20574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9pPr>
                </a:lstStyle>
                <a:p>
                  <a:pPr eaLnBrk="1" hangingPunct="1"/>
                  <a:endParaRPr lang="ja-JP" altLang="en-US" sz="1600">
                    <a:latin typeface="Meiryo" charset="-128"/>
                    <a:ea typeface="Meiryo" charset="-128"/>
                    <a:cs typeface="Meiryo" charset="-128"/>
                  </a:endParaRPr>
                </a:p>
              </p:txBody>
            </p:sp>
            <p:cxnSp>
              <p:nvCxnSpPr>
                <p:cNvPr id="48400" name="AutoShape 72"/>
                <p:cNvCxnSpPr>
                  <a:cxnSpLocks noChangeShapeType="1"/>
                  <a:stCxn id="48399" idx="0"/>
                  <a:endCxn id="48388" idx="4"/>
                </p:cNvCxnSpPr>
                <p:nvPr/>
              </p:nvCxnSpPr>
              <p:spPr bwMode="auto">
                <a:xfrm flipV="1">
                  <a:off x="5024" y="3457"/>
                  <a:ext cx="128" cy="93"/>
                </a:xfrm>
                <a:prstGeom prst="straightConnector1">
                  <a:avLst/>
                </a:prstGeom>
                <a:noFill/>
                <a:ln w="9525">
                  <a:solidFill>
                    <a:srgbClr val="0000FF"/>
                  </a:solidFill>
                  <a:round/>
                  <a:headEnd/>
                  <a:tailEnd type="triangle" w="med" len="med"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  <p:sp>
              <p:nvSpPr>
                <p:cNvPr id="48401" name="Oval 73"/>
                <p:cNvSpPr>
                  <a:spLocks noChangeArrowheads="1"/>
                </p:cNvSpPr>
                <p:nvPr/>
              </p:nvSpPr>
              <p:spPr bwMode="auto">
                <a:xfrm>
                  <a:off x="4865" y="3702"/>
                  <a:ext cx="97" cy="56"/>
                </a:xfrm>
                <a:prstGeom prst="ellipse">
                  <a:avLst/>
                </a:prstGeom>
                <a:solidFill>
                  <a:srgbClr val="6699FF"/>
                </a:solidFill>
                <a:ln w="9525">
                  <a:solidFill>
                    <a:srgbClr val="0000FF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1pPr>
                  <a:lvl2pPr marL="742950" indent="-28575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2pPr>
                  <a:lvl3pPr marL="11430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3pPr>
                  <a:lvl4pPr marL="16002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4pPr>
                  <a:lvl5pPr marL="20574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9pPr>
                </a:lstStyle>
                <a:p>
                  <a:pPr eaLnBrk="1" hangingPunct="1"/>
                  <a:endParaRPr lang="ja-JP" altLang="en-US" sz="1600">
                    <a:latin typeface="Meiryo" charset="-128"/>
                    <a:ea typeface="Meiryo" charset="-128"/>
                    <a:cs typeface="Meiryo" charset="-128"/>
                  </a:endParaRPr>
                </a:p>
              </p:txBody>
            </p:sp>
            <p:cxnSp>
              <p:nvCxnSpPr>
                <p:cNvPr id="48402" name="AutoShape 74"/>
                <p:cNvCxnSpPr>
                  <a:cxnSpLocks noChangeShapeType="1"/>
                  <a:stCxn id="48401" idx="0"/>
                  <a:endCxn id="48399" idx="4"/>
                </p:cNvCxnSpPr>
                <p:nvPr/>
              </p:nvCxnSpPr>
              <p:spPr bwMode="auto">
                <a:xfrm flipV="1">
                  <a:off x="4914" y="3606"/>
                  <a:ext cx="110" cy="96"/>
                </a:xfrm>
                <a:prstGeom prst="straightConnector1">
                  <a:avLst/>
                </a:prstGeom>
                <a:noFill/>
                <a:ln w="9525">
                  <a:solidFill>
                    <a:srgbClr val="0000FF"/>
                  </a:solidFill>
                  <a:round/>
                  <a:headEnd/>
                  <a:tailEnd type="triangle" w="med" len="med"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  <p:sp>
              <p:nvSpPr>
                <p:cNvPr id="48403" name="Oval 75"/>
                <p:cNvSpPr>
                  <a:spLocks noChangeArrowheads="1"/>
                </p:cNvSpPr>
                <p:nvPr/>
              </p:nvSpPr>
              <p:spPr bwMode="auto">
                <a:xfrm>
                  <a:off x="5103" y="3714"/>
                  <a:ext cx="97" cy="56"/>
                </a:xfrm>
                <a:prstGeom prst="ellipse">
                  <a:avLst/>
                </a:prstGeom>
                <a:solidFill>
                  <a:srgbClr val="6699FF"/>
                </a:solidFill>
                <a:ln w="9525">
                  <a:solidFill>
                    <a:srgbClr val="0000FF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1pPr>
                  <a:lvl2pPr marL="742950" indent="-28575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2pPr>
                  <a:lvl3pPr marL="11430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3pPr>
                  <a:lvl4pPr marL="16002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4pPr>
                  <a:lvl5pPr marL="20574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9pPr>
                </a:lstStyle>
                <a:p>
                  <a:pPr eaLnBrk="1" hangingPunct="1"/>
                  <a:endParaRPr lang="ja-JP" altLang="en-US" sz="1600">
                    <a:latin typeface="Meiryo" charset="-128"/>
                    <a:ea typeface="Meiryo" charset="-128"/>
                    <a:cs typeface="Meiryo" charset="-128"/>
                  </a:endParaRPr>
                </a:p>
              </p:txBody>
            </p:sp>
            <p:cxnSp>
              <p:nvCxnSpPr>
                <p:cNvPr id="48404" name="AutoShape 76"/>
                <p:cNvCxnSpPr>
                  <a:cxnSpLocks noChangeShapeType="1"/>
                  <a:stCxn id="48403" idx="0"/>
                  <a:endCxn id="48399" idx="4"/>
                </p:cNvCxnSpPr>
                <p:nvPr/>
              </p:nvCxnSpPr>
              <p:spPr bwMode="auto">
                <a:xfrm flipH="1" flipV="1">
                  <a:off x="5024" y="3606"/>
                  <a:ext cx="128" cy="108"/>
                </a:xfrm>
                <a:prstGeom prst="straightConnector1">
                  <a:avLst/>
                </a:prstGeom>
                <a:noFill/>
                <a:ln w="9525">
                  <a:solidFill>
                    <a:srgbClr val="0000FF"/>
                  </a:solidFill>
                  <a:round/>
                  <a:headEnd/>
                  <a:tailEnd type="triangle" w="med" len="med"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  <p:sp>
              <p:nvSpPr>
                <p:cNvPr id="48405" name="Oval 77"/>
                <p:cNvSpPr>
                  <a:spLocks noChangeArrowheads="1"/>
                </p:cNvSpPr>
                <p:nvPr/>
              </p:nvSpPr>
              <p:spPr bwMode="auto">
                <a:xfrm>
                  <a:off x="4377" y="3521"/>
                  <a:ext cx="97" cy="56"/>
                </a:xfrm>
                <a:prstGeom prst="ellipse">
                  <a:avLst/>
                </a:prstGeom>
                <a:solidFill>
                  <a:srgbClr val="6699FF"/>
                </a:solidFill>
                <a:ln w="9525">
                  <a:solidFill>
                    <a:srgbClr val="0000FF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1pPr>
                  <a:lvl2pPr marL="742950" indent="-28575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2pPr>
                  <a:lvl3pPr marL="11430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3pPr>
                  <a:lvl4pPr marL="16002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4pPr>
                  <a:lvl5pPr marL="20574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9pPr>
                </a:lstStyle>
                <a:p>
                  <a:pPr eaLnBrk="1" hangingPunct="1"/>
                  <a:endParaRPr lang="ja-JP" altLang="en-US" sz="1600">
                    <a:latin typeface="Meiryo" charset="-128"/>
                    <a:ea typeface="Meiryo" charset="-128"/>
                    <a:cs typeface="Meiryo" charset="-128"/>
                  </a:endParaRPr>
                </a:p>
              </p:txBody>
            </p:sp>
            <p:cxnSp>
              <p:nvCxnSpPr>
                <p:cNvPr id="48406" name="AutoShape 78"/>
                <p:cNvCxnSpPr>
                  <a:cxnSpLocks noChangeShapeType="1"/>
                  <a:stCxn id="48405" idx="0"/>
                  <a:endCxn id="48397" idx="4"/>
                </p:cNvCxnSpPr>
                <p:nvPr/>
              </p:nvCxnSpPr>
              <p:spPr bwMode="auto">
                <a:xfrm flipV="1">
                  <a:off x="4426" y="3441"/>
                  <a:ext cx="136" cy="80"/>
                </a:xfrm>
                <a:prstGeom prst="straightConnector1">
                  <a:avLst/>
                </a:prstGeom>
                <a:noFill/>
                <a:ln w="9525">
                  <a:solidFill>
                    <a:srgbClr val="0000FF"/>
                  </a:solidFill>
                  <a:round/>
                  <a:headEnd/>
                  <a:tailEnd type="triangle" w="med" len="med"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  <p:sp>
              <p:nvSpPr>
                <p:cNvPr id="48407" name="Oval 79"/>
                <p:cNvSpPr>
                  <a:spLocks noChangeArrowheads="1"/>
                </p:cNvSpPr>
                <p:nvPr/>
              </p:nvSpPr>
              <p:spPr bwMode="auto">
                <a:xfrm>
                  <a:off x="4649" y="3521"/>
                  <a:ext cx="97" cy="56"/>
                </a:xfrm>
                <a:prstGeom prst="ellipse">
                  <a:avLst/>
                </a:prstGeom>
                <a:solidFill>
                  <a:srgbClr val="6699FF"/>
                </a:solidFill>
                <a:ln w="9525">
                  <a:solidFill>
                    <a:srgbClr val="0000FF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1pPr>
                  <a:lvl2pPr marL="742950" indent="-28575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2pPr>
                  <a:lvl3pPr marL="11430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3pPr>
                  <a:lvl4pPr marL="16002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4pPr>
                  <a:lvl5pPr marL="20574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9pPr>
                </a:lstStyle>
                <a:p>
                  <a:pPr eaLnBrk="1" hangingPunct="1"/>
                  <a:endParaRPr lang="ja-JP" altLang="en-US" sz="1600">
                    <a:latin typeface="Meiryo" charset="-128"/>
                    <a:ea typeface="Meiryo" charset="-128"/>
                    <a:cs typeface="Meiryo" charset="-128"/>
                  </a:endParaRPr>
                </a:p>
              </p:txBody>
            </p:sp>
            <p:cxnSp>
              <p:nvCxnSpPr>
                <p:cNvPr id="48408" name="AutoShape 80"/>
                <p:cNvCxnSpPr>
                  <a:cxnSpLocks noChangeShapeType="1"/>
                  <a:stCxn id="48407" idx="0"/>
                  <a:endCxn id="48397" idx="4"/>
                </p:cNvCxnSpPr>
                <p:nvPr/>
              </p:nvCxnSpPr>
              <p:spPr bwMode="auto">
                <a:xfrm flipH="1" flipV="1">
                  <a:off x="4562" y="3441"/>
                  <a:ext cx="136" cy="80"/>
                </a:xfrm>
                <a:prstGeom prst="straightConnector1">
                  <a:avLst/>
                </a:prstGeom>
                <a:noFill/>
                <a:ln w="9525">
                  <a:solidFill>
                    <a:srgbClr val="0000FF"/>
                  </a:solidFill>
                  <a:round/>
                  <a:headEnd/>
                  <a:tailEnd type="triangle" w="med" len="med"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</p:grpSp>
        </p:grpSp>
        <p:grpSp>
          <p:nvGrpSpPr>
            <p:cNvPr id="48352" name="Group 81"/>
            <p:cNvGrpSpPr>
              <a:grpSpLocks/>
            </p:cNvGrpSpPr>
            <p:nvPr/>
          </p:nvGrpSpPr>
          <p:grpSpPr bwMode="auto">
            <a:xfrm>
              <a:off x="2472" y="3974"/>
              <a:ext cx="182" cy="181"/>
              <a:chOff x="4232" y="3505"/>
              <a:chExt cx="221" cy="299"/>
            </a:xfrm>
          </p:grpSpPr>
          <p:sp>
            <p:nvSpPr>
              <p:cNvPr id="48374" name="Line 82"/>
              <p:cNvSpPr>
                <a:spLocks noChangeShapeType="1"/>
              </p:cNvSpPr>
              <p:nvPr/>
            </p:nvSpPr>
            <p:spPr bwMode="auto">
              <a:xfrm>
                <a:off x="4232" y="3533"/>
                <a:ext cx="145" cy="0"/>
              </a:xfrm>
              <a:prstGeom prst="line">
                <a:avLst/>
              </a:prstGeom>
              <a:noFill/>
              <a:ln w="22225">
                <a:solidFill>
                  <a:schemeClr val="tx1"/>
                </a:solidFill>
                <a:prstDash val="sysDot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ja-JP" altLang="en-US" sz="1600">
                  <a:latin typeface="Meiryo" charset="-128"/>
                  <a:ea typeface="Meiryo" charset="-128"/>
                  <a:cs typeface="Meiryo" charset="-128"/>
                </a:endParaRPr>
              </a:p>
            </p:txBody>
          </p:sp>
          <p:sp>
            <p:nvSpPr>
              <p:cNvPr id="48375" name="Oval 83"/>
              <p:cNvSpPr>
                <a:spLocks noChangeArrowheads="1"/>
              </p:cNvSpPr>
              <p:nvPr/>
            </p:nvSpPr>
            <p:spPr bwMode="auto">
              <a:xfrm>
                <a:off x="4377" y="3505"/>
                <a:ext cx="76" cy="56"/>
              </a:xfrm>
              <a:prstGeom prst="ellipse">
                <a:avLst/>
              </a:prstGeom>
              <a:solidFill>
                <a:schemeClr val="accent1"/>
              </a:solidFill>
              <a:ln w="19050">
                <a:solidFill>
                  <a:schemeClr val="accent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1pPr>
                <a:lvl2pPr marL="742950" indent="-28575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2pPr>
                <a:lvl3pPr marL="11430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3pPr>
                <a:lvl4pPr marL="16002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4pPr>
                <a:lvl5pPr marL="20574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9pPr>
              </a:lstStyle>
              <a:p>
                <a:pPr eaLnBrk="1" hangingPunct="1"/>
                <a:endParaRPr lang="ja-JP" altLang="en-US" sz="1600">
                  <a:latin typeface="Meiryo" charset="-128"/>
                  <a:ea typeface="Meiryo" charset="-128"/>
                  <a:cs typeface="Meiryo" charset="-128"/>
                </a:endParaRPr>
              </a:p>
            </p:txBody>
          </p:sp>
          <p:sp>
            <p:nvSpPr>
              <p:cNvPr id="48376" name="Line 84"/>
              <p:cNvSpPr>
                <a:spLocks noChangeShapeType="1"/>
              </p:cNvSpPr>
              <p:nvPr/>
            </p:nvSpPr>
            <p:spPr bwMode="auto">
              <a:xfrm>
                <a:off x="4232" y="3588"/>
                <a:ext cx="145" cy="0"/>
              </a:xfrm>
              <a:prstGeom prst="line">
                <a:avLst/>
              </a:prstGeom>
              <a:noFill/>
              <a:ln w="22225">
                <a:solidFill>
                  <a:schemeClr val="tx1"/>
                </a:solidFill>
                <a:prstDash val="sysDot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ja-JP" altLang="en-US" sz="1600">
                  <a:latin typeface="Meiryo" charset="-128"/>
                  <a:ea typeface="Meiryo" charset="-128"/>
                  <a:cs typeface="Meiryo" charset="-128"/>
                </a:endParaRPr>
              </a:p>
            </p:txBody>
          </p:sp>
          <p:sp>
            <p:nvSpPr>
              <p:cNvPr id="48377" name="Oval 85"/>
              <p:cNvSpPr>
                <a:spLocks noChangeArrowheads="1"/>
              </p:cNvSpPr>
              <p:nvPr/>
            </p:nvSpPr>
            <p:spPr bwMode="auto">
              <a:xfrm>
                <a:off x="4377" y="3561"/>
                <a:ext cx="76" cy="56"/>
              </a:xfrm>
              <a:prstGeom prst="ellipse">
                <a:avLst/>
              </a:prstGeom>
              <a:solidFill>
                <a:schemeClr val="accent1"/>
              </a:solidFill>
              <a:ln w="19050">
                <a:solidFill>
                  <a:schemeClr val="accent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1pPr>
                <a:lvl2pPr marL="742950" indent="-28575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2pPr>
                <a:lvl3pPr marL="11430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3pPr>
                <a:lvl4pPr marL="16002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4pPr>
                <a:lvl5pPr marL="20574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9pPr>
              </a:lstStyle>
              <a:p>
                <a:pPr eaLnBrk="1" hangingPunct="1"/>
                <a:endParaRPr lang="ja-JP" altLang="en-US" sz="1600">
                  <a:latin typeface="Meiryo" charset="-128"/>
                  <a:ea typeface="Meiryo" charset="-128"/>
                  <a:cs typeface="Meiryo" charset="-128"/>
                </a:endParaRPr>
              </a:p>
            </p:txBody>
          </p:sp>
          <p:sp>
            <p:nvSpPr>
              <p:cNvPr id="48378" name="Line 86"/>
              <p:cNvSpPr>
                <a:spLocks noChangeShapeType="1"/>
              </p:cNvSpPr>
              <p:nvPr/>
            </p:nvSpPr>
            <p:spPr bwMode="auto">
              <a:xfrm>
                <a:off x="4232" y="3651"/>
                <a:ext cx="145" cy="0"/>
              </a:xfrm>
              <a:prstGeom prst="line">
                <a:avLst/>
              </a:prstGeom>
              <a:noFill/>
              <a:ln w="22225">
                <a:solidFill>
                  <a:schemeClr val="tx1"/>
                </a:solidFill>
                <a:prstDash val="sysDot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ja-JP" altLang="en-US" sz="1600">
                  <a:latin typeface="Meiryo" charset="-128"/>
                  <a:ea typeface="Meiryo" charset="-128"/>
                  <a:cs typeface="Meiryo" charset="-128"/>
                </a:endParaRPr>
              </a:p>
            </p:txBody>
          </p:sp>
          <p:sp>
            <p:nvSpPr>
              <p:cNvPr id="48379" name="Oval 87"/>
              <p:cNvSpPr>
                <a:spLocks noChangeArrowheads="1"/>
              </p:cNvSpPr>
              <p:nvPr/>
            </p:nvSpPr>
            <p:spPr bwMode="auto">
              <a:xfrm>
                <a:off x="4377" y="3623"/>
                <a:ext cx="76" cy="56"/>
              </a:xfrm>
              <a:prstGeom prst="ellipse">
                <a:avLst/>
              </a:prstGeom>
              <a:solidFill>
                <a:schemeClr val="accent1"/>
              </a:solidFill>
              <a:ln w="19050">
                <a:solidFill>
                  <a:schemeClr val="accent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1pPr>
                <a:lvl2pPr marL="742950" indent="-28575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2pPr>
                <a:lvl3pPr marL="11430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3pPr>
                <a:lvl4pPr marL="16002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4pPr>
                <a:lvl5pPr marL="20574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9pPr>
              </a:lstStyle>
              <a:p>
                <a:pPr eaLnBrk="1" hangingPunct="1"/>
                <a:endParaRPr lang="ja-JP" altLang="en-US" sz="1600">
                  <a:latin typeface="Meiryo" charset="-128"/>
                  <a:ea typeface="Meiryo" charset="-128"/>
                  <a:cs typeface="Meiryo" charset="-128"/>
                </a:endParaRPr>
              </a:p>
            </p:txBody>
          </p:sp>
          <p:sp>
            <p:nvSpPr>
              <p:cNvPr id="48380" name="Line 88"/>
              <p:cNvSpPr>
                <a:spLocks noChangeShapeType="1"/>
              </p:cNvSpPr>
              <p:nvPr/>
            </p:nvSpPr>
            <p:spPr bwMode="auto">
              <a:xfrm>
                <a:off x="4232" y="3713"/>
                <a:ext cx="145" cy="0"/>
              </a:xfrm>
              <a:prstGeom prst="line">
                <a:avLst/>
              </a:prstGeom>
              <a:noFill/>
              <a:ln w="22225">
                <a:solidFill>
                  <a:schemeClr val="tx1"/>
                </a:solidFill>
                <a:prstDash val="sysDot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ja-JP" altLang="en-US" sz="1600">
                  <a:latin typeface="Meiryo" charset="-128"/>
                  <a:ea typeface="Meiryo" charset="-128"/>
                  <a:cs typeface="Meiryo" charset="-128"/>
                </a:endParaRPr>
              </a:p>
            </p:txBody>
          </p:sp>
          <p:sp>
            <p:nvSpPr>
              <p:cNvPr id="48381" name="Oval 89"/>
              <p:cNvSpPr>
                <a:spLocks noChangeArrowheads="1"/>
              </p:cNvSpPr>
              <p:nvPr/>
            </p:nvSpPr>
            <p:spPr bwMode="auto">
              <a:xfrm>
                <a:off x="4377" y="3686"/>
                <a:ext cx="76" cy="55"/>
              </a:xfrm>
              <a:prstGeom prst="ellipse">
                <a:avLst/>
              </a:prstGeom>
              <a:solidFill>
                <a:schemeClr val="accent1"/>
              </a:solidFill>
              <a:ln w="19050">
                <a:solidFill>
                  <a:schemeClr val="accent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1pPr>
                <a:lvl2pPr marL="742950" indent="-28575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2pPr>
                <a:lvl3pPr marL="11430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3pPr>
                <a:lvl4pPr marL="16002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4pPr>
                <a:lvl5pPr marL="20574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9pPr>
              </a:lstStyle>
              <a:p>
                <a:pPr eaLnBrk="1" hangingPunct="1"/>
                <a:endParaRPr lang="ja-JP" altLang="en-US" sz="1600">
                  <a:latin typeface="Meiryo" charset="-128"/>
                  <a:ea typeface="Meiryo" charset="-128"/>
                  <a:cs typeface="Meiryo" charset="-128"/>
                </a:endParaRPr>
              </a:p>
            </p:txBody>
          </p:sp>
          <p:sp>
            <p:nvSpPr>
              <p:cNvPr id="48382" name="Line 90"/>
              <p:cNvSpPr>
                <a:spLocks noChangeShapeType="1"/>
              </p:cNvSpPr>
              <p:nvPr/>
            </p:nvSpPr>
            <p:spPr bwMode="auto">
              <a:xfrm>
                <a:off x="4232" y="3775"/>
                <a:ext cx="145" cy="0"/>
              </a:xfrm>
              <a:prstGeom prst="line">
                <a:avLst/>
              </a:prstGeom>
              <a:noFill/>
              <a:ln w="22225">
                <a:solidFill>
                  <a:schemeClr val="tx1"/>
                </a:solidFill>
                <a:prstDash val="sysDot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ja-JP" altLang="en-US" sz="1600">
                  <a:latin typeface="Meiryo" charset="-128"/>
                  <a:ea typeface="Meiryo" charset="-128"/>
                  <a:cs typeface="Meiryo" charset="-128"/>
                </a:endParaRPr>
              </a:p>
            </p:txBody>
          </p:sp>
          <p:sp>
            <p:nvSpPr>
              <p:cNvPr id="48383" name="Oval 91"/>
              <p:cNvSpPr>
                <a:spLocks noChangeArrowheads="1"/>
              </p:cNvSpPr>
              <p:nvPr/>
            </p:nvSpPr>
            <p:spPr bwMode="auto">
              <a:xfrm>
                <a:off x="4377" y="3748"/>
                <a:ext cx="76" cy="56"/>
              </a:xfrm>
              <a:prstGeom prst="ellipse">
                <a:avLst/>
              </a:prstGeom>
              <a:solidFill>
                <a:schemeClr val="accent1"/>
              </a:solidFill>
              <a:ln w="19050">
                <a:solidFill>
                  <a:schemeClr val="accent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1pPr>
                <a:lvl2pPr marL="742950" indent="-28575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2pPr>
                <a:lvl3pPr marL="11430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3pPr>
                <a:lvl4pPr marL="16002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4pPr>
                <a:lvl5pPr marL="20574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9pPr>
              </a:lstStyle>
              <a:p>
                <a:pPr eaLnBrk="1" hangingPunct="1"/>
                <a:endParaRPr lang="ja-JP" altLang="en-US" sz="1600">
                  <a:latin typeface="Meiryo" charset="-128"/>
                  <a:ea typeface="Meiryo" charset="-128"/>
                  <a:cs typeface="Meiryo" charset="-128"/>
                </a:endParaRPr>
              </a:p>
            </p:txBody>
          </p:sp>
        </p:grpSp>
        <p:grpSp>
          <p:nvGrpSpPr>
            <p:cNvPr id="48353" name="Group 92"/>
            <p:cNvGrpSpPr>
              <a:grpSpLocks/>
            </p:cNvGrpSpPr>
            <p:nvPr/>
          </p:nvGrpSpPr>
          <p:grpSpPr bwMode="auto">
            <a:xfrm>
              <a:off x="3334" y="3974"/>
              <a:ext cx="182" cy="105"/>
              <a:chOff x="3352" y="3485"/>
              <a:chExt cx="221" cy="174"/>
            </a:xfrm>
          </p:grpSpPr>
          <p:sp>
            <p:nvSpPr>
              <p:cNvPr id="48368" name="Line 93"/>
              <p:cNvSpPr>
                <a:spLocks noChangeShapeType="1"/>
              </p:cNvSpPr>
              <p:nvPr/>
            </p:nvSpPr>
            <p:spPr bwMode="auto">
              <a:xfrm>
                <a:off x="3352" y="3513"/>
                <a:ext cx="145" cy="0"/>
              </a:xfrm>
              <a:prstGeom prst="line">
                <a:avLst/>
              </a:prstGeom>
              <a:noFill/>
              <a:ln w="22225">
                <a:solidFill>
                  <a:schemeClr val="tx1"/>
                </a:solidFill>
                <a:prstDash val="sysDot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ja-JP" altLang="en-US" sz="1600">
                  <a:latin typeface="Meiryo" charset="-128"/>
                  <a:ea typeface="Meiryo" charset="-128"/>
                  <a:cs typeface="Meiryo" charset="-128"/>
                </a:endParaRPr>
              </a:p>
            </p:txBody>
          </p:sp>
          <p:sp>
            <p:nvSpPr>
              <p:cNvPr id="48369" name="Oval 94"/>
              <p:cNvSpPr>
                <a:spLocks noChangeArrowheads="1"/>
              </p:cNvSpPr>
              <p:nvPr/>
            </p:nvSpPr>
            <p:spPr bwMode="auto">
              <a:xfrm>
                <a:off x="3497" y="3485"/>
                <a:ext cx="76" cy="56"/>
              </a:xfrm>
              <a:prstGeom prst="ellipse">
                <a:avLst/>
              </a:prstGeom>
              <a:solidFill>
                <a:schemeClr val="accent1"/>
              </a:solidFill>
              <a:ln w="19050">
                <a:solidFill>
                  <a:schemeClr val="accent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1pPr>
                <a:lvl2pPr marL="742950" indent="-28575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2pPr>
                <a:lvl3pPr marL="11430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3pPr>
                <a:lvl4pPr marL="16002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4pPr>
                <a:lvl5pPr marL="20574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9pPr>
              </a:lstStyle>
              <a:p>
                <a:pPr eaLnBrk="1" hangingPunct="1"/>
                <a:endParaRPr lang="ja-JP" altLang="en-US" sz="1600">
                  <a:latin typeface="Meiryo" charset="-128"/>
                  <a:ea typeface="Meiryo" charset="-128"/>
                  <a:cs typeface="Meiryo" charset="-128"/>
                </a:endParaRPr>
              </a:p>
            </p:txBody>
          </p:sp>
          <p:sp>
            <p:nvSpPr>
              <p:cNvPr id="48370" name="Line 95"/>
              <p:cNvSpPr>
                <a:spLocks noChangeShapeType="1"/>
              </p:cNvSpPr>
              <p:nvPr/>
            </p:nvSpPr>
            <p:spPr bwMode="auto">
              <a:xfrm>
                <a:off x="3352" y="3568"/>
                <a:ext cx="145" cy="0"/>
              </a:xfrm>
              <a:prstGeom prst="line">
                <a:avLst/>
              </a:prstGeom>
              <a:noFill/>
              <a:ln w="22225">
                <a:solidFill>
                  <a:schemeClr val="tx1"/>
                </a:solidFill>
                <a:prstDash val="sysDot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ja-JP" altLang="en-US" sz="1600">
                  <a:latin typeface="Meiryo" charset="-128"/>
                  <a:ea typeface="Meiryo" charset="-128"/>
                  <a:cs typeface="Meiryo" charset="-128"/>
                </a:endParaRPr>
              </a:p>
            </p:txBody>
          </p:sp>
          <p:sp>
            <p:nvSpPr>
              <p:cNvPr id="48371" name="Oval 96"/>
              <p:cNvSpPr>
                <a:spLocks noChangeArrowheads="1"/>
              </p:cNvSpPr>
              <p:nvPr/>
            </p:nvSpPr>
            <p:spPr bwMode="auto">
              <a:xfrm>
                <a:off x="3497" y="3541"/>
                <a:ext cx="76" cy="56"/>
              </a:xfrm>
              <a:prstGeom prst="ellipse">
                <a:avLst/>
              </a:prstGeom>
              <a:solidFill>
                <a:schemeClr val="accent1"/>
              </a:solidFill>
              <a:ln w="19050">
                <a:solidFill>
                  <a:schemeClr val="accent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1pPr>
                <a:lvl2pPr marL="742950" indent="-28575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2pPr>
                <a:lvl3pPr marL="11430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3pPr>
                <a:lvl4pPr marL="16002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4pPr>
                <a:lvl5pPr marL="20574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9pPr>
              </a:lstStyle>
              <a:p>
                <a:pPr eaLnBrk="1" hangingPunct="1"/>
                <a:endParaRPr lang="ja-JP" altLang="en-US" sz="1600">
                  <a:latin typeface="Meiryo" charset="-128"/>
                  <a:ea typeface="Meiryo" charset="-128"/>
                  <a:cs typeface="Meiryo" charset="-128"/>
                </a:endParaRPr>
              </a:p>
            </p:txBody>
          </p:sp>
          <p:sp>
            <p:nvSpPr>
              <p:cNvPr id="48372" name="Line 97"/>
              <p:cNvSpPr>
                <a:spLocks noChangeShapeType="1"/>
              </p:cNvSpPr>
              <p:nvPr/>
            </p:nvSpPr>
            <p:spPr bwMode="auto">
              <a:xfrm>
                <a:off x="3352" y="3631"/>
                <a:ext cx="145" cy="0"/>
              </a:xfrm>
              <a:prstGeom prst="line">
                <a:avLst/>
              </a:prstGeom>
              <a:noFill/>
              <a:ln w="22225">
                <a:solidFill>
                  <a:schemeClr val="tx1"/>
                </a:solidFill>
                <a:prstDash val="sysDot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ja-JP" altLang="en-US" sz="1600">
                  <a:latin typeface="Meiryo" charset="-128"/>
                  <a:ea typeface="Meiryo" charset="-128"/>
                  <a:cs typeface="Meiryo" charset="-128"/>
                </a:endParaRPr>
              </a:p>
            </p:txBody>
          </p:sp>
          <p:sp>
            <p:nvSpPr>
              <p:cNvPr id="48373" name="Oval 98"/>
              <p:cNvSpPr>
                <a:spLocks noChangeArrowheads="1"/>
              </p:cNvSpPr>
              <p:nvPr/>
            </p:nvSpPr>
            <p:spPr bwMode="auto">
              <a:xfrm>
                <a:off x="3497" y="3603"/>
                <a:ext cx="76" cy="56"/>
              </a:xfrm>
              <a:prstGeom prst="ellipse">
                <a:avLst/>
              </a:prstGeom>
              <a:solidFill>
                <a:schemeClr val="accent1"/>
              </a:solidFill>
              <a:ln w="19050">
                <a:solidFill>
                  <a:schemeClr val="accent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1pPr>
                <a:lvl2pPr marL="742950" indent="-28575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2pPr>
                <a:lvl3pPr marL="11430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3pPr>
                <a:lvl4pPr marL="16002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4pPr>
                <a:lvl5pPr marL="20574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9pPr>
              </a:lstStyle>
              <a:p>
                <a:pPr eaLnBrk="1" hangingPunct="1"/>
                <a:endParaRPr lang="ja-JP" altLang="en-US" sz="1600">
                  <a:latin typeface="Meiryo" charset="-128"/>
                  <a:ea typeface="Meiryo" charset="-128"/>
                  <a:cs typeface="Meiryo" charset="-128"/>
                </a:endParaRPr>
              </a:p>
            </p:txBody>
          </p:sp>
        </p:grpSp>
        <p:grpSp>
          <p:nvGrpSpPr>
            <p:cNvPr id="48354" name="Group 99"/>
            <p:cNvGrpSpPr>
              <a:grpSpLocks/>
            </p:cNvGrpSpPr>
            <p:nvPr/>
          </p:nvGrpSpPr>
          <p:grpSpPr bwMode="auto">
            <a:xfrm>
              <a:off x="2880" y="3793"/>
              <a:ext cx="182" cy="105"/>
              <a:chOff x="3352" y="3485"/>
              <a:chExt cx="221" cy="174"/>
            </a:xfrm>
          </p:grpSpPr>
          <p:sp>
            <p:nvSpPr>
              <p:cNvPr id="48362" name="Line 100"/>
              <p:cNvSpPr>
                <a:spLocks noChangeShapeType="1"/>
              </p:cNvSpPr>
              <p:nvPr/>
            </p:nvSpPr>
            <p:spPr bwMode="auto">
              <a:xfrm>
                <a:off x="3352" y="3513"/>
                <a:ext cx="145" cy="0"/>
              </a:xfrm>
              <a:prstGeom prst="line">
                <a:avLst/>
              </a:prstGeom>
              <a:noFill/>
              <a:ln w="22225">
                <a:solidFill>
                  <a:schemeClr val="tx1"/>
                </a:solidFill>
                <a:prstDash val="sysDot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ja-JP" altLang="en-US" sz="1600">
                  <a:latin typeface="Meiryo" charset="-128"/>
                  <a:ea typeface="Meiryo" charset="-128"/>
                  <a:cs typeface="Meiryo" charset="-128"/>
                </a:endParaRPr>
              </a:p>
            </p:txBody>
          </p:sp>
          <p:sp>
            <p:nvSpPr>
              <p:cNvPr id="48363" name="Oval 101"/>
              <p:cNvSpPr>
                <a:spLocks noChangeArrowheads="1"/>
              </p:cNvSpPr>
              <p:nvPr/>
            </p:nvSpPr>
            <p:spPr bwMode="auto">
              <a:xfrm>
                <a:off x="3497" y="3485"/>
                <a:ext cx="76" cy="56"/>
              </a:xfrm>
              <a:prstGeom prst="ellipse">
                <a:avLst/>
              </a:prstGeom>
              <a:solidFill>
                <a:schemeClr val="accent1"/>
              </a:solidFill>
              <a:ln w="19050">
                <a:solidFill>
                  <a:schemeClr val="accent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1pPr>
                <a:lvl2pPr marL="742950" indent="-28575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2pPr>
                <a:lvl3pPr marL="11430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3pPr>
                <a:lvl4pPr marL="16002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4pPr>
                <a:lvl5pPr marL="20574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9pPr>
              </a:lstStyle>
              <a:p>
                <a:pPr eaLnBrk="1" hangingPunct="1"/>
                <a:endParaRPr lang="ja-JP" altLang="en-US" sz="1600">
                  <a:latin typeface="Meiryo" charset="-128"/>
                  <a:ea typeface="Meiryo" charset="-128"/>
                  <a:cs typeface="Meiryo" charset="-128"/>
                </a:endParaRPr>
              </a:p>
            </p:txBody>
          </p:sp>
          <p:sp>
            <p:nvSpPr>
              <p:cNvPr id="48364" name="Line 102"/>
              <p:cNvSpPr>
                <a:spLocks noChangeShapeType="1"/>
              </p:cNvSpPr>
              <p:nvPr/>
            </p:nvSpPr>
            <p:spPr bwMode="auto">
              <a:xfrm>
                <a:off x="3352" y="3568"/>
                <a:ext cx="145" cy="0"/>
              </a:xfrm>
              <a:prstGeom prst="line">
                <a:avLst/>
              </a:prstGeom>
              <a:noFill/>
              <a:ln w="22225">
                <a:solidFill>
                  <a:schemeClr val="tx1"/>
                </a:solidFill>
                <a:prstDash val="sysDot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ja-JP" altLang="en-US" sz="1600">
                  <a:latin typeface="Meiryo" charset="-128"/>
                  <a:ea typeface="Meiryo" charset="-128"/>
                  <a:cs typeface="Meiryo" charset="-128"/>
                </a:endParaRPr>
              </a:p>
            </p:txBody>
          </p:sp>
          <p:sp>
            <p:nvSpPr>
              <p:cNvPr id="48365" name="Oval 103"/>
              <p:cNvSpPr>
                <a:spLocks noChangeArrowheads="1"/>
              </p:cNvSpPr>
              <p:nvPr/>
            </p:nvSpPr>
            <p:spPr bwMode="auto">
              <a:xfrm>
                <a:off x="3497" y="3541"/>
                <a:ext cx="76" cy="56"/>
              </a:xfrm>
              <a:prstGeom prst="ellipse">
                <a:avLst/>
              </a:prstGeom>
              <a:solidFill>
                <a:schemeClr val="accent1"/>
              </a:solidFill>
              <a:ln w="19050">
                <a:solidFill>
                  <a:schemeClr val="accent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1pPr>
                <a:lvl2pPr marL="742950" indent="-28575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2pPr>
                <a:lvl3pPr marL="11430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3pPr>
                <a:lvl4pPr marL="16002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4pPr>
                <a:lvl5pPr marL="20574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9pPr>
              </a:lstStyle>
              <a:p>
                <a:pPr eaLnBrk="1" hangingPunct="1"/>
                <a:endParaRPr lang="ja-JP" altLang="en-US" sz="1600">
                  <a:latin typeface="Meiryo" charset="-128"/>
                  <a:ea typeface="Meiryo" charset="-128"/>
                  <a:cs typeface="Meiryo" charset="-128"/>
                </a:endParaRPr>
              </a:p>
            </p:txBody>
          </p:sp>
          <p:sp>
            <p:nvSpPr>
              <p:cNvPr id="48366" name="Line 104"/>
              <p:cNvSpPr>
                <a:spLocks noChangeShapeType="1"/>
              </p:cNvSpPr>
              <p:nvPr/>
            </p:nvSpPr>
            <p:spPr bwMode="auto">
              <a:xfrm>
                <a:off x="3352" y="3631"/>
                <a:ext cx="145" cy="0"/>
              </a:xfrm>
              <a:prstGeom prst="line">
                <a:avLst/>
              </a:prstGeom>
              <a:noFill/>
              <a:ln w="22225">
                <a:solidFill>
                  <a:schemeClr val="tx1"/>
                </a:solidFill>
                <a:prstDash val="sysDot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ja-JP" altLang="en-US" sz="1600">
                  <a:latin typeface="Meiryo" charset="-128"/>
                  <a:ea typeface="Meiryo" charset="-128"/>
                  <a:cs typeface="Meiryo" charset="-128"/>
                </a:endParaRPr>
              </a:p>
            </p:txBody>
          </p:sp>
          <p:sp>
            <p:nvSpPr>
              <p:cNvPr id="48367" name="Oval 105"/>
              <p:cNvSpPr>
                <a:spLocks noChangeArrowheads="1"/>
              </p:cNvSpPr>
              <p:nvPr/>
            </p:nvSpPr>
            <p:spPr bwMode="auto">
              <a:xfrm>
                <a:off x="3497" y="3603"/>
                <a:ext cx="76" cy="56"/>
              </a:xfrm>
              <a:prstGeom prst="ellipse">
                <a:avLst/>
              </a:prstGeom>
              <a:solidFill>
                <a:schemeClr val="accent1"/>
              </a:solidFill>
              <a:ln w="19050">
                <a:solidFill>
                  <a:schemeClr val="accent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1pPr>
                <a:lvl2pPr marL="742950" indent="-28575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2pPr>
                <a:lvl3pPr marL="11430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3pPr>
                <a:lvl4pPr marL="16002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4pPr>
                <a:lvl5pPr marL="20574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9pPr>
              </a:lstStyle>
              <a:p>
                <a:pPr eaLnBrk="1" hangingPunct="1"/>
                <a:endParaRPr lang="ja-JP" altLang="en-US" sz="1600">
                  <a:latin typeface="Meiryo" charset="-128"/>
                  <a:ea typeface="Meiryo" charset="-128"/>
                  <a:cs typeface="Meiryo" charset="-128"/>
                </a:endParaRPr>
              </a:p>
            </p:txBody>
          </p:sp>
        </p:grpSp>
        <p:grpSp>
          <p:nvGrpSpPr>
            <p:cNvPr id="48355" name="Group 106"/>
            <p:cNvGrpSpPr>
              <a:grpSpLocks/>
            </p:cNvGrpSpPr>
            <p:nvPr/>
          </p:nvGrpSpPr>
          <p:grpSpPr bwMode="auto">
            <a:xfrm>
              <a:off x="3198" y="4156"/>
              <a:ext cx="182" cy="105"/>
              <a:chOff x="3352" y="3485"/>
              <a:chExt cx="221" cy="174"/>
            </a:xfrm>
          </p:grpSpPr>
          <p:sp>
            <p:nvSpPr>
              <p:cNvPr id="48356" name="Line 107"/>
              <p:cNvSpPr>
                <a:spLocks noChangeShapeType="1"/>
              </p:cNvSpPr>
              <p:nvPr/>
            </p:nvSpPr>
            <p:spPr bwMode="auto">
              <a:xfrm>
                <a:off x="3352" y="3513"/>
                <a:ext cx="145" cy="0"/>
              </a:xfrm>
              <a:prstGeom prst="line">
                <a:avLst/>
              </a:prstGeom>
              <a:noFill/>
              <a:ln w="22225">
                <a:solidFill>
                  <a:schemeClr val="tx1"/>
                </a:solidFill>
                <a:prstDash val="sysDot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ja-JP" altLang="en-US" sz="1600">
                  <a:latin typeface="Meiryo" charset="-128"/>
                  <a:ea typeface="Meiryo" charset="-128"/>
                  <a:cs typeface="Meiryo" charset="-128"/>
                </a:endParaRPr>
              </a:p>
            </p:txBody>
          </p:sp>
          <p:sp>
            <p:nvSpPr>
              <p:cNvPr id="48357" name="Oval 108"/>
              <p:cNvSpPr>
                <a:spLocks noChangeArrowheads="1"/>
              </p:cNvSpPr>
              <p:nvPr/>
            </p:nvSpPr>
            <p:spPr bwMode="auto">
              <a:xfrm>
                <a:off x="3497" y="3485"/>
                <a:ext cx="76" cy="56"/>
              </a:xfrm>
              <a:prstGeom prst="ellipse">
                <a:avLst/>
              </a:prstGeom>
              <a:solidFill>
                <a:schemeClr val="accent1"/>
              </a:solidFill>
              <a:ln w="19050">
                <a:solidFill>
                  <a:schemeClr val="accent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1pPr>
                <a:lvl2pPr marL="742950" indent="-28575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2pPr>
                <a:lvl3pPr marL="11430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3pPr>
                <a:lvl4pPr marL="16002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4pPr>
                <a:lvl5pPr marL="20574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9pPr>
              </a:lstStyle>
              <a:p>
                <a:pPr eaLnBrk="1" hangingPunct="1"/>
                <a:endParaRPr lang="ja-JP" altLang="en-US" sz="1600">
                  <a:latin typeface="Meiryo" charset="-128"/>
                  <a:ea typeface="Meiryo" charset="-128"/>
                  <a:cs typeface="Meiryo" charset="-128"/>
                </a:endParaRPr>
              </a:p>
            </p:txBody>
          </p:sp>
          <p:sp>
            <p:nvSpPr>
              <p:cNvPr id="48358" name="Line 109"/>
              <p:cNvSpPr>
                <a:spLocks noChangeShapeType="1"/>
              </p:cNvSpPr>
              <p:nvPr/>
            </p:nvSpPr>
            <p:spPr bwMode="auto">
              <a:xfrm>
                <a:off x="3352" y="3568"/>
                <a:ext cx="145" cy="0"/>
              </a:xfrm>
              <a:prstGeom prst="line">
                <a:avLst/>
              </a:prstGeom>
              <a:noFill/>
              <a:ln w="22225">
                <a:solidFill>
                  <a:schemeClr val="tx1"/>
                </a:solidFill>
                <a:prstDash val="sysDot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ja-JP" altLang="en-US" sz="1600">
                  <a:latin typeface="Meiryo" charset="-128"/>
                  <a:ea typeface="Meiryo" charset="-128"/>
                  <a:cs typeface="Meiryo" charset="-128"/>
                </a:endParaRPr>
              </a:p>
            </p:txBody>
          </p:sp>
          <p:sp>
            <p:nvSpPr>
              <p:cNvPr id="48359" name="Oval 110"/>
              <p:cNvSpPr>
                <a:spLocks noChangeArrowheads="1"/>
              </p:cNvSpPr>
              <p:nvPr/>
            </p:nvSpPr>
            <p:spPr bwMode="auto">
              <a:xfrm>
                <a:off x="3497" y="3541"/>
                <a:ext cx="76" cy="56"/>
              </a:xfrm>
              <a:prstGeom prst="ellipse">
                <a:avLst/>
              </a:prstGeom>
              <a:solidFill>
                <a:schemeClr val="accent1"/>
              </a:solidFill>
              <a:ln w="19050">
                <a:solidFill>
                  <a:schemeClr val="accent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1pPr>
                <a:lvl2pPr marL="742950" indent="-28575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2pPr>
                <a:lvl3pPr marL="11430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3pPr>
                <a:lvl4pPr marL="16002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4pPr>
                <a:lvl5pPr marL="20574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9pPr>
              </a:lstStyle>
              <a:p>
                <a:pPr eaLnBrk="1" hangingPunct="1"/>
                <a:endParaRPr lang="ja-JP" altLang="en-US" sz="1600">
                  <a:latin typeface="Meiryo" charset="-128"/>
                  <a:ea typeface="Meiryo" charset="-128"/>
                  <a:cs typeface="Meiryo" charset="-128"/>
                </a:endParaRPr>
              </a:p>
            </p:txBody>
          </p:sp>
          <p:sp>
            <p:nvSpPr>
              <p:cNvPr id="48360" name="Line 111"/>
              <p:cNvSpPr>
                <a:spLocks noChangeShapeType="1"/>
              </p:cNvSpPr>
              <p:nvPr/>
            </p:nvSpPr>
            <p:spPr bwMode="auto">
              <a:xfrm>
                <a:off x="3352" y="3631"/>
                <a:ext cx="145" cy="0"/>
              </a:xfrm>
              <a:prstGeom prst="line">
                <a:avLst/>
              </a:prstGeom>
              <a:noFill/>
              <a:ln w="22225">
                <a:solidFill>
                  <a:schemeClr val="tx1"/>
                </a:solidFill>
                <a:prstDash val="sysDot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ja-JP" altLang="en-US" sz="1600">
                  <a:latin typeface="Meiryo" charset="-128"/>
                  <a:ea typeface="Meiryo" charset="-128"/>
                  <a:cs typeface="Meiryo" charset="-128"/>
                </a:endParaRPr>
              </a:p>
            </p:txBody>
          </p:sp>
          <p:sp>
            <p:nvSpPr>
              <p:cNvPr id="48361" name="Oval 112"/>
              <p:cNvSpPr>
                <a:spLocks noChangeArrowheads="1"/>
              </p:cNvSpPr>
              <p:nvPr/>
            </p:nvSpPr>
            <p:spPr bwMode="auto">
              <a:xfrm>
                <a:off x="3497" y="3603"/>
                <a:ext cx="76" cy="56"/>
              </a:xfrm>
              <a:prstGeom prst="ellipse">
                <a:avLst/>
              </a:prstGeom>
              <a:solidFill>
                <a:schemeClr val="accent1"/>
              </a:solidFill>
              <a:ln w="19050">
                <a:solidFill>
                  <a:schemeClr val="accent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1pPr>
                <a:lvl2pPr marL="742950" indent="-28575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2pPr>
                <a:lvl3pPr marL="11430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3pPr>
                <a:lvl4pPr marL="16002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4pPr>
                <a:lvl5pPr marL="20574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9pPr>
              </a:lstStyle>
              <a:p>
                <a:pPr eaLnBrk="1" hangingPunct="1"/>
                <a:endParaRPr lang="ja-JP" altLang="en-US" sz="1600">
                  <a:latin typeface="Meiryo" charset="-128"/>
                  <a:ea typeface="Meiryo" charset="-128"/>
                  <a:cs typeface="Meiryo" charset="-128"/>
                </a:endParaRPr>
              </a:p>
            </p:txBody>
          </p:sp>
        </p:grpSp>
      </p:grpSp>
      <p:sp>
        <p:nvSpPr>
          <p:cNvPr id="48143" name="Text Box 113"/>
          <p:cNvSpPr txBox="1">
            <a:spLocks noChangeArrowheads="1"/>
          </p:cNvSpPr>
          <p:nvPr/>
        </p:nvSpPr>
        <p:spPr bwMode="auto">
          <a:xfrm>
            <a:off x="5753792" y="5975240"/>
            <a:ext cx="2262187" cy="2616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42900" indent="-3429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>
              <a:spcBef>
                <a:spcPct val="20000"/>
              </a:spcBef>
            </a:pPr>
            <a:r>
              <a:rPr lang="ja-JP" altLang="en-US" sz="1100" b="1">
                <a:latin typeface="Meiryo" charset="-128"/>
                <a:ea typeface="Meiryo" charset="-128"/>
                <a:cs typeface="Meiryo" charset="-128"/>
              </a:rPr>
              <a:t>領域オントロジー</a:t>
            </a:r>
            <a:r>
              <a:rPr lang="en-US" altLang="ja-JP" sz="1100" b="1">
                <a:latin typeface="Meiryo" charset="-128"/>
                <a:ea typeface="Meiryo" charset="-128"/>
                <a:cs typeface="Meiryo" charset="-128"/>
              </a:rPr>
              <a:t>(OWL</a:t>
            </a:r>
            <a:r>
              <a:rPr lang="ja-JP" altLang="en-US" sz="1100" b="1">
                <a:latin typeface="Meiryo" charset="-128"/>
                <a:ea typeface="Meiryo" charset="-128"/>
                <a:cs typeface="Meiryo" charset="-128"/>
              </a:rPr>
              <a:t>形式</a:t>
            </a:r>
            <a:r>
              <a:rPr lang="en-US" altLang="ja-JP" sz="1100" b="1">
                <a:latin typeface="Meiryo" charset="-128"/>
                <a:ea typeface="Meiryo" charset="-128"/>
                <a:cs typeface="Meiryo" charset="-128"/>
              </a:rPr>
              <a:t>)</a:t>
            </a:r>
          </a:p>
        </p:txBody>
      </p:sp>
      <p:sp>
        <p:nvSpPr>
          <p:cNvPr id="48144" name="Text Box 114"/>
          <p:cNvSpPr txBox="1">
            <a:spLocks noChangeArrowheads="1"/>
          </p:cNvSpPr>
          <p:nvPr/>
        </p:nvSpPr>
        <p:spPr bwMode="auto">
          <a:xfrm>
            <a:off x="5788445" y="5004563"/>
            <a:ext cx="2001837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ja-JP" altLang="en-US" sz="1400" b="1">
                <a:latin typeface="Meiryo" charset="-128"/>
                <a:ea typeface="Meiryo" charset="-128"/>
                <a:cs typeface="Meiryo" charset="-128"/>
              </a:rPr>
              <a:t>変換モジュール</a:t>
            </a:r>
          </a:p>
        </p:txBody>
      </p:sp>
      <p:sp>
        <p:nvSpPr>
          <p:cNvPr id="48145" name="Text Box 115"/>
          <p:cNvSpPr txBox="1">
            <a:spLocks noChangeArrowheads="1"/>
          </p:cNvSpPr>
          <p:nvPr/>
        </p:nvSpPr>
        <p:spPr bwMode="auto">
          <a:xfrm>
            <a:off x="5125327" y="5136096"/>
            <a:ext cx="748923" cy="2616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587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ja-JP" altLang="en-US" sz="1100" b="1">
                <a:latin typeface="Meiryo" charset="-128"/>
                <a:ea typeface="Meiryo" charset="-128"/>
                <a:cs typeface="Meiryo" charset="-128"/>
              </a:rPr>
              <a:t>概念階層</a:t>
            </a:r>
          </a:p>
        </p:txBody>
      </p:sp>
      <p:sp>
        <p:nvSpPr>
          <p:cNvPr id="48146" name="AutoShape 116"/>
          <p:cNvSpPr>
            <a:spLocks noChangeArrowheads="1"/>
          </p:cNvSpPr>
          <p:nvPr/>
        </p:nvSpPr>
        <p:spPr bwMode="auto">
          <a:xfrm>
            <a:off x="3652365" y="1796812"/>
            <a:ext cx="671513" cy="314325"/>
          </a:xfrm>
          <a:prstGeom prst="can">
            <a:avLst>
              <a:gd name="adj" fmla="val 25000"/>
            </a:avLst>
          </a:prstGeom>
          <a:noFill/>
          <a:ln w="222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en-US" altLang="ja-JP" sz="800">
                <a:latin typeface="Meiryo" charset="-128"/>
                <a:ea typeface="Meiryo" charset="-128"/>
                <a:cs typeface="Meiryo" charset="-128"/>
              </a:rPr>
              <a:t>EDR</a:t>
            </a:r>
            <a:endParaRPr lang="en-US" altLang="ja-JP" sz="800" dirty="0">
              <a:latin typeface="Meiryo" charset="-128"/>
              <a:ea typeface="Meiryo" charset="-128"/>
              <a:cs typeface="Meiryo" charset="-128"/>
            </a:endParaRPr>
          </a:p>
        </p:txBody>
      </p:sp>
      <p:sp>
        <p:nvSpPr>
          <p:cNvPr id="48147" name="AutoShape 117"/>
          <p:cNvSpPr>
            <a:spLocks noChangeArrowheads="1"/>
          </p:cNvSpPr>
          <p:nvPr/>
        </p:nvSpPr>
        <p:spPr bwMode="auto">
          <a:xfrm>
            <a:off x="3659989" y="1427423"/>
            <a:ext cx="671513" cy="320635"/>
          </a:xfrm>
          <a:prstGeom prst="can">
            <a:avLst>
              <a:gd name="adj" fmla="val 25000"/>
            </a:avLst>
          </a:prstGeom>
          <a:noFill/>
          <a:ln w="222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en-US" altLang="ja-JP" sz="800" dirty="0">
                <a:latin typeface="Meiryo" charset="-128"/>
                <a:ea typeface="Meiryo" charset="-128"/>
                <a:cs typeface="Meiryo" charset="-128"/>
              </a:rPr>
              <a:t>WordNet</a:t>
            </a:r>
          </a:p>
        </p:txBody>
      </p:sp>
      <p:sp>
        <p:nvSpPr>
          <p:cNvPr id="48148" name="AutoShape 120"/>
          <p:cNvSpPr>
            <a:spLocks noChangeArrowheads="1"/>
          </p:cNvSpPr>
          <p:nvPr/>
        </p:nvSpPr>
        <p:spPr bwMode="auto">
          <a:xfrm>
            <a:off x="7283869" y="2128012"/>
            <a:ext cx="1077912" cy="279400"/>
          </a:xfrm>
          <a:prstGeom prst="roundRect">
            <a:avLst>
              <a:gd name="adj" fmla="val 16667"/>
            </a:avLst>
          </a:prstGeom>
          <a:noFill/>
          <a:ln w="222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ja-JP" altLang="en-US" sz="1200" b="1" dirty="0">
                <a:latin typeface="Meiryo" charset="-128"/>
                <a:ea typeface="Meiryo" charset="-128"/>
                <a:cs typeface="Meiryo" charset="-128"/>
              </a:rPr>
              <a:t>関係構築</a:t>
            </a:r>
          </a:p>
        </p:txBody>
      </p:sp>
      <p:sp>
        <p:nvSpPr>
          <p:cNvPr id="48149" name="Text Box 121"/>
          <p:cNvSpPr txBox="1">
            <a:spLocks noChangeArrowheads="1"/>
          </p:cNvSpPr>
          <p:nvPr/>
        </p:nvSpPr>
        <p:spPr bwMode="auto">
          <a:xfrm>
            <a:off x="5376173" y="1835583"/>
            <a:ext cx="2515730" cy="30995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000" tIns="46800" rIns="90000" bIns="46800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ja-JP" altLang="en-US" sz="1400" b="1">
                <a:latin typeface="Meiryo" charset="-128"/>
                <a:ea typeface="Meiryo" charset="-128"/>
                <a:cs typeface="Meiryo" charset="-128"/>
              </a:rPr>
              <a:t>オントロジー構築モジュール</a:t>
            </a:r>
          </a:p>
        </p:txBody>
      </p:sp>
      <p:sp>
        <p:nvSpPr>
          <p:cNvPr id="48150" name="Text Box 122"/>
          <p:cNvSpPr txBox="1">
            <a:spLocks noChangeArrowheads="1"/>
          </p:cNvSpPr>
          <p:nvPr/>
        </p:nvSpPr>
        <p:spPr bwMode="auto">
          <a:xfrm>
            <a:off x="7443713" y="2759837"/>
            <a:ext cx="889987" cy="2616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587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ja-JP" altLang="en-US" sz="1100" b="1">
                <a:latin typeface="Meiryo" charset="-128"/>
                <a:ea typeface="Meiryo" charset="-128"/>
                <a:cs typeface="Meiryo" charset="-128"/>
              </a:rPr>
              <a:t>概念対集合</a:t>
            </a:r>
          </a:p>
        </p:txBody>
      </p:sp>
      <p:grpSp>
        <p:nvGrpSpPr>
          <p:cNvPr id="48151" name="Group 123"/>
          <p:cNvGrpSpPr>
            <a:grpSpLocks/>
          </p:cNvGrpSpPr>
          <p:nvPr/>
        </p:nvGrpSpPr>
        <p:grpSpPr bwMode="auto">
          <a:xfrm>
            <a:off x="6228182" y="2067688"/>
            <a:ext cx="688975" cy="357187"/>
            <a:chOff x="2517" y="799"/>
            <a:chExt cx="749" cy="363"/>
          </a:xfrm>
        </p:grpSpPr>
        <p:sp>
          <p:nvSpPr>
            <p:cNvPr id="48341" name="Oval 124"/>
            <p:cNvSpPr>
              <a:spLocks noChangeArrowheads="1"/>
            </p:cNvSpPr>
            <p:nvPr/>
          </p:nvSpPr>
          <p:spPr bwMode="auto">
            <a:xfrm>
              <a:off x="2517" y="799"/>
              <a:ext cx="749" cy="363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lIns="90000" tIns="46800" rIns="90000" bIns="46800" anchor="ctr"/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endParaRPr lang="ja-JP" altLang="en-US" sz="1600">
                <a:latin typeface="Meiryo" charset="-128"/>
                <a:ea typeface="Meiryo" charset="-128"/>
                <a:cs typeface="Meiryo" charset="-128"/>
              </a:endParaRPr>
            </a:p>
          </p:txBody>
        </p:sp>
        <p:grpSp>
          <p:nvGrpSpPr>
            <p:cNvPr id="48342" name="Group 125"/>
            <p:cNvGrpSpPr>
              <a:grpSpLocks/>
            </p:cNvGrpSpPr>
            <p:nvPr/>
          </p:nvGrpSpPr>
          <p:grpSpPr bwMode="auto">
            <a:xfrm>
              <a:off x="2608" y="855"/>
              <a:ext cx="546" cy="262"/>
              <a:chOff x="2562" y="845"/>
              <a:chExt cx="596" cy="306"/>
            </a:xfrm>
          </p:grpSpPr>
          <p:sp>
            <p:nvSpPr>
              <p:cNvPr id="48343" name="Oval 126"/>
              <p:cNvSpPr>
                <a:spLocks noChangeArrowheads="1"/>
              </p:cNvSpPr>
              <p:nvPr/>
            </p:nvSpPr>
            <p:spPr bwMode="auto">
              <a:xfrm>
                <a:off x="2783" y="890"/>
                <a:ext cx="97" cy="56"/>
              </a:xfrm>
              <a:prstGeom prst="ellipse">
                <a:avLst/>
              </a:prstGeom>
              <a:solidFill>
                <a:srgbClr val="6699FF"/>
              </a:solidFill>
              <a:ln w="9525">
                <a:solidFill>
                  <a:schemeClr val="accent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1pPr>
                <a:lvl2pPr marL="742950" indent="-28575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2pPr>
                <a:lvl3pPr marL="11430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3pPr>
                <a:lvl4pPr marL="16002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4pPr>
                <a:lvl5pPr marL="20574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9pPr>
              </a:lstStyle>
              <a:p>
                <a:pPr eaLnBrk="1" hangingPunct="1"/>
                <a:endParaRPr lang="ja-JP" altLang="en-US" sz="1600">
                  <a:latin typeface="Meiryo" charset="-128"/>
                  <a:ea typeface="Meiryo" charset="-128"/>
                  <a:cs typeface="Meiryo" charset="-128"/>
                </a:endParaRPr>
              </a:p>
            </p:txBody>
          </p:sp>
          <p:sp>
            <p:nvSpPr>
              <p:cNvPr id="48344" name="Oval 127"/>
              <p:cNvSpPr>
                <a:spLocks noChangeArrowheads="1"/>
              </p:cNvSpPr>
              <p:nvPr/>
            </p:nvSpPr>
            <p:spPr bwMode="auto">
              <a:xfrm>
                <a:off x="2880" y="981"/>
                <a:ext cx="97" cy="56"/>
              </a:xfrm>
              <a:prstGeom prst="ellipse">
                <a:avLst/>
              </a:prstGeom>
              <a:solidFill>
                <a:srgbClr val="6699FF"/>
              </a:solidFill>
              <a:ln w="9525">
                <a:solidFill>
                  <a:schemeClr val="accent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1pPr>
                <a:lvl2pPr marL="742950" indent="-28575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2pPr>
                <a:lvl3pPr marL="11430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3pPr>
                <a:lvl4pPr marL="16002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4pPr>
                <a:lvl5pPr marL="20574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9pPr>
              </a:lstStyle>
              <a:p>
                <a:pPr eaLnBrk="1" hangingPunct="1"/>
                <a:endParaRPr lang="ja-JP" altLang="en-US" sz="1600">
                  <a:latin typeface="Meiryo" charset="-128"/>
                  <a:ea typeface="Meiryo" charset="-128"/>
                  <a:cs typeface="Meiryo" charset="-128"/>
                </a:endParaRPr>
              </a:p>
            </p:txBody>
          </p:sp>
          <p:sp>
            <p:nvSpPr>
              <p:cNvPr id="48345" name="Oval 128"/>
              <p:cNvSpPr>
                <a:spLocks noChangeArrowheads="1"/>
              </p:cNvSpPr>
              <p:nvPr/>
            </p:nvSpPr>
            <p:spPr bwMode="auto">
              <a:xfrm>
                <a:off x="2919" y="845"/>
                <a:ext cx="97" cy="56"/>
              </a:xfrm>
              <a:prstGeom prst="ellipse">
                <a:avLst/>
              </a:prstGeom>
              <a:solidFill>
                <a:srgbClr val="6699FF"/>
              </a:solidFill>
              <a:ln w="9525">
                <a:solidFill>
                  <a:schemeClr val="accent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1pPr>
                <a:lvl2pPr marL="742950" indent="-28575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2pPr>
                <a:lvl3pPr marL="11430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3pPr>
                <a:lvl4pPr marL="16002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4pPr>
                <a:lvl5pPr marL="20574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9pPr>
              </a:lstStyle>
              <a:p>
                <a:pPr eaLnBrk="1" hangingPunct="1"/>
                <a:endParaRPr lang="ja-JP" altLang="en-US" sz="1600">
                  <a:latin typeface="Meiryo" charset="-128"/>
                  <a:ea typeface="Meiryo" charset="-128"/>
                  <a:cs typeface="Meiryo" charset="-128"/>
                </a:endParaRPr>
              </a:p>
            </p:txBody>
          </p:sp>
          <p:sp>
            <p:nvSpPr>
              <p:cNvPr id="48346" name="Oval 129"/>
              <p:cNvSpPr>
                <a:spLocks noChangeArrowheads="1"/>
              </p:cNvSpPr>
              <p:nvPr/>
            </p:nvSpPr>
            <p:spPr bwMode="auto">
              <a:xfrm>
                <a:off x="3055" y="925"/>
                <a:ext cx="97" cy="56"/>
              </a:xfrm>
              <a:prstGeom prst="ellipse">
                <a:avLst/>
              </a:prstGeom>
              <a:solidFill>
                <a:srgbClr val="6699FF"/>
              </a:solidFill>
              <a:ln w="9525">
                <a:solidFill>
                  <a:schemeClr val="accent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1pPr>
                <a:lvl2pPr marL="742950" indent="-28575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2pPr>
                <a:lvl3pPr marL="11430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3pPr>
                <a:lvl4pPr marL="16002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4pPr>
                <a:lvl5pPr marL="20574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9pPr>
              </a:lstStyle>
              <a:p>
                <a:pPr eaLnBrk="1" hangingPunct="1"/>
                <a:endParaRPr lang="ja-JP" altLang="en-US" sz="1600">
                  <a:latin typeface="Meiryo" charset="-128"/>
                  <a:ea typeface="Meiryo" charset="-128"/>
                  <a:cs typeface="Meiryo" charset="-128"/>
                </a:endParaRPr>
              </a:p>
            </p:txBody>
          </p:sp>
          <p:sp>
            <p:nvSpPr>
              <p:cNvPr id="48347" name="Oval 130"/>
              <p:cNvSpPr>
                <a:spLocks noChangeArrowheads="1"/>
              </p:cNvSpPr>
              <p:nvPr/>
            </p:nvSpPr>
            <p:spPr bwMode="auto">
              <a:xfrm>
                <a:off x="3061" y="1015"/>
                <a:ext cx="97" cy="56"/>
              </a:xfrm>
              <a:prstGeom prst="ellipse">
                <a:avLst/>
              </a:prstGeom>
              <a:solidFill>
                <a:srgbClr val="6699FF"/>
              </a:solidFill>
              <a:ln w="9525">
                <a:solidFill>
                  <a:schemeClr val="accent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1pPr>
                <a:lvl2pPr marL="742950" indent="-28575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2pPr>
                <a:lvl3pPr marL="11430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3pPr>
                <a:lvl4pPr marL="16002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4pPr>
                <a:lvl5pPr marL="20574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9pPr>
              </a:lstStyle>
              <a:p>
                <a:pPr eaLnBrk="1" hangingPunct="1"/>
                <a:endParaRPr lang="ja-JP" altLang="en-US" sz="1600">
                  <a:latin typeface="Meiryo" charset="-128"/>
                  <a:ea typeface="Meiryo" charset="-128"/>
                  <a:cs typeface="Meiryo" charset="-128"/>
                </a:endParaRPr>
              </a:p>
            </p:txBody>
          </p:sp>
          <p:sp>
            <p:nvSpPr>
              <p:cNvPr id="48348" name="Oval 131"/>
              <p:cNvSpPr>
                <a:spLocks noChangeArrowheads="1"/>
              </p:cNvSpPr>
              <p:nvPr/>
            </p:nvSpPr>
            <p:spPr bwMode="auto">
              <a:xfrm>
                <a:off x="2562" y="845"/>
                <a:ext cx="97" cy="56"/>
              </a:xfrm>
              <a:prstGeom prst="ellipse">
                <a:avLst/>
              </a:prstGeom>
              <a:solidFill>
                <a:srgbClr val="6699FF"/>
              </a:solidFill>
              <a:ln w="9525">
                <a:solidFill>
                  <a:schemeClr val="accent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1pPr>
                <a:lvl2pPr marL="742950" indent="-28575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2pPr>
                <a:lvl3pPr marL="11430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3pPr>
                <a:lvl4pPr marL="16002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4pPr>
                <a:lvl5pPr marL="20574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9pPr>
              </a:lstStyle>
              <a:p>
                <a:pPr eaLnBrk="1" hangingPunct="1"/>
                <a:endParaRPr lang="ja-JP" altLang="en-US" sz="1600">
                  <a:latin typeface="Meiryo" charset="-128"/>
                  <a:ea typeface="Meiryo" charset="-128"/>
                  <a:cs typeface="Meiryo" charset="-128"/>
                </a:endParaRPr>
              </a:p>
            </p:txBody>
          </p:sp>
          <p:sp>
            <p:nvSpPr>
              <p:cNvPr id="48349" name="Oval 132"/>
              <p:cNvSpPr>
                <a:spLocks noChangeArrowheads="1"/>
              </p:cNvSpPr>
              <p:nvPr/>
            </p:nvSpPr>
            <p:spPr bwMode="auto">
              <a:xfrm>
                <a:off x="2653" y="970"/>
                <a:ext cx="97" cy="56"/>
              </a:xfrm>
              <a:prstGeom prst="ellipse">
                <a:avLst/>
              </a:prstGeom>
              <a:solidFill>
                <a:srgbClr val="6699FF"/>
              </a:solidFill>
              <a:ln w="9525">
                <a:solidFill>
                  <a:schemeClr val="accent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1pPr>
                <a:lvl2pPr marL="742950" indent="-28575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2pPr>
                <a:lvl3pPr marL="11430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3pPr>
                <a:lvl4pPr marL="16002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4pPr>
                <a:lvl5pPr marL="20574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9pPr>
              </a:lstStyle>
              <a:p>
                <a:pPr eaLnBrk="1" hangingPunct="1"/>
                <a:endParaRPr lang="ja-JP" altLang="en-US" sz="1600">
                  <a:latin typeface="Meiryo" charset="-128"/>
                  <a:ea typeface="Meiryo" charset="-128"/>
                  <a:cs typeface="Meiryo" charset="-128"/>
                </a:endParaRPr>
              </a:p>
            </p:txBody>
          </p:sp>
          <p:sp>
            <p:nvSpPr>
              <p:cNvPr id="48350" name="Oval 133"/>
              <p:cNvSpPr>
                <a:spLocks noChangeArrowheads="1"/>
              </p:cNvSpPr>
              <p:nvPr/>
            </p:nvSpPr>
            <p:spPr bwMode="auto">
              <a:xfrm>
                <a:off x="2744" y="1095"/>
                <a:ext cx="97" cy="56"/>
              </a:xfrm>
              <a:prstGeom prst="ellipse">
                <a:avLst/>
              </a:prstGeom>
              <a:solidFill>
                <a:srgbClr val="6699FF"/>
              </a:solidFill>
              <a:ln w="9525">
                <a:solidFill>
                  <a:schemeClr val="accent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1pPr>
                <a:lvl2pPr marL="742950" indent="-28575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2pPr>
                <a:lvl3pPr marL="11430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3pPr>
                <a:lvl4pPr marL="16002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4pPr>
                <a:lvl5pPr marL="20574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9pPr>
              </a:lstStyle>
              <a:p>
                <a:pPr eaLnBrk="1" hangingPunct="1"/>
                <a:endParaRPr lang="ja-JP" altLang="en-US" sz="1600">
                  <a:latin typeface="Meiryo" charset="-128"/>
                  <a:ea typeface="Meiryo" charset="-128"/>
                  <a:cs typeface="Meiryo" charset="-128"/>
                </a:endParaRPr>
              </a:p>
            </p:txBody>
          </p:sp>
        </p:grpSp>
      </p:grpSp>
      <p:sp>
        <p:nvSpPr>
          <p:cNvPr id="48152" name="AutoShape 134"/>
          <p:cNvSpPr>
            <a:spLocks noChangeArrowheads="1"/>
          </p:cNvSpPr>
          <p:nvPr/>
        </p:nvSpPr>
        <p:spPr bwMode="auto">
          <a:xfrm>
            <a:off x="4794670" y="2128012"/>
            <a:ext cx="1069975" cy="279400"/>
          </a:xfrm>
          <a:prstGeom prst="roundRect">
            <a:avLst>
              <a:gd name="adj" fmla="val 16667"/>
            </a:avLst>
          </a:prstGeom>
          <a:noFill/>
          <a:ln w="222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ja-JP" altLang="en-US" sz="1200" b="1">
                <a:latin typeface="Meiryo" charset="-128"/>
                <a:ea typeface="Meiryo" charset="-128"/>
                <a:cs typeface="Meiryo" charset="-128"/>
              </a:rPr>
              <a:t>階層構築</a:t>
            </a:r>
          </a:p>
        </p:txBody>
      </p:sp>
      <p:sp>
        <p:nvSpPr>
          <p:cNvPr id="48153" name="AutoShape 135"/>
          <p:cNvSpPr>
            <a:spLocks noChangeArrowheads="1"/>
          </p:cNvSpPr>
          <p:nvPr/>
        </p:nvSpPr>
        <p:spPr bwMode="auto">
          <a:xfrm>
            <a:off x="6917157" y="2440749"/>
            <a:ext cx="900113" cy="22860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chemeClr val="tx1"/>
            </a:solidFill>
            <a:round/>
            <a:headEnd/>
            <a:tailEnd/>
          </a:ln>
        </p:spPr>
        <p:txBody>
          <a:bodyPr wrap="none" lIns="90000" tIns="46800" rIns="90000" bIns="46800" anchor="ctr"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ja-JP" altLang="en-US" sz="900">
                <a:latin typeface="Meiryo" charset="-128"/>
                <a:ea typeface="Meiryo" charset="-128"/>
                <a:cs typeface="Meiryo" charset="-128"/>
              </a:rPr>
              <a:t>相関ルール</a:t>
            </a:r>
          </a:p>
        </p:txBody>
      </p:sp>
      <p:sp>
        <p:nvSpPr>
          <p:cNvPr id="48154" name="AutoShape 136"/>
          <p:cNvSpPr>
            <a:spLocks noChangeArrowheads="1"/>
          </p:cNvSpPr>
          <p:nvPr/>
        </p:nvSpPr>
        <p:spPr bwMode="auto">
          <a:xfrm>
            <a:off x="7810920" y="2440750"/>
            <a:ext cx="904875" cy="225425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chemeClr val="tx1"/>
            </a:solidFill>
            <a:round/>
            <a:headEnd/>
            <a:tailEnd/>
          </a:ln>
        </p:spPr>
        <p:txBody>
          <a:bodyPr wrap="none" lIns="90000" tIns="46800" rIns="90000" bIns="46800" anchor="ctr"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en-US" altLang="ja-JP" sz="900">
                <a:latin typeface="Meiryo" charset="-128"/>
                <a:ea typeface="Meiryo" charset="-128"/>
                <a:cs typeface="Meiryo" charset="-128"/>
              </a:rPr>
              <a:t>WordSpace</a:t>
            </a:r>
          </a:p>
        </p:txBody>
      </p:sp>
      <p:sp>
        <p:nvSpPr>
          <p:cNvPr id="39962" name="AutoShape 137"/>
          <p:cNvSpPr>
            <a:spLocks noChangeArrowheads="1"/>
          </p:cNvSpPr>
          <p:nvPr/>
        </p:nvSpPr>
        <p:spPr bwMode="auto">
          <a:xfrm>
            <a:off x="6948907" y="2104200"/>
            <a:ext cx="334963" cy="231775"/>
          </a:xfrm>
          <a:prstGeom prst="rightArrow">
            <a:avLst>
              <a:gd name="adj1" fmla="val 49731"/>
              <a:gd name="adj2" fmla="val 65837"/>
            </a:avLst>
          </a:prstGeom>
          <a:solidFill>
            <a:schemeClr val="bg1">
              <a:lumMod val="85000"/>
            </a:schemeClr>
          </a:solidFill>
          <a:ln>
            <a:headEnd/>
            <a:tailEnd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anchor="ctr"/>
          <a:lstStyle/>
          <a:p>
            <a:pPr>
              <a:defRPr/>
            </a:pPr>
            <a:endParaRPr lang="ja-JP" altLang="en-US" sz="1600">
              <a:solidFill>
                <a:schemeClr val="tx1"/>
              </a:solidFill>
              <a:latin typeface="Meiryo" charset="-128"/>
              <a:ea typeface="Meiryo" charset="-128"/>
              <a:cs typeface="Meiryo" charset="-128"/>
            </a:endParaRPr>
          </a:p>
        </p:txBody>
      </p:sp>
      <p:sp>
        <p:nvSpPr>
          <p:cNvPr id="48156" name="AutoShape 139"/>
          <p:cNvSpPr>
            <a:spLocks noChangeArrowheads="1"/>
          </p:cNvSpPr>
          <p:nvPr/>
        </p:nvSpPr>
        <p:spPr bwMode="auto">
          <a:xfrm>
            <a:off x="2199106" y="1510474"/>
            <a:ext cx="838200" cy="685800"/>
          </a:xfrm>
          <a:prstGeom prst="can">
            <a:avLst>
              <a:gd name="adj" fmla="val 25000"/>
            </a:avLst>
          </a:prstGeom>
          <a:noFill/>
          <a:ln w="222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ja-JP" altLang="en-US" sz="800" dirty="0">
                <a:latin typeface="Meiryo" charset="-128"/>
                <a:ea typeface="Meiryo" charset="-128"/>
                <a:cs typeface="Meiryo" charset="-128"/>
              </a:rPr>
              <a:t>既存</a:t>
            </a:r>
            <a:r>
              <a:rPr lang="en-US" altLang="ja-JP" sz="800" dirty="0">
                <a:latin typeface="Meiryo" charset="-128"/>
                <a:ea typeface="Meiryo" charset="-128"/>
                <a:cs typeface="Meiryo" charset="-128"/>
              </a:rPr>
              <a:t>OWL</a:t>
            </a:r>
          </a:p>
          <a:p>
            <a:pPr algn="ctr" eaLnBrk="1" hangingPunct="1"/>
            <a:r>
              <a:rPr lang="ja-JP" altLang="en-US" sz="800" dirty="0">
                <a:latin typeface="Meiryo" charset="-128"/>
                <a:ea typeface="Meiryo" charset="-128"/>
                <a:cs typeface="Meiryo" charset="-128"/>
              </a:rPr>
              <a:t>オントロジー</a:t>
            </a:r>
          </a:p>
        </p:txBody>
      </p:sp>
      <p:sp>
        <p:nvSpPr>
          <p:cNvPr id="48157" name="Text Box 141"/>
          <p:cNvSpPr txBox="1">
            <a:spLocks noChangeArrowheads="1"/>
          </p:cNvSpPr>
          <p:nvPr/>
        </p:nvSpPr>
        <p:spPr bwMode="auto">
          <a:xfrm>
            <a:off x="5008983" y="3453027"/>
            <a:ext cx="3433763" cy="30995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ja-JP" altLang="en-US" sz="1400" b="1">
                <a:latin typeface="Meiryo" charset="-128"/>
                <a:ea typeface="Meiryo" charset="-128"/>
                <a:cs typeface="Meiryo" charset="-128"/>
              </a:rPr>
              <a:t>オントロジー洗練モジュール</a:t>
            </a:r>
          </a:p>
        </p:txBody>
      </p:sp>
      <p:grpSp>
        <p:nvGrpSpPr>
          <p:cNvPr id="48158" name="Group 142"/>
          <p:cNvGrpSpPr>
            <a:grpSpLocks/>
          </p:cNvGrpSpPr>
          <p:nvPr/>
        </p:nvGrpSpPr>
        <p:grpSpPr bwMode="auto">
          <a:xfrm>
            <a:off x="5293145" y="3694875"/>
            <a:ext cx="801687" cy="544513"/>
            <a:chOff x="1610" y="2307"/>
            <a:chExt cx="646" cy="439"/>
          </a:xfrm>
        </p:grpSpPr>
        <p:sp>
          <p:nvSpPr>
            <p:cNvPr id="48316" name="Oval 143"/>
            <p:cNvSpPr>
              <a:spLocks noChangeArrowheads="1"/>
            </p:cNvSpPr>
            <p:nvPr/>
          </p:nvSpPr>
          <p:spPr bwMode="auto">
            <a:xfrm>
              <a:off x="1610" y="2307"/>
              <a:ext cx="646" cy="429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lIns="90000" tIns="46800" rIns="90000" bIns="46800" anchor="ctr"/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endParaRPr lang="ja-JP" altLang="en-US" sz="1600">
                <a:latin typeface="Meiryo" charset="-128"/>
                <a:ea typeface="Meiryo" charset="-128"/>
                <a:cs typeface="Meiryo" charset="-128"/>
              </a:endParaRPr>
            </a:p>
          </p:txBody>
        </p:sp>
        <p:grpSp>
          <p:nvGrpSpPr>
            <p:cNvPr id="48317" name="Group 144"/>
            <p:cNvGrpSpPr>
              <a:grpSpLocks/>
            </p:cNvGrpSpPr>
            <p:nvPr/>
          </p:nvGrpSpPr>
          <p:grpSpPr bwMode="auto">
            <a:xfrm>
              <a:off x="1650" y="2352"/>
              <a:ext cx="562" cy="394"/>
              <a:chOff x="4377" y="3102"/>
              <a:chExt cx="968" cy="668"/>
            </a:xfrm>
          </p:grpSpPr>
          <p:sp>
            <p:nvSpPr>
              <p:cNvPr id="48318" name="Oval 145"/>
              <p:cNvSpPr>
                <a:spLocks noChangeArrowheads="1"/>
              </p:cNvSpPr>
              <p:nvPr/>
            </p:nvSpPr>
            <p:spPr bwMode="auto">
              <a:xfrm>
                <a:off x="4787" y="3102"/>
                <a:ext cx="97" cy="56"/>
              </a:xfrm>
              <a:prstGeom prst="ellipse">
                <a:avLst/>
              </a:prstGeom>
              <a:solidFill>
                <a:srgbClr val="99CCFF"/>
              </a:solidFill>
              <a:ln w="9525">
                <a:solidFill>
                  <a:schemeClr val="accent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1pPr>
                <a:lvl2pPr marL="742950" indent="-28575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2pPr>
                <a:lvl3pPr marL="11430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3pPr>
                <a:lvl4pPr marL="16002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4pPr>
                <a:lvl5pPr marL="20574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9pPr>
              </a:lstStyle>
              <a:p>
                <a:pPr eaLnBrk="1" hangingPunct="1"/>
                <a:endParaRPr lang="ja-JP" altLang="en-US" sz="1600">
                  <a:latin typeface="Meiryo" charset="-128"/>
                  <a:ea typeface="Meiryo" charset="-128"/>
                  <a:cs typeface="Meiryo" charset="-128"/>
                </a:endParaRPr>
              </a:p>
            </p:txBody>
          </p:sp>
          <p:sp>
            <p:nvSpPr>
              <p:cNvPr id="48319" name="Oval 146"/>
              <p:cNvSpPr>
                <a:spLocks noChangeArrowheads="1"/>
              </p:cNvSpPr>
              <p:nvPr/>
            </p:nvSpPr>
            <p:spPr bwMode="auto">
              <a:xfrm>
                <a:off x="4940" y="3253"/>
                <a:ext cx="97" cy="56"/>
              </a:xfrm>
              <a:prstGeom prst="ellipse">
                <a:avLst/>
              </a:prstGeom>
              <a:solidFill>
                <a:srgbClr val="99CCFF"/>
              </a:solidFill>
              <a:ln w="9525">
                <a:solidFill>
                  <a:schemeClr val="accent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1pPr>
                <a:lvl2pPr marL="742950" indent="-28575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2pPr>
                <a:lvl3pPr marL="11430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3pPr>
                <a:lvl4pPr marL="16002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4pPr>
                <a:lvl5pPr marL="20574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9pPr>
              </a:lstStyle>
              <a:p>
                <a:pPr eaLnBrk="1" hangingPunct="1"/>
                <a:endParaRPr lang="ja-JP" altLang="en-US" sz="1600">
                  <a:latin typeface="Meiryo" charset="-128"/>
                  <a:ea typeface="Meiryo" charset="-128"/>
                  <a:cs typeface="Meiryo" charset="-128"/>
                </a:endParaRPr>
              </a:p>
            </p:txBody>
          </p:sp>
          <p:sp>
            <p:nvSpPr>
              <p:cNvPr id="48320" name="Oval 147"/>
              <p:cNvSpPr>
                <a:spLocks noChangeArrowheads="1"/>
              </p:cNvSpPr>
              <p:nvPr/>
            </p:nvSpPr>
            <p:spPr bwMode="auto">
              <a:xfrm>
                <a:off x="5103" y="3402"/>
                <a:ext cx="97" cy="55"/>
              </a:xfrm>
              <a:prstGeom prst="ellipse">
                <a:avLst/>
              </a:prstGeom>
              <a:solidFill>
                <a:srgbClr val="99CCFF"/>
              </a:solidFill>
              <a:ln w="9525">
                <a:solidFill>
                  <a:schemeClr val="accent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1pPr>
                <a:lvl2pPr marL="742950" indent="-28575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2pPr>
                <a:lvl3pPr marL="11430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3pPr>
                <a:lvl4pPr marL="16002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4pPr>
                <a:lvl5pPr marL="20574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9pPr>
              </a:lstStyle>
              <a:p>
                <a:pPr eaLnBrk="1" hangingPunct="1"/>
                <a:endParaRPr lang="ja-JP" altLang="en-US" sz="1600">
                  <a:latin typeface="Meiryo" charset="-128"/>
                  <a:ea typeface="Meiryo" charset="-128"/>
                  <a:cs typeface="Meiryo" charset="-128"/>
                </a:endParaRPr>
              </a:p>
            </p:txBody>
          </p:sp>
          <p:sp>
            <p:nvSpPr>
              <p:cNvPr id="48321" name="Oval 148"/>
              <p:cNvSpPr>
                <a:spLocks noChangeArrowheads="1"/>
              </p:cNvSpPr>
              <p:nvPr/>
            </p:nvSpPr>
            <p:spPr bwMode="auto">
              <a:xfrm>
                <a:off x="5248" y="3542"/>
                <a:ext cx="97" cy="56"/>
              </a:xfrm>
              <a:prstGeom prst="ellipse">
                <a:avLst/>
              </a:prstGeom>
              <a:solidFill>
                <a:srgbClr val="99CCFF"/>
              </a:solidFill>
              <a:ln w="9525">
                <a:solidFill>
                  <a:schemeClr val="accent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1pPr>
                <a:lvl2pPr marL="742950" indent="-28575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2pPr>
                <a:lvl3pPr marL="11430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3pPr>
                <a:lvl4pPr marL="16002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4pPr>
                <a:lvl5pPr marL="20574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9pPr>
              </a:lstStyle>
              <a:p>
                <a:pPr eaLnBrk="1" hangingPunct="1"/>
                <a:endParaRPr lang="ja-JP" altLang="en-US" sz="1600">
                  <a:latin typeface="Meiryo" charset="-128"/>
                  <a:ea typeface="Meiryo" charset="-128"/>
                  <a:cs typeface="Meiryo" charset="-128"/>
                </a:endParaRPr>
              </a:p>
            </p:txBody>
          </p:sp>
          <p:cxnSp>
            <p:nvCxnSpPr>
              <p:cNvPr id="48322" name="AutoShape 149"/>
              <p:cNvCxnSpPr>
                <a:cxnSpLocks noChangeShapeType="1"/>
                <a:stCxn id="48319" idx="0"/>
                <a:endCxn id="48318" idx="4"/>
              </p:cNvCxnSpPr>
              <p:nvPr/>
            </p:nvCxnSpPr>
            <p:spPr bwMode="auto">
              <a:xfrm flipH="1" flipV="1">
                <a:off x="4836" y="3158"/>
                <a:ext cx="153" cy="95"/>
              </a:xfrm>
              <a:prstGeom prst="straightConnector1">
                <a:avLst/>
              </a:prstGeom>
              <a:noFill/>
              <a:ln w="9525">
                <a:solidFill>
                  <a:schemeClr val="accent2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48323" name="AutoShape 150"/>
              <p:cNvCxnSpPr>
                <a:cxnSpLocks noChangeShapeType="1"/>
                <a:stCxn id="48320" idx="0"/>
                <a:endCxn id="48319" idx="4"/>
              </p:cNvCxnSpPr>
              <p:nvPr/>
            </p:nvCxnSpPr>
            <p:spPr bwMode="auto">
              <a:xfrm flipH="1" flipV="1">
                <a:off x="4989" y="3309"/>
                <a:ext cx="163" cy="93"/>
              </a:xfrm>
              <a:prstGeom prst="straightConnector1">
                <a:avLst/>
              </a:prstGeom>
              <a:noFill/>
              <a:ln w="9525">
                <a:solidFill>
                  <a:schemeClr val="accent2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48324" name="AutoShape 151"/>
              <p:cNvCxnSpPr>
                <a:cxnSpLocks noChangeShapeType="1"/>
                <a:stCxn id="48321" idx="0"/>
                <a:endCxn id="48320" idx="4"/>
              </p:cNvCxnSpPr>
              <p:nvPr/>
            </p:nvCxnSpPr>
            <p:spPr bwMode="auto">
              <a:xfrm flipH="1" flipV="1">
                <a:off x="5152" y="3457"/>
                <a:ext cx="145" cy="85"/>
              </a:xfrm>
              <a:prstGeom prst="straightConnector1">
                <a:avLst/>
              </a:prstGeom>
              <a:noFill/>
              <a:ln w="9525">
                <a:solidFill>
                  <a:schemeClr val="accent2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48325" name="Oval 152"/>
              <p:cNvSpPr>
                <a:spLocks noChangeArrowheads="1"/>
              </p:cNvSpPr>
              <p:nvPr/>
            </p:nvSpPr>
            <p:spPr bwMode="auto">
              <a:xfrm>
                <a:off x="4649" y="3246"/>
                <a:ext cx="97" cy="56"/>
              </a:xfrm>
              <a:prstGeom prst="ellipse">
                <a:avLst/>
              </a:prstGeom>
              <a:solidFill>
                <a:srgbClr val="99CCFF"/>
              </a:solidFill>
              <a:ln w="9525">
                <a:solidFill>
                  <a:schemeClr val="accent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1pPr>
                <a:lvl2pPr marL="742950" indent="-28575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2pPr>
                <a:lvl3pPr marL="11430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3pPr>
                <a:lvl4pPr marL="16002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4pPr>
                <a:lvl5pPr marL="20574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9pPr>
              </a:lstStyle>
              <a:p>
                <a:pPr eaLnBrk="1" hangingPunct="1"/>
                <a:endParaRPr lang="ja-JP" altLang="en-US" sz="1600">
                  <a:latin typeface="Meiryo" charset="-128"/>
                  <a:ea typeface="Meiryo" charset="-128"/>
                  <a:cs typeface="Meiryo" charset="-128"/>
                </a:endParaRPr>
              </a:p>
            </p:txBody>
          </p:sp>
          <p:sp>
            <p:nvSpPr>
              <p:cNvPr id="48326" name="Oval 153"/>
              <p:cNvSpPr>
                <a:spLocks noChangeArrowheads="1"/>
              </p:cNvSpPr>
              <p:nvPr/>
            </p:nvSpPr>
            <p:spPr bwMode="auto">
              <a:xfrm>
                <a:off x="4787" y="3381"/>
                <a:ext cx="97" cy="55"/>
              </a:xfrm>
              <a:prstGeom prst="ellipse">
                <a:avLst/>
              </a:prstGeom>
              <a:solidFill>
                <a:srgbClr val="99CCFF"/>
              </a:solidFill>
              <a:ln w="9525">
                <a:solidFill>
                  <a:schemeClr val="accent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1pPr>
                <a:lvl2pPr marL="742950" indent="-28575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2pPr>
                <a:lvl3pPr marL="11430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3pPr>
                <a:lvl4pPr marL="16002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4pPr>
                <a:lvl5pPr marL="20574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9pPr>
              </a:lstStyle>
              <a:p>
                <a:pPr eaLnBrk="1" hangingPunct="1"/>
                <a:endParaRPr lang="ja-JP" altLang="en-US" sz="1600">
                  <a:latin typeface="Meiryo" charset="-128"/>
                  <a:ea typeface="Meiryo" charset="-128"/>
                  <a:cs typeface="Meiryo" charset="-128"/>
                </a:endParaRPr>
              </a:p>
            </p:txBody>
          </p:sp>
          <p:cxnSp>
            <p:nvCxnSpPr>
              <p:cNvPr id="48327" name="AutoShape 154"/>
              <p:cNvCxnSpPr>
                <a:cxnSpLocks noChangeShapeType="1"/>
                <a:stCxn id="48325" idx="0"/>
                <a:endCxn id="48318" idx="4"/>
              </p:cNvCxnSpPr>
              <p:nvPr/>
            </p:nvCxnSpPr>
            <p:spPr bwMode="auto">
              <a:xfrm flipV="1">
                <a:off x="4698" y="3158"/>
                <a:ext cx="138" cy="88"/>
              </a:xfrm>
              <a:prstGeom prst="straightConnector1">
                <a:avLst/>
              </a:prstGeom>
              <a:noFill/>
              <a:ln w="9525">
                <a:solidFill>
                  <a:schemeClr val="accent2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48328" name="AutoShape 155"/>
              <p:cNvCxnSpPr>
                <a:cxnSpLocks noChangeShapeType="1"/>
                <a:stCxn id="48326" idx="0"/>
                <a:endCxn id="48325" idx="4"/>
              </p:cNvCxnSpPr>
              <p:nvPr/>
            </p:nvCxnSpPr>
            <p:spPr bwMode="auto">
              <a:xfrm flipH="1" flipV="1">
                <a:off x="4698" y="3302"/>
                <a:ext cx="138" cy="79"/>
              </a:xfrm>
              <a:prstGeom prst="straightConnector1">
                <a:avLst/>
              </a:prstGeom>
              <a:noFill/>
              <a:ln w="9525">
                <a:solidFill>
                  <a:schemeClr val="accent2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48329" name="Oval 156"/>
              <p:cNvSpPr>
                <a:spLocks noChangeArrowheads="1"/>
              </p:cNvSpPr>
              <p:nvPr/>
            </p:nvSpPr>
            <p:spPr bwMode="auto">
              <a:xfrm>
                <a:off x="4513" y="3386"/>
                <a:ext cx="97" cy="55"/>
              </a:xfrm>
              <a:prstGeom prst="ellipse">
                <a:avLst/>
              </a:prstGeom>
              <a:solidFill>
                <a:srgbClr val="99CCFF"/>
              </a:solidFill>
              <a:ln w="9525">
                <a:solidFill>
                  <a:schemeClr val="accent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1pPr>
                <a:lvl2pPr marL="742950" indent="-28575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2pPr>
                <a:lvl3pPr marL="11430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3pPr>
                <a:lvl4pPr marL="16002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4pPr>
                <a:lvl5pPr marL="20574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9pPr>
              </a:lstStyle>
              <a:p>
                <a:pPr eaLnBrk="1" hangingPunct="1"/>
                <a:endParaRPr lang="ja-JP" altLang="en-US" sz="1600">
                  <a:latin typeface="Meiryo" charset="-128"/>
                  <a:ea typeface="Meiryo" charset="-128"/>
                  <a:cs typeface="Meiryo" charset="-128"/>
                </a:endParaRPr>
              </a:p>
            </p:txBody>
          </p:sp>
          <p:cxnSp>
            <p:nvCxnSpPr>
              <p:cNvPr id="48330" name="AutoShape 157"/>
              <p:cNvCxnSpPr>
                <a:cxnSpLocks noChangeShapeType="1"/>
                <a:stCxn id="48329" idx="0"/>
                <a:endCxn id="48325" idx="4"/>
              </p:cNvCxnSpPr>
              <p:nvPr/>
            </p:nvCxnSpPr>
            <p:spPr bwMode="auto">
              <a:xfrm flipV="1">
                <a:off x="4562" y="3302"/>
                <a:ext cx="136" cy="84"/>
              </a:xfrm>
              <a:prstGeom prst="straightConnector1">
                <a:avLst/>
              </a:prstGeom>
              <a:noFill/>
              <a:ln w="9525">
                <a:solidFill>
                  <a:schemeClr val="accent2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48331" name="Oval 158"/>
              <p:cNvSpPr>
                <a:spLocks noChangeArrowheads="1"/>
              </p:cNvSpPr>
              <p:nvPr/>
            </p:nvSpPr>
            <p:spPr bwMode="auto">
              <a:xfrm>
                <a:off x="4975" y="3550"/>
                <a:ext cx="97" cy="56"/>
              </a:xfrm>
              <a:prstGeom prst="ellipse">
                <a:avLst/>
              </a:prstGeom>
              <a:solidFill>
                <a:srgbClr val="99CCFF"/>
              </a:solidFill>
              <a:ln w="9525">
                <a:solidFill>
                  <a:schemeClr val="accent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1pPr>
                <a:lvl2pPr marL="742950" indent="-28575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2pPr>
                <a:lvl3pPr marL="11430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3pPr>
                <a:lvl4pPr marL="16002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4pPr>
                <a:lvl5pPr marL="20574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9pPr>
              </a:lstStyle>
              <a:p>
                <a:pPr eaLnBrk="1" hangingPunct="1"/>
                <a:endParaRPr lang="ja-JP" altLang="en-US" sz="1600">
                  <a:latin typeface="Meiryo" charset="-128"/>
                  <a:ea typeface="Meiryo" charset="-128"/>
                  <a:cs typeface="Meiryo" charset="-128"/>
                </a:endParaRPr>
              </a:p>
            </p:txBody>
          </p:sp>
          <p:cxnSp>
            <p:nvCxnSpPr>
              <p:cNvPr id="48332" name="AutoShape 159"/>
              <p:cNvCxnSpPr>
                <a:cxnSpLocks noChangeShapeType="1"/>
                <a:stCxn id="48331" idx="0"/>
                <a:endCxn id="48320" idx="4"/>
              </p:cNvCxnSpPr>
              <p:nvPr/>
            </p:nvCxnSpPr>
            <p:spPr bwMode="auto">
              <a:xfrm flipV="1">
                <a:off x="5024" y="3457"/>
                <a:ext cx="128" cy="93"/>
              </a:xfrm>
              <a:prstGeom prst="straightConnector1">
                <a:avLst/>
              </a:prstGeom>
              <a:noFill/>
              <a:ln w="9525">
                <a:solidFill>
                  <a:schemeClr val="accent2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48333" name="Oval 160"/>
              <p:cNvSpPr>
                <a:spLocks noChangeArrowheads="1"/>
              </p:cNvSpPr>
              <p:nvPr/>
            </p:nvSpPr>
            <p:spPr bwMode="auto">
              <a:xfrm>
                <a:off x="4865" y="3702"/>
                <a:ext cx="97" cy="56"/>
              </a:xfrm>
              <a:prstGeom prst="ellipse">
                <a:avLst/>
              </a:prstGeom>
              <a:solidFill>
                <a:srgbClr val="99CCFF"/>
              </a:solidFill>
              <a:ln w="9525">
                <a:solidFill>
                  <a:schemeClr val="accent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1pPr>
                <a:lvl2pPr marL="742950" indent="-28575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2pPr>
                <a:lvl3pPr marL="11430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3pPr>
                <a:lvl4pPr marL="16002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4pPr>
                <a:lvl5pPr marL="20574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9pPr>
              </a:lstStyle>
              <a:p>
                <a:pPr eaLnBrk="1" hangingPunct="1"/>
                <a:endParaRPr lang="ja-JP" altLang="en-US" sz="1600">
                  <a:latin typeface="Meiryo" charset="-128"/>
                  <a:ea typeface="Meiryo" charset="-128"/>
                  <a:cs typeface="Meiryo" charset="-128"/>
                </a:endParaRPr>
              </a:p>
            </p:txBody>
          </p:sp>
          <p:cxnSp>
            <p:nvCxnSpPr>
              <p:cNvPr id="48334" name="AutoShape 161"/>
              <p:cNvCxnSpPr>
                <a:cxnSpLocks noChangeShapeType="1"/>
                <a:stCxn id="48333" idx="0"/>
                <a:endCxn id="48331" idx="4"/>
              </p:cNvCxnSpPr>
              <p:nvPr/>
            </p:nvCxnSpPr>
            <p:spPr bwMode="auto">
              <a:xfrm flipV="1">
                <a:off x="4914" y="3606"/>
                <a:ext cx="110" cy="96"/>
              </a:xfrm>
              <a:prstGeom prst="straightConnector1">
                <a:avLst/>
              </a:prstGeom>
              <a:noFill/>
              <a:ln w="9525">
                <a:solidFill>
                  <a:schemeClr val="accent2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48335" name="Oval 162"/>
              <p:cNvSpPr>
                <a:spLocks noChangeArrowheads="1"/>
              </p:cNvSpPr>
              <p:nvPr/>
            </p:nvSpPr>
            <p:spPr bwMode="auto">
              <a:xfrm>
                <a:off x="5103" y="3714"/>
                <a:ext cx="97" cy="56"/>
              </a:xfrm>
              <a:prstGeom prst="ellipse">
                <a:avLst/>
              </a:prstGeom>
              <a:solidFill>
                <a:srgbClr val="99CCFF"/>
              </a:solidFill>
              <a:ln w="9525">
                <a:solidFill>
                  <a:schemeClr val="accent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1pPr>
                <a:lvl2pPr marL="742950" indent="-28575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2pPr>
                <a:lvl3pPr marL="11430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3pPr>
                <a:lvl4pPr marL="16002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4pPr>
                <a:lvl5pPr marL="20574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9pPr>
              </a:lstStyle>
              <a:p>
                <a:pPr eaLnBrk="1" hangingPunct="1"/>
                <a:endParaRPr lang="ja-JP" altLang="en-US" sz="1600">
                  <a:latin typeface="Meiryo" charset="-128"/>
                  <a:ea typeface="Meiryo" charset="-128"/>
                  <a:cs typeface="Meiryo" charset="-128"/>
                </a:endParaRPr>
              </a:p>
            </p:txBody>
          </p:sp>
          <p:cxnSp>
            <p:nvCxnSpPr>
              <p:cNvPr id="48336" name="AutoShape 163"/>
              <p:cNvCxnSpPr>
                <a:cxnSpLocks noChangeShapeType="1"/>
                <a:stCxn id="48335" idx="0"/>
                <a:endCxn id="48331" idx="4"/>
              </p:cNvCxnSpPr>
              <p:nvPr/>
            </p:nvCxnSpPr>
            <p:spPr bwMode="auto">
              <a:xfrm flipH="1" flipV="1">
                <a:off x="5024" y="3606"/>
                <a:ext cx="128" cy="108"/>
              </a:xfrm>
              <a:prstGeom prst="straightConnector1">
                <a:avLst/>
              </a:prstGeom>
              <a:noFill/>
              <a:ln w="9525">
                <a:solidFill>
                  <a:schemeClr val="accent2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48337" name="Oval 164"/>
              <p:cNvSpPr>
                <a:spLocks noChangeArrowheads="1"/>
              </p:cNvSpPr>
              <p:nvPr/>
            </p:nvSpPr>
            <p:spPr bwMode="auto">
              <a:xfrm>
                <a:off x="4377" y="3521"/>
                <a:ext cx="97" cy="56"/>
              </a:xfrm>
              <a:prstGeom prst="ellipse">
                <a:avLst/>
              </a:prstGeom>
              <a:solidFill>
                <a:srgbClr val="99CCFF"/>
              </a:solidFill>
              <a:ln w="9525">
                <a:solidFill>
                  <a:schemeClr val="accent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1pPr>
                <a:lvl2pPr marL="742950" indent="-28575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2pPr>
                <a:lvl3pPr marL="11430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3pPr>
                <a:lvl4pPr marL="16002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4pPr>
                <a:lvl5pPr marL="20574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9pPr>
              </a:lstStyle>
              <a:p>
                <a:pPr eaLnBrk="1" hangingPunct="1"/>
                <a:endParaRPr lang="ja-JP" altLang="en-US" sz="1600">
                  <a:latin typeface="Meiryo" charset="-128"/>
                  <a:ea typeface="Meiryo" charset="-128"/>
                  <a:cs typeface="Meiryo" charset="-128"/>
                </a:endParaRPr>
              </a:p>
            </p:txBody>
          </p:sp>
          <p:cxnSp>
            <p:nvCxnSpPr>
              <p:cNvPr id="48338" name="AutoShape 165"/>
              <p:cNvCxnSpPr>
                <a:cxnSpLocks noChangeShapeType="1"/>
                <a:stCxn id="48337" idx="0"/>
                <a:endCxn id="48329" idx="4"/>
              </p:cNvCxnSpPr>
              <p:nvPr/>
            </p:nvCxnSpPr>
            <p:spPr bwMode="auto">
              <a:xfrm flipV="1">
                <a:off x="4426" y="3441"/>
                <a:ext cx="136" cy="80"/>
              </a:xfrm>
              <a:prstGeom prst="straightConnector1">
                <a:avLst/>
              </a:prstGeom>
              <a:noFill/>
              <a:ln w="9525">
                <a:solidFill>
                  <a:schemeClr val="accent2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48339" name="Oval 166"/>
              <p:cNvSpPr>
                <a:spLocks noChangeArrowheads="1"/>
              </p:cNvSpPr>
              <p:nvPr/>
            </p:nvSpPr>
            <p:spPr bwMode="auto">
              <a:xfrm>
                <a:off x="4649" y="3521"/>
                <a:ext cx="97" cy="56"/>
              </a:xfrm>
              <a:prstGeom prst="ellipse">
                <a:avLst/>
              </a:prstGeom>
              <a:solidFill>
                <a:srgbClr val="99CCFF"/>
              </a:solidFill>
              <a:ln w="9525">
                <a:solidFill>
                  <a:schemeClr val="accent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1pPr>
                <a:lvl2pPr marL="742950" indent="-28575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2pPr>
                <a:lvl3pPr marL="11430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3pPr>
                <a:lvl4pPr marL="16002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4pPr>
                <a:lvl5pPr marL="20574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9pPr>
              </a:lstStyle>
              <a:p>
                <a:pPr eaLnBrk="1" hangingPunct="1"/>
                <a:endParaRPr lang="ja-JP" altLang="en-US" sz="1600">
                  <a:latin typeface="Meiryo" charset="-128"/>
                  <a:ea typeface="Meiryo" charset="-128"/>
                  <a:cs typeface="Meiryo" charset="-128"/>
                </a:endParaRPr>
              </a:p>
            </p:txBody>
          </p:sp>
          <p:cxnSp>
            <p:nvCxnSpPr>
              <p:cNvPr id="48340" name="AutoShape 167"/>
              <p:cNvCxnSpPr>
                <a:cxnSpLocks noChangeShapeType="1"/>
                <a:stCxn id="48339" idx="0"/>
                <a:endCxn id="48329" idx="4"/>
              </p:cNvCxnSpPr>
              <p:nvPr/>
            </p:nvCxnSpPr>
            <p:spPr bwMode="auto">
              <a:xfrm flipH="1" flipV="1">
                <a:off x="4562" y="3441"/>
                <a:ext cx="136" cy="80"/>
              </a:xfrm>
              <a:prstGeom prst="straightConnector1">
                <a:avLst/>
              </a:prstGeom>
              <a:noFill/>
              <a:ln w="9525">
                <a:solidFill>
                  <a:schemeClr val="accent2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</p:grpSp>
      <p:grpSp>
        <p:nvGrpSpPr>
          <p:cNvPr id="48159" name="Group 168"/>
          <p:cNvGrpSpPr>
            <a:grpSpLocks/>
          </p:cNvGrpSpPr>
          <p:nvPr/>
        </p:nvGrpSpPr>
        <p:grpSpPr bwMode="auto">
          <a:xfrm>
            <a:off x="5082006" y="4350512"/>
            <a:ext cx="1087438" cy="773112"/>
            <a:chOff x="4377" y="3102"/>
            <a:chExt cx="968" cy="668"/>
          </a:xfrm>
        </p:grpSpPr>
        <p:sp>
          <p:nvSpPr>
            <p:cNvPr id="48293" name="Oval 169"/>
            <p:cNvSpPr>
              <a:spLocks noChangeArrowheads="1"/>
            </p:cNvSpPr>
            <p:nvPr/>
          </p:nvSpPr>
          <p:spPr bwMode="auto">
            <a:xfrm>
              <a:off x="4787" y="3102"/>
              <a:ext cx="97" cy="56"/>
            </a:xfrm>
            <a:prstGeom prst="ellipse">
              <a:avLst/>
            </a:prstGeom>
            <a:solidFill>
              <a:srgbClr val="6699FF"/>
            </a:solidFill>
            <a:ln w="9525">
              <a:solidFill>
                <a:schemeClr val="accent2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endParaRPr lang="ja-JP" altLang="en-US" sz="1600">
                <a:latin typeface="Meiryo" charset="-128"/>
                <a:ea typeface="Meiryo" charset="-128"/>
                <a:cs typeface="Meiryo" charset="-128"/>
              </a:endParaRPr>
            </a:p>
          </p:txBody>
        </p:sp>
        <p:sp>
          <p:nvSpPr>
            <p:cNvPr id="48294" name="Oval 170"/>
            <p:cNvSpPr>
              <a:spLocks noChangeArrowheads="1"/>
            </p:cNvSpPr>
            <p:nvPr/>
          </p:nvSpPr>
          <p:spPr bwMode="auto">
            <a:xfrm>
              <a:off x="4940" y="3253"/>
              <a:ext cx="97" cy="56"/>
            </a:xfrm>
            <a:prstGeom prst="ellipse">
              <a:avLst/>
            </a:prstGeom>
            <a:solidFill>
              <a:srgbClr val="6699FF"/>
            </a:solidFill>
            <a:ln w="9525">
              <a:solidFill>
                <a:schemeClr val="accent2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endParaRPr lang="ja-JP" altLang="en-US" sz="1600">
                <a:latin typeface="Meiryo" charset="-128"/>
                <a:ea typeface="Meiryo" charset="-128"/>
                <a:cs typeface="Meiryo" charset="-128"/>
              </a:endParaRPr>
            </a:p>
          </p:txBody>
        </p:sp>
        <p:sp>
          <p:nvSpPr>
            <p:cNvPr id="48295" name="Oval 171"/>
            <p:cNvSpPr>
              <a:spLocks noChangeArrowheads="1"/>
            </p:cNvSpPr>
            <p:nvPr/>
          </p:nvSpPr>
          <p:spPr bwMode="auto">
            <a:xfrm>
              <a:off x="5103" y="3402"/>
              <a:ext cx="97" cy="55"/>
            </a:xfrm>
            <a:prstGeom prst="ellipse">
              <a:avLst/>
            </a:prstGeom>
            <a:solidFill>
              <a:srgbClr val="6699FF"/>
            </a:solidFill>
            <a:ln w="9525">
              <a:solidFill>
                <a:schemeClr val="accent2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endParaRPr lang="ja-JP" altLang="en-US" sz="1600">
                <a:latin typeface="Meiryo" charset="-128"/>
                <a:ea typeface="Meiryo" charset="-128"/>
                <a:cs typeface="Meiryo" charset="-128"/>
              </a:endParaRPr>
            </a:p>
          </p:txBody>
        </p:sp>
        <p:sp>
          <p:nvSpPr>
            <p:cNvPr id="48296" name="Oval 172"/>
            <p:cNvSpPr>
              <a:spLocks noChangeArrowheads="1"/>
            </p:cNvSpPr>
            <p:nvPr/>
          </p:nvSpPr>
          <p:spPr bwMode="auto">
            <a:xfrm>
              <a:off x="5248" y="3542"/>
              <a:ext cx="97" cy="56"/>
            </a:xfrm>
            <a:prstGeom prst="ellipse">
              <a:avLst/>
            </a:prstGeom>
            <a:solidFill>
              <a:srgbClr val="6699FF"/>
            </a:solidFill>
            <a:ln w="9525">
              <a:solidFill>
                <a:schemeClr val="accent2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endParaRPr lang="ja-JP" altLang="en-US" sz="1600">
                <a:latin typeface="Meiryo" charset="-128"/>
                <a:ea typeface="Meiryo" charset="-128"/>
                <a:cs typeface="Meiryo" charset="-128"/>
              </a:endParaRPr>
            </a:p>
          </p:txBody>
        </p:sp>
        <p:cxnSp>
          <p:nvCxnSpPr>
            <p:cNvPr id="48297" name="AutoShape 173"/>
            <p:cNvCxnSpPr>
              <a:cxnSpLocks noChangeShapeType="1"/>
              <a:stCxn id="48294" idx="0"/>
              <a:endCxn id="48293" idx="4"/>
            </p:cNvCxnSpPr>
            <p:nvPr/>
          </p:nvCxnSpPr>
          <p:spPr bwMode="auto">
            <a:xfrm flipH="1" flipV="1">
              <a:off x="4836" y="3158"/>
              <a:ext cx="153" cy="95"/>
            </a:xfrm>
            <a:prstGeom prst="straightConnector1">
              <a:avLst/>
            </a:prstGeom>
            <a:noFill/>
            <a:ln w="9525">
              <a:solidFill>
                <a:schemeClr val="accent2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8298" name="AutoShape 174"/>
            <p:cNvCxnSpPr>
              <a:cxnSpLocks noChangeShapeType="1"/>
              <a:stCxn id="48295" idx="0"/>
              <a:endCxn id="48294" idx="4"/>
            </p:cNvCxnSpPr>
            <p:nvPr/>
          </p:nvCxnSpPr>
          <p:spPr bwMode="auto">
            <a:xfrm flipH="1" flipV="1">
              <a:off x="4989" y="3309"/>
              <a:ext cx="163" cy="93"/>
            </a:xfrm>
            <a:prstGeom prst="straightConnector1">
              <a:avLst/>
            </a:prstGeom>
            <a:noFill/>
            <a:ln w="9525">
              <a:solidFill>
                <a:schemeClr val="accent2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8299" name="AutoShape 175"/>
            <p:cNvCxnSpPr>
              <a:cxnSpLocks noChangeShapeType="1"/>
              <a:stCxn id="48296" idx="0"/>
              <a:endCxn id="48295" idx="4"/>
            </p:cNvCxnSpPr>
            <p:nvPr/>
          </p:nvCxnSpPr>
          <p:spPr bwMode="auto">
            <a:xfrm flipH="1" flipV="1">
              <a:off x="5152" y="3457"/>
              <a:ext cx="145" cy="85"/>
            </a:xfrm>
            <a:prstGeom prst="straightConnector1">
              <a:avLst/>
            </a:prstGeom>
            <a:noFill/>
            <a:ln w="9525">
              <a:solidFill>
                <a:schemeClr val="accent2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48300" name="Oval 176"/>
            <p:cNvSpPr>
              <a:spLocks noChangeArrowheads="1"/>
            </p:cNvSpPr>
            <p:nvPr/>
          </p:nvSpPr>
          <p:spPr bwMode="auto">
            <a:xfrm>
              <a:off x="4649" y="3246"/>
              <a:ext cx="97" cy="56"/>
            </a:xfrm>
            <a:prstGeom prst="ellipse">
              <a:avLst/>
            </a:prstGeom>
            <a:solidFill>
              <a:srgbClr val="6699FF"/>
            </a:solidFill>
            <a:ln w="9525">
              <a:solidFill>
                <a:schemeClr val="accent2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endParaRPr lang="ja-JP" altLang="en-US" sz="1600">
                <a:latin typeface="Meiryo" charset="-128"/>
                <a:ea typeface="Meiryo" charset="-128"/>
                <a:cs typeface="Meiryo" charset="-128"/>
              </a:endParaRPr>
            </a:p>
          </p:txBody>
        </p:sp>
        <p:sp>
          <p:nvSpPr>
            <p:cNvPr id="48301" name="Oval 177"/>
            <p:cNvSpPr>
              <a:spLocks noChangeArrowheads="1"/>
            </p:cNvSpPr>
            <p:nvPr/>
          </p:nvSpPr>
          <p:spPr bwMode="auto">
            <a:xfrm>
              <a:off x="4787" y="3381"/>
              <a:ext cx="97" cy="55"/>
            </a:xfrm>
            <a:prstGeom prst="ellipse">
              <a:avLst/>
            </a:prstGeom>
            <a:solidFill>
              <a:srgbClr val="6699FF"/>
            </a:solidFill>
            <a:ln w="9525">
              <a:solidFill>
                <a:schemeClr val="accent2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endParaRPr lang="ja-JP" altLang="en-US" sz="1600">
                <a:latin typeface="Meiryo" charset="-128"/>
                <a:ea typeface="Meiryo" charset="-128"/>
                <a:cs typeface="Meiryo" charset="-128"/>
              </a:endParaRPr>
            </a:p>
          </p:txBody>
        </p:sp>
        <p:cxnSp>
          <p:nvCxnSpPr>
            <p:cNvPr id="48302" name="AutoShape 178"/>
            <p:cNvCxnSpPr>
              <a:cxnSpLocks noChangeShapeType="1"/>
              <a:stCxn id="48300" idx="0"/>
              <a:endCxn id="48293" idx="4"/>
            </p:cNvCxnSpPr>
            <p:nvPr/>
          </p:nvCxnSpPr>
          <p:spPr bwMode="auto">
            <a:xfrm flipV="1">
              <a:off x="4698" y="3158"/>
              <a:ext cx="138" cy="88"/>
            </a:xfrm>
            <a:prstGeom prst="straightConnector1">
              <a:avLst/>
            </a:prstGeom>
            <a:noFill/>
            <a:ln w="9525">
              <a:solidFill>
                <a:schemeClr val="accent2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8303" name="AutoShape 179"/>
            <p:cNvCxnSpPr>
              <a:cxnSpLocks noChangeShapeType="1"/>
              <a:stCxn id="48301" idx="0"/>
              <a:endCxn id="48300" idx="4"/>
            </p:cNvCxnSpPr>
            <p:nvPr/>
          </p:nvCxnSpPr>
          <p:spPr bwMode="auto">
            <a:xfrm flipH="1" flipV="1">
              <a:off x="4698" y="3302"/>
              <a:ext cx="138" cy="79"/>
            </a:xfrm>
            <a:prstGeom prst="straightConnector1">
              <a:avLst/>
            </a:prstGeom>
            <a:noFill/>
            <a:ln w="9525">
              <a:solidFill>
                <a:schemeClr val="accent2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48304" name="Oval 180"/>
            <p:cNvSpPr>
              <a:spLocks noChangeArrowheads="1"/>
            </p:cNvSpPr>
            <p:nvPr/>
          </p:nvSpPr>
          <p:spPr bwMode="auto">
            <a:xfrm>
              <a:off x="4513" y="3386"/>
              <a:ext cx="97" cy="55"/>
            </a:xfrm>
            <a:prstGeom prst="ellipse">
              <a:avLst/>
            </a:prstGeom>
            <a:solidFill>
              <a:srgbClr val="6699FF"/>
            </a:solidFill>
            <a:ln w="9525">
              <a:solidFill>
                <a:schemeClr val="accent2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endParaRPr lang="ja-JP" altLang="en-US" sz="1600">
                <a:latin typeface="Meiryo" charset="-128"/>
                <a:ea typeface="Meiryo" charset="-128"/>
                <a:cs typeface="Meiryo" charset="-128"/>
              </a:endParaRPr>
            </a:p>
          </p:txBody>
        </p:sp>
        <p:cxnSp>
          <p:nvCxnSpPr>
            <p:cNvPr id="48305" name="AutoShape 181"/>
            <p:cNvCxnSpPr>
              <a:cxnSpLocks noChangeShapeType="1"/>
              <a:stCxn id="48304" idx="0"/>
              <a:endCxn id="48300" idx="4"/>
            </p:cNvCxnSpPr>
            <p:nvPr/>
          </p:nvCxnSpPr>
          <p:spPr bwMode="auto">
            <a:xfrm flipV="1">
              <a:off x="4562" y="3302"/>
              <a:ext cx="136" cy="84"/>
            </a:xfrm>
            <a:prstGeom prst="straightConnector1">
              <a:avLst/>
            </a:prstGeom>
            <a:noFill/>
            <a:ln w="9525">
              <a:solidFill>
                <a:schemeClr val="accent2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48306" name="Oval 182"/>
            <p:cNvSpPr>
              <a:spLocks noChangeArrowheads="1"/>
            </p:cNvSpPr>
            <p:nvPr/>
          </p:nvSpPr>
          <p:spPr bwMode="auto">
            <a:xfrm>
              <a:off x="4975" y="3550"/>
              <a:ext cx="97" cy="56"/>
            </a:xfrm>
            <a:prstGeom prst="ellipse">
              <a:avLst/>
            </a:prstGeom>
            <a:solidFill>
              <a:srgbClr val="6699FF"/>
            </a:solidFill>
            <a:ln w="9525">
              <a:solidFill>
                <a:schemeClr val="accent2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endParaRPr lang="ja-JP" altLang="en-US" sz="1600">
                <a:latin typeface="Meiryo" charset="-128"/>
                <a:ea typeface="Meiryo" charset="-128"/>
                <a:cs typeface="Meiryo" charset="-128"/>
              </a:endParaRPr>
            </a:p>
          </p:txBody>
        </p:sp>
        <p:cxnSp>
          <p:nvCxnSpPr>
            <p:cNvPr id="48307" name="AutoShape 183"/>
            <p:cNvCxnSpPr>
              <a:cxnSpLocks noChangeShapeType="1"/>
              <a:stCxn id="48306" idx="0"/>
              <a:endCxn id="48295" idx="4"/>
            </p:cNvCxnSpPr>
            <p:nvPr/>
          </p:nvCxnSpPr>
          <p:spPr bwMode="auto">
            <a:xfrm flipV="1">
              <a:off x="5024" y="3457"/>
              <a:ext cx="128" cy="93"/>
            </a:xfrm>
            <a:prstGeom prst="straightConnector1">
              <a:avLst/>
            </a:prstGeom>
            <a:noFill/>
            <a:ln w="9525">
              <a:solidFill>
                <a:schemeClr val="accent2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48308" name="Oval 184"/>
            <p:cNvSpPr>
              <a:spLocks noChangeArrowheads="1"/>
            </p:cNvSpPr>
            <p:nvPr/>
          </p:nvSpPr>
          <p:spPr bwMode="auto">
            <a:xfrm>
              <a:off x="4865" y="3702"/>
              <a:ext cx="97" cy="56"/>
            </a:xfrm>
            <a:prstGeom prst="ellipse">
              <a:avLst/>
            </a:prstGeom>
            <a:solidFill>
              <a:srgbClr val="6699FF"/>
            </a:solidFill>
            <a:ln w="9525">
              <a:solidFill>
                <a:schemeClr val="accent2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endParaRPr lang="ja-JP" altLang="en-US" sz="1600">
                <a:latin typeface="Meiryo" charset="-128"/>
                <a:ea typeface="Meiryo" charset="-128"/>
                <a:cs typeface="Meiryo" charset="-128"/>
              </a:endParaRPr>
            </a:p>
          </p:txBody>
        </p:sp>
        <p:cxnSp>
          <p:nvCxnSpPr>
            <p:cNvPr id="48309" name="AutoShape 185"/>
            <p:cNvCxnSpPr>
              <a:cxnSpLocks noChangeShapeType="1"/>
              <a:stCxn id="48308" idx="0"/>
              <a:endCxn id="48306" idx="4"/>
            </p:cNvCxnSpPr>
            <p:nvPr/>
          </p:nvCxnSpPr>
          <p:spPr bwMode="auto">
            <a:xfrm flipV="1">
              <a:off x="4914" y="3606"/>
              <a:ext cx="110" cy="96"/>
            </a:xfrm>
            <a:prstGeom prst="straightConnector1">
              <a:avLst/>
            </a:prstGeom>
            <a:noFill/>
            <a:ln w="9525">
              <a:solidFill>
                <a:schemeClr val="accent2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48310" name="Oval 186"/>
            <p:cNvSpPr>
              <a:spLocks noChangeArrowheads="1"/>
            </p:cNvSpPr>
            <p:nvPr/>
          </p:nvSpPr>
          <p:spPr bwMode="auto">
            <a:xfrm>
              <a:off x="5103" y="3714"/>
              <a:ext cx="97" cy="56"/>
            </a:xfrm>
            <a:prstGeom prst="ellipse">
              <a:avLst/>
            </a:prstGeom>
            <a:solidFill>
              <a:srgbClr val="6699FF"/>
            </a:solidFill>
            <a:ln w="9525">
              <a:solidFill>
                <a:schemeClr val="accent2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endParaRPr lang="ja-JP" altLang="en-US" sz="1600">
                <a:latin typeface="Meiryo" charset="-128"/>
                <a:ea typeface="Meiryo" charset="-128"/>
                <a:cs typeface="Meiryo" charset="-128"/>
              </a:endParaRPr>
            </a:p>
          </p:txBody>
        </p:sp>
        <p:cxnSp>
          <p:nvCxnSpPr>
            <p:cNvPr id="48311" name="AutoShape 187"/>
            <p:cNvCxnSpPr>
              <a:cxnSpLocks noChangeShapeType="1"/>
              <a:stCxn id="48310" idx="0"/>
              <a:endCxn id="48306" idx="4"/>
            </p:cNvCxnSpPr>
            <p:nvPr/>
          </p:nvCxnSpPr>
          <p:spPr bwMode="auto">
            <a:xfrm flipH="1" flipV="1">
              <a:off x="5024" y="3606"/>
              <a:ext cx="128" cy="108"/>
            </a:xfrm>
            <a:prstGeom prst="straightConnector1">
              <a:avLst/>
            </a:prstGeom>
            <a:noFill/>
            <a:ln w="9525">
              <a:solidFill>
                <a:schemeClr val="accent2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48312" name="Oval 188"/>
            <p:cNvSpPr>
              <a:spLocks noChangeArrowheads="1"/>
            </p:cNvSpPr>
            <p:nvPr/>
          </p:nvSpPr>
          <p:spPr bwMode="auto">
            <a:xfrm>
              <a:off x="4377" y="3521"/>
              <a:ext cx="97" cy="56"/>
            </a:xfrm>
            <a:prstGeom prst="ellipse">
              <a:avLst/>
            </a:prstGeom>
            <a:solidFill>
              <a:srgbClr val="6699FF"/>
            </a:solidFill>
            <a:ln w="9525">
              <a:solidFill>
                <a:schemeClr val="accent2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endParaRPr lang="ja-JP" altLang="en-US" sz="1600">
                <a:latin typeface="Meiryo" charset="-128"/>
                <a:ea typeface="Meiryo" charset="-128"/>
                <a:cs typeface="Meiryo" charset="-128"/>
              </a:endParaRPr>
            </a:p>
          </p:txBody>
        </p:sp>
        <p:cxnSp>
          <p:nvCxnSpPr>
            <p:cNvPr id="48313" name="AutoShape 189"/>
            <p:cNvCxnSpPr>
              <a:cxnSpLocks noChangeShapeType="1"/>
              <a:stCxn id="48312" idx="0"/>
              <a:endCxn id="48304" idx="4"/>
            </p:cNvCxnSpPr>
            <p:nvPr/>
          </p:nvCxnSpPr>
          <p:spPr bwMode="auto">
            <a:xfrm flipV="1">
              <a:off x="4426" y="3441"/>
              <a:ext cx="136" cy="80"/>
            </a:xfrm>
            <a:prstGeom prst="straightConnector1">
              <a:avLst/>
            </a:prstGeom>
            <a:noFill/>
            <a:ln w="9525">
              <a:solidFill>
                <a:schemeClr val="accent2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48314" name="Oval 190"/>
            <p:cNvSpPr>
              <a:spLocks noChangeArrowheads="1"/>
            </p:cNvSpPr>
            <p:nvPr/>
          </p:nvSpPr>
          <p:spPr bwMode="auto">
            <a:xfrm>
              <a:off x="4649" y="3521"/>
              <a:ext cx="97" cy="56"/>
            </a:xfrm>
            <a:prstGeom prst="ellipse">
              <a:avLst/>
            </a:prstGeom>
            <a:solidFill>
              <a:srgbClr val="6699FF"/>
            </a:solidFill>
            <a:ln w="9525">
              <a:solidFill>
                <a:schemeClr val="accent2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endParaRPr lang="ja-JP" altLang="en-US" sz="1600">
                <a:latin typeface="Meiryo" charset="-128"/>
                <a:ea typeface="Meiryo" charset="-128"/>
                <a:cs typeface="Meiryo" charset="-128"/>
              </a:endParaRPr>
            </a:p>
          </p:txBody>
        </p:sp>
        <p:cxnSp>
          <p:nvCxnSpPr>
            <p:cNvPr id="48315" name="AutoShape 191"/>
            <p:cNvCxnSpPr>
              <a:cxnSpLocks noChangeShapeType="1"/>
              <a:stCxn id="48314" idx="0"/>
              <a:endCxn id="48304" idx="4"/>
            </p:cNvCxnSpPr>
            <p:nvPr/>
          </p:nvCxnSpPr>
          <p:spPr bwMode="auto">
            <a:xfrm flipH="1" flipV="1">
              <a:off x="4562" y="3441"/>
              <a:ext cx="136" cy="80"/>
            </a:xfrm>
            <a:prstGeom prst="straightConnector1">
              <a:avLst/>
            </a:prstGeom>
            <a:noFill/>
            <a:ln w="9525">
              <a:solidFill>
                <a:schemeClr val="accent2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sp>
        <p:nvSpPr>
          <p:cNvPr id="48160" name="AutoShape 192"/>
          <p:cNvSpPr>
            <a:spLocks noChangeArrowheads="1"/>
          </p:cNvSpPr>
          <p:nvPr/>
        </p:nvSpPr>
        <p:spPr bwMode="auto">
          <a:xfrm>
            <a:off x="4961357" y="3933000"/>
            <a:ext cx="358775" cy="663575"/>
          </a:xfrm>
          <a:prstGeom prst="curvedRightArrow">
            <a:avLst>
              <a:gd name="adj1" fmla="val 36811"/>
              <a:gd name="adj2" fmla="val 68374"/>
              <a:gd name="adj3" fmla="val 33333"/>
            </a:avLst>
          </a:prstGeom>
          <a:solidFill>
            <a:schemeClr val="tx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endParaRPr lang="ja-JP" altLang="en-US" sz="1600">
              <a:latin typeface="Meiryo" charset="-128"/>
              <a:ea typeface="Meiryo" charset="-128"/>
              <a:cs typeface="Meiryo" charset="-128"/>
            </a:endParaRPr>
          </a:p>
        </p:txBody>
      </p:sp>
      <p:grpSp>
        <p:nvGrpSpPr>
          <p:cNvPr id="48161" name="Group 193"/>
          <p:cNvGrpSpPr>
            <a:grpSpLocks/>
          </p:cNvGrpSpPr>
          <p:nvPr/>
        </p:nvGrpSpPr>
        <p:grpSpPr bwMode="auto">
          <a:xfrm>
            <a:off x="7404519" y="3694875"/>
            <a:ext cx="804862" cy="473075"/>
            <a:chOff x="3336" y="2069"/>
            <a:chExt cx="814" cy="544"/>
          </a:xfrm>
        </p:grpSpPr>
        <p:sp>
          <p:nvSpPr>
            <p:cNvPr id="48265" name="Oval 194"/>
            <p:cNvSpPr>
              <a:spLocks noChangeArrowheads="1"/>
            </p:cNvSpPr>
            <p:nvPr/>
          </p:nvSpPr>
          <p:spPr bwMode="auto">
            <a:xfrm>
              <a:off x="3336" y="2069"/>
              <a:ext cx="814" cy="544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lIns="90000" tIns="46800" rIns="90000" bIns="46800" anchor="ctr"/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endParaRPr lang="ja-JP" altLang="en-US" sz="1600">
                <a:latin typeface="Meiryo" charset="-128"/>
                <a:ea typeface="Meiryo" charset="-128"/>
                <a:cs typeface="Meiryo" charset="-128"/>
              </a:endParaRPr>
            </a:p>
          </p:txBody>
        </p:sp>
        <p:sp>
          <p:nvSpPr>
            <p:cNvPr id="48266" name="Oval 195"/>
            <p:cNvSpPr>
              <a:spLocks noChangeArrowheads="1"/>
            </p:cNvSpPr>
            <p:nvPr/>
          </p:nvSpPr>
          <p:spPr bwMode="auto">
            <a:xfrm>
              <a:off x="3475" y="2222"/>
              <a:ext cx="44" cy="46"/>
            </a:xfrm>
            <a:prstGeom prst="ellipse">
              <a:avLst/>
            </a:prstGeom>
            <a:solidFill>
              <a:srgbClr val="CCFFFF"/>
            </a:solidFill>
            <a:ln w="9525">
              <a:solidFill>
                <a:schemeClr val="accent2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endParaRPr lang="ja-JP" altLang="en-US" sz="1600">
                <a:latin typeface="Meiryo" charset="-128"/>
                <a:ea typeface="Meiryo" charset="-128"/>
                <a:cs typeface="Meiryo" charset="-128"/>
              </a:endParaRPr>
            </a:p>
          </p:txBody>
        </p:sp>
        <p:sp>
          <p:nvSpPr>
            <p:cNvPr id="48267" name="Oval 196"/>
            <p:cNvSpPr>
              <a:spLocks noChangeArrowheads="1"/>
            </p:cNvSpPr>
            <p:nvPr/>
          </p:nvSpPr>
          <p:spPr bwMode="auto">
            <a:xfrm>
              <a:off x="3630" y="2224"/>
              <a:ext cx="44" cy="46"/>
            </a:xfrm>
            <a:prstGeom prst="ellipse">
              <a:avLst/>
            </a:prstGeom>
            <a:solidFill>
              <a:srgbClr val="CCFFFF"/>
            </a:solidFill>
            <a:ln w="9525">
              <a:solidFill>
                <a:schemeClr val="accent2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endParaRPr lang="ja-JP" altLang="en-US" sz="1600">
                <a:latin typeface="Meiryo" charset="-128"/>
                <a:ea typeface="Meiryo" charset="-128"/>
                <a:cs typeface="Meiryo" charset="-128"/>
              </a:endParaRPr>
            </a:p>
          </p:txBody>
        </p:sp>
        <p:cxnSp>
          <p:nvCxnSpPr>
            <p:cNvPr id="48268" name="AutoShape 197"/>
            <p:cNvCxnSpPr>
              <a:cxnSpLocks noChangeShapeType="1"/>
              <a:stCxn id="48266" idx="6"/>
              <a:endCxn id="48267" idx="2"/>
            </p:cNvCxnSpPr>
            <p:nvPr/>
          </p:nvCxnSpPr>
          <p:spPr bwMode="auto">
            <a:xfrm>
              <a:off x="3525" y="2245"/>
              <a:ext cx="99" cy="2"/>
            </a:xfrm>
            <a:prstGeom prst="straightConnector1">
              <a:avLst/>
            </a:prstGeom>
            <a:noFill/>
            <a:ln w="9525">
              <a:solidFill>
                <a:srgbClr val="6666FF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48269" name="Oval 198"/>
            <p:cNvSpPr>
              <a:spLocks noChangeArrowheads="1"/>
            </p:cNvSpPr>
            <p:nvPr/>
          </p:nvSpPr>
          <p:spPr bwMode="auto">
            <a:xfrm>
              <a:off x="3506" y="2345"/>
              <a:ext cx="44" cy="45"/>
            </a:xfrm>
            <a:prstGeom prst="ellipse">
              <a:avLst/>
            </a:prstGeom>
            <a:solidFill>
              <a:srgbClr val="CCFFFF"/>
            </a:solidFill>
            <a:ln w="9525">
              <a:solidFill>
                <a:schemeClr val="accent2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endParaRPr lang="ja-JP" altLang="en-US" sz="1600">
                <a:latin typeface="Meiryo" charset="-128"/>
                <a:ea typeface="Meiryo" charset="-128"/>
                <a:cs typeface="Meiryo" charset="-128"/>
              </a:endParaRPr>
            </a:p>
          </p:txBody>
        </p:sp>
        <p:sp>
          <p:nvSpPr>
            <p:cNvPr id="48270" name="Oval 199"/>
            <p:cNvSpPr>
              <a:spLocks noChangeArrowheads="1"/>
            </p:cNvSpPr>
            <p:nvPr/>
          </p:nvSpPr>
          <p:spPr bwMode="auto">
            <a:xfrm>
              <a:off x="3661" y="2346"/>
              <a:ext cx="43" cy="46"/>
            </a:xfrm>
            <a:prstGeom prst="ellipse">
              <a:avLst/>
            </a:prstGeom>
            <a:solidFill>
              <a:srgbClr val="CCFFFF"/>
            </a:solidFill>
            <a:ln w="9525">
              <a:solidFill>
                <a:schemeClr val="accent2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endParaRPr lang="ja-JP" altLang="en-US" sz="1600">
                <a:latin typeface="Meiryo" charset="-128"/>
                <a:ea typeface="Meiryo" charset="-128"/>
                <a:cs typeface="Meiryo" charset="-128"/>
              </a:endParaRPr>
            </a:p>
          </p:txBody>
        </p:sp>
        <p:cxnSp>
          <p:nvCxnSpPr>
            <p:cNvPr id="48271" name="AutoShape 200"/>
            <p:cNvCxnSpPr>
              <a:cxnSpLocks noChangeShapeType="1"/>
              <a:stCxn id="48269" idx="6"/>
              <a:endCxn id="48270" idx="2"/>
            </p:cNvCxnSpPr>
            <p:nvPr/>
          </p:nvCxnSpPr>
          <p:spPr bwMode="auto">
            <a:xfrm>
              <a:off x="3555" y="2368"/>
              <a:ext cx="101" cy="2"/>
            </a:xfrm>
            <a:prstGeom prst="straightConnector1">
              <a:avLst/>
            </a:prstGeom>
            <a:noFill/>
            <a:ln w="9525">
              <a:solidFill>
                <a:srgbClr val="6666FF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48272" name="Oval 201"/>
            <p:cNvSpPr>
              <a:spLocks noChangeArrowheads="1"/>
            </p:cNvSpPr>
            <p:nvPr/>
          </p:nvSpPr>
          <p:spPr bwMode="auto">
            <a:xfrm>
              <a:off x="3475" y="2467"/>
              <a:ext cx="44" cy="46"/>
            </a:xfrm>
            <a:prstGeom prst="ellipse">
              <a:avLst/>
            </a:prstGeom>
            <a:solidFill>
              <a:srgbClr val="CCFFFF"/>
            </a:solidFill>
            <a:ln w="9525">
              <a:solidFill>
                <a:schemeClr val="accent2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endParaRPr lang="ja-JP" altLang="en-US" sz="1600">
                <a:latin typeface="Meiryo" charset="-128"/>
                <a:ea typeface="Meiryo" charset="-128"/>
                <a:cs typeface="Meiryo" charset="-128"/>
              </a:endParaRPr>
            </a:p>
          </p:txBody>
        </p:sp>
        <p:sp>
          <p:nvSpPr>
            <p:cNvPr id="48273" name="Oval 202"/>
            <p:cNvSpPr>
              <a:spLocks noChangeArrowheads="1"/>
            </p:cNvSpPr>
            <p:nvPr/>
          </p:nvSpPr>
          <p:spPr bwMode="auto">
            <a:xfrm>
              <a:off x="3630" y="2469"/>
              <a:ext cx="44" cy="45"/>
            </a:xfrm>
            <a:prstGeom prst="ellipse">
              <a:avLst/>
            </a:prstGeom>
            <a:solidFill>
              <a:srgbClr val="CCFFFF"/>
            </a:solidFill>
            <a:ln w="9525">
              <a:solidFill>
                <a:schemeClr val="accent2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endParaRPr lang="ja-JP" altLang="en-US" sz="1600">
                <a:latin typeface="Meiryo" charset="-128"/>
                <a:ea typeface="Meiryo" charset="-128"/>
                <a:cs typeface="Meiryo" charset="-128"/>
              </a:endParaRPr>
            </a:p>
          </p:txBody>
        </p:sp>
        <p:cxnSp>
          <p:nvCxnSpPr>
            <p:cNvPr id="48274" name="AutoShape 203"/>
            <p:cNvCxnSpPr>
              <a:cxnSpLocks noChangeShapeType="1"/>
              <a:stCxn id="48272" idx="6"/>
              <a:endCxn id="48273" idx="2"/>
            </p:cNvCxnSpPr>
            <p:nvPr/>
          </p:nvCxnSpPr>
          <p:spPr bwMode="auto">
            <a:xfrm>
              <a:off x="3525" y="2490"/>
              <a:ext cx="99" cy="2"/>
            </a:xfrm>
            <a:prstGeom prst="straightConnector1">
              <a:avLst/>
            </a:prstGeom>
            <a:noFill/>
            <a:ln w="9525">
              <a:solidFill>
                <a:srgbClr val="6666FF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48275" name="Oval 204"/>
            <p:cNvSpPr>
              <a:spLocks noChangeArrowheads="1"/>
            </p:cNvSpPr>
            <p:nvPr/>
          </p:nvSpPr>
          <p:spPr bwMode="auto">
            <a:xfrm>
              <a:off x="3740" y="2215"/>
              <a:ext cx="44" cy="46"/>
            </a:xfrm>
            <a:prstGeom prst="ellipse">
              <a:avLst/>
            </a:prstGeom>
            <a:solidFill>
              <a:srgbClr val="CCFFFF"/>
            </a:solidFill>
            <a:ln w="9525">
              <a:solidFill>
                <a:schemeClr val="accent2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endParaRPr lang="ja-JP" altLang="en-US" sz="1600">
                <a:latin typeface="Meiryo" charset="-128"/>
                <a:ea typeface="Meiryo" charset="-128"/>
                <a:cs typeface="Meiryo" charset="-128"/>
              </a:endParaRPr>
            </a:p>
          </p:txBody>
        </p:sp>
        <p:sp>
          <p:nvSpPr>
            <p:cNvPr id="48276" name="Oval 205"/>
            <p:cNvSpPr>
              <a:spLocks noChangeArrowheads="1"/>
            </p:cNvSpPr>
            <p:nvPr/>
          </p:nvSpPr>
          <p:spPr bwMode="auto">
            <a:xfrm>
              <a:off x="3895" y="2217"/>
              <a:ext cx="44" cy="46"/>
            </a:xfrm>
            <a:prstGeom prst="ellipse">
              <a:avLst/>
            </a:prstGeom>
            <a:solidFill>
              <a:srgbClr val="CCFFFF"/>
            </a:solidFill>
            <a:ln w="9525">
              <a:solidFill>
                <a:schemeClr val="accent2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endParaRPr lang="ja-JP" altLang="en-US" sz="1600">
                <a:latin typeface="Meiryo" charset="-128"/>
                <a:ea typeface="Meiryo" charset="-128"/>
                <a:cs typeface="Meiryo" charset="-128"/>
              </a:endParaRPr>
            </a:p>
          </p:txBody>
        </p:sp>
        <p:cxnSp>
          <p:nvCxnSpPr>
            <p:cNvPr id="48277" name="AutoShape 206"/>
            <p:cNvCxnSpPr>
              <a:cxnSpLocks noChangeShapeType="1"/>
              <a:stCxn id="48275" idx="6"/>
              <a:endCxn id="48276" idx="2"/>
            </p:cNvCxnSpPr>
            <p:nvPr/>
          </p:nvCxnSpPr>
          <p:spPr bwMode="auto">
            <a:xfrm>
              <a:off x="3789" y="2238"/>
              <a:ext cx="101" cy="2"/>
            </a:xfrm>
            <a:prstGeom prst="straightConnector1">
              <a:avLst/>
            </a:prstGeom>
            <a:noFill/>
            <a:ln w="9525">
              <a:solidFill>
                <a:srgbClr val="6666FF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48278" name="Oval 207"/>
            <p:cNvSpPr>
              <a:spLocks noChangeArrowheads="1"/>
            </p:cNvSpPr>
            <p:nvPr/>
          </p:nvSpPr>
          <p:spPr bwMode="auto">
            <a:xfrm>
              <a:off x="3828" y="2304"/>
              <a:ext cx="44" cy="46"/>
            </a:xfrm>
            <a:prstGeom prst="ellipse">
              <a:avLst/>
            </a:prstGeom>
            <a:solidFill>
              <a:srgbClr val="CCFFFF"/>
            </a:solidFill>
            <a:ln w="9525">
              <a:solidFill>
                <a:schemeClr val="accent2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endParaRPr lang="ja-JP" altLang="en-US" sz="1600">
                <a:latin typeface="Meiryo" charset="-128"/>
                <a:ea typeface="Meiryo" charset="-128"/>
                <a:cs typeface="Meiryo" charset="-128"/>
              </a:endParaRPr>
            </a:p>
          </p:txBody>
        </p:sp>
        <p:sp>
          <p:nvSpPr>
            <p:cNvPr id="48279" name="Oval 208"/>
            <p:cNvSpPr>
              <a:spLocks noChangeArrowheads="1"/>
            </p:cNvSpPr>
            <p:nvPr/>
          </p:nvSpPr>
          <p:spPr bwMode="auto">
            <a:xfrm>
              <a:off x="3983" y="2306"/>
              <a:ext cx="44" cy="46"/>
            </a:xfrm>
            <a:prstGeom prst="ellipse">
              <a:avLst/>
            </a:prstGeom>
            <a:solidFill>
              <a:srgbClr val="CCFFFF"/>
            </a:solidFill>
            <a:ln w="9525">
              <a:solidFill>
                <a:schemeClr val="accent2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endParaRPr lang="ja-JP" altLang="en-US" sz="1600">
                <a:latin typeface="Meiryo" charset="-128"/>
                <a:ea typeface="Meiryo" charset="-128"/>
                <a:cs typeface="Meiryo" charset="-128"/>
              </a:endParaRPr>
            </a:p>
          </p:txBody>
        </p:sp>
        <p:cxnSp>
          <p:nvCxnSpPr>
            <p:cNvPr id="48280" name="AutoShape 209"/>
            <p:cNvCxnSpPr>
              <a:cxnSpLocks noChangeShapeType="1"/>
              <a:stCxn id="48278" idx="6"/>
              <a:endCxn id="48279" idx="2"/>
            </p:cNvCxnSpPr>
            <p:nvPr/>
          </p:nvCxnSpPr>
          <p:spPr bwMode="auto">
            <a:xfrm>
              <a:off x="3877" y="2327"/>
              <a:ext cx="101" cy="2"/>
            </a:xfrm>
            <a:prstGeom prst="straightConnector1">
              <a:avLst/>
            </a:prstGeom>
            <a:noFill/>
            <a:ln w="9525">
              <a:solidFill>
                <a:srgbClr val="6666FF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48281" name="Oval 210"/>
            <p:cNvSpPr>
              <a:spLocks noChangeArrowheads="1"/>
            </p:cNvSpPr>
            <p:nvPr/>
          </p:nvSpPr>
          <p:spPr bwMode="auto">
            <a:xfrm>
              <a:off x="3740" y="2385"/>
              <a:ext cx="44" cy="46"/>
            </a:xfrm>
            <a:prstGeom prst="ellipse">
              <a:avLst/>
            </a:prstGeom>
            <a:solidFill>
              <a:srgbClr val="CCFFFF"/>
            </a:solidFill>
            <a:ln w="9525">
              <a:solidFill>
                <a:schemeClr val="accent2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endParaRPr lang="ja-JP" altLang="en-US" sz="1600">
                <a:latin typeface="Meiryo" charset="-128"/>
                <a:ea typeface="Meiryo" charset="-128"/>
                <a:cs typeface="Meiryo" charset="-128"/>
              </a:endParaRPr>
            </a:p>
          </p:txBody>
        </p:sp>
        <p:sp>
          <p:nvSpPr>
            <p:cNvPr id="48282" name="Oval 211"/>
            <p:cNvSpPr>
              <a:spLocks noChangeArrowheads="1"/>
            </p:cNvSpPr>
            <p:nvPr/>
          </p:nvSpPr>
          <p:spPr bwMode="auto">
            <a:xfrm>
              <a:off x="3895" y="2387"/>
              <a:ext cx="44" cy="46"/>
            </a:xfrm>
            <a:prstGeom prst="ellipse">
              <a:avLst/>
            </a:prstGeom>
            <a:solidFill>
              <a:srgbClr val="CCFFFF"/>
            </a:solidFill>
            <a:ln w="9525">
              <a:solidFill>
                <a:schemeClr val="accent2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endParaRPr lang="ja-JP" altLang="en-US" sz="1600">
                <a:latin typeface="Meiryo" charset="-128"/>
                <a:ea typeface="Meiryo" charset="-128"/>
                <a:cs typeface="Meiryo" charset="-128"/>
              </a:endParaRPr>
            </a:p>
          </p:txBody>
        </p:sp>
        <p:cxnSp>
          <p:nvCxnSpPr>
            <p:cNvPr id="48283" name="AutoShape 212"/>
            <p:cNvCxnSpPr>
              <a:cxnSpLocks noChangeShapeType="1"/>
              <a:stCxn id="48281" idx="6"/>
              <a:endCxn id="48282" idx="2"/>
            </p:cNvCxnSpPr>
            <p:nvPr/>
          </p:nvCxnSpPr>
          <p:spPr bwMode="auto">
            <a:xfrm>
              <a:off x="3789" y="2408"/>
              <a:ext cx="101" cy="2"/>
            </a:xfrm>
            <a:prstGeom prst="straightConnector1">
              <a:avLst/>
            </a:prstGeom>
            <a:noFill/>
            <a:ln w="9525">
              <a:solidFill>
                <a:srgbClr val="6666FF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48284" name="Oval 213"/>
            <p:cNvSpPr>
              <a:spLocks noChangeArrowheads="1"/>
            </p:cNvSpPr>
            <p:nvPr/>
          </p:nvSpPr>
          <p:spPr bwMode="auto">
            <a:xfrm>
              <a:off x="3718" y="2541"/>
              <a:ext cx="44" cy="46"/>
            </a:xfrm>
            <a:prstGeom prst="ellipse">
              <a:avLst/>
            </a:prstGeom>
            <a:solidFill>
              <a:srgbClr val="CCFFFF"/>
            </a:solidFill>
            <a:ln w="9525">
              <a:solidFill>
                <a:schemeClr val="accent2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endParaRPr lang="ja-JP" altLang="en-US" sz="1600">
                <a:latin typeface="Meiryo" charset="-128"/>
                <a:ea typeface="Meiryo" charset="-128"/>
                <a:cs typeface="Meiryo" charset="-128"/>
              </a:endParaRPr>
            </a:p>
          </p:txBody>
        </p:sp>
        <p:sp>
          <p:nvSpPr>
            <p:cNvPr id="48285" name="Oval 214"/>
            <p:cNvSpPr>
              <a:spLocks noChangeArrowheads="1"/>
            </p:cNvSpPr>
            <p:nvPr/>
          </p:nvSpPr>
          <p:spPr bwMode="auto">
            <a:xfrm>
              <a:off x="3873" y="2543"/>
              <a:ext cx="44" cy="46"/>
            </a:xfrm>
            <a:prstGeom prst="ellipse">
              <a:avLst/>
            </a:prstGeom>
            <a:solidFill>
              <a:srgbClr val="CCFFFF"/>
            </a:solidFill>
            <a:ln w="9525">
              <a:solidFill>
                <a:schemeClr val="accent2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endParaRPr lang="ja-JP" altLang="en-US" sz="1600">
                <a:latin typeface="Meiryo" charset="-128"/>
                <a:ea typeface="Meiryo" charset="-128"/>
                <a:cs typeface="Meiryo" charset="-128"/>
              </a:endParaRPr>
            </a:p>
          </p:txBody>
        </p:sp>
        <p:cxnSp>
          <p:nvCxnSpPr>
            <p:cNvPr id="48286" name="AutoShape 215"/>
            <p:cNvCxnSpPr>
              <a:cxnSpLocks noChangeShapeType="1"/>
            </p:cNvCxnSpPr>
            <p:nvPr/>
          </p:nvCxnSpPr>
          <p:spPr bwMode="auto">
            <a:xfrm>
              <a:off x="3766" y="2568"/>
              <a:ext cx="102" cy="2"/>
            </a:xfrm>
            <a:prstGeom prst="straightConnector1">
              <a:avLst/>
            </a:prstGeom>
            <a:noFill/>
            <a:ln w="9525">
              <a:solidFill>
                <a:srgbClr val="6666FF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48287" name="Oval 216"/>
            <p:cNvSpPr>
              <a:spLocks noChangeArrowheads="1"/>
            </p:cNvSpPr>
            <p:nvPr/>
          </p:nvSpPr>
          <p:spPr bwMode="auto">
            <a:xfrm>
              <a:off x="3784" y="2467"/>
              <a:ext cx="44" cy="46"/>
            </a:xfrm>
            <a:prstGeom prst="ellipse">
              <a:avLst/>
            </a:prstGeom>
            <a:solidFill>
              <a:srgbClr val="CCFFFF"/>
            </a:solidFill>
            <a:ln w="9525">
              <a:solidFill>
                <a:schemeClr val="accent2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endParaRPr lang="ja-JP" altLang="en-US" sz="1600">
                <a:latin typeface="Meiryo" charset="-128"/>
                <a:ea typeface="Meiryo" charset="-128"/>
                <a:cs typeface="Meiryo" charset="-128"/>
              </a:endParaRPr>
            </a:p>
          </p:txBody>
        </p:sp>
        <p:sp>
          <p:nvSpPr>
            <p:cNvPr id="48288" name="Oval 217"/>
            <p:cNvSpPr>
              <a:spLocks noChangeArrowheads="1"/>
            </p:cNvSpPr>
            <p:nvPr/>
          </p:nvSpPr>
          <p:spPr bwMode="auto">
            <a:xfrm>
              <a:off x="3939" y="2469"/>
              <a:ext cx="43" cy="45"/>
            </a:xfrm>
            <a:prstGeom prst="ellipse">
              <a:avLst/>
            </a:prstGeom>
            <a:solidFill>
              <a:srgbClr val="CCFFFF"/>
            </a:solidFill>
            <a:ln w="9525">
              <a:solidFill>
                <a:schemeClr val="accent2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endParaRPr lang="ja-JP" altLang="en-US" sz="1600">
                <a:latin typeface="Meiryo" charset="-128"/>
                <a:ea typeface="Meiryo" charset="-128"/>
                <a:cs typeface="Meiryo" charset="-128"/>
              </a:endParaRPr>
            </a:p>
          </p:txBody>
        </p:sp>
        <p:cxnSp>
          <p:nvCxnSpPr>
            <p:cNvPr id="48289" name="AutoShape 218"/>
            <p:cNvCxnSpPr>
              <a:cxnSpLocks noChangeShapeType="1"/>
              <a:stCxn id="48287" idx="6"/>
              <a:endCxn id="48288" idx="2"/>
            </p:cNvCxnSpPr>
            <p:nvPr/>
          </p:nvCxnSpPr>
          <p:spPr bwMode="auto">
            <a:xfrm>
              <a:off x="3833" y="2490"/>
              <a:ext cx="101" cy="2"/>
            </a:xfrm>
            <a:prstGeom prst="straightConnector1">
              <a:avLst/>
            </a:prstGeom>
            <a:noFill/>
            <a:ln w="9525">
              <a:solidFill>
                <a:srgbClr val="6666FF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48290" name="Oval 219"/>
            <p:cNvSpPr>
              <a:spLocks noChangeArrowheads="1"/>
            </p:cNvSpPr>
            <p:nvPr/>
          </p:nvSpPr>
          <p:spPr bwMode="auto">
            <a:xfrm>
              <a:off x="3674" y="2100"/>
              <a:ext cx="44" cy="46"/>
            </a:xfrm>
            <a:prstGeom prst="ellipse">
              <a:avLst/>
            </a:prstGeom>
            <a:solidFill>
              <a:srgbClr val="CCFFFF"/>
            </a:solidFill>
            <a:ln w="9525">
              <a:solidFill>
                <a:schemeClr val="accent2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endParaRPr lang="ja-JP" altLang="en-US" sz="1600">
                <a:latin typeface="Meiryo" charset="-128"/>
                <a:ea typeface="Meiryo" charset="-128"/>
                <a:cs typeface="Meiryo" charset="-128"/>
              </a:endParaRPr>
            </a:p>
          </p:txBody>
        </p:sp>
        <p:sp>
          <p:nvSpPr>
            <p:cNvPr id="48291" name="Oval 220"/>
            <p:cNvSpPr>
              <a:spLocks noChangeArrowheads="1"/>
            </p:cNvSpPr>
            <p:nvPr/>
          </p:nvSpPr>
          <p:spPr bwMode="auto">
            <a:xfrm>
              <a:off x="3829" y="2102"/>
              <a:ext cx="44" cy="46"/>
            </a:xfrm>
            <a:prstGeom prst="ellipse">
              <a:avLst/>
            </a:prstGeom>
            <a:solidFill>
              <a:srgbClr val="CCFFFF"/>
            </a:solidFill>
            <a:ln w="9525">
              <a:solidFill>
                <a:schemeClr val="accent2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endParaRPr lang="ja-JP" altLang="en-US" sz="1600">
                <a:latin typeface="Meiryo" charset="-128"/>
                <a:ea typeface="Meiryo" charset="-128"/>
                <a:cs typeface="Meiryo" charset="-128"/>
              </a:endParaRPr>
            </a:p>
          </p:txBody>
        </p:sp>
        <p:cxnSp>
          <p:nvCxnSpPr>
            <p:cNvPr id="48292" name="AutoShape 221"/>
            <p:cNvCxnSpPr>
              <a:cxnSpLocks noChangeShapeType="1"/>
              <a:stCxn id="48290" idx="6"/>
              <a:endCxn id="48291" idx="2"/>
            </p:cNvCxnSpPr>
            <p:nvPr/>
          </p:nvCxnSpPr>
          <p:spPr bwMode="auto">
            <a:xfrm>
              <a:off x="3722" y="2123"/>
              <a:ext cx="102" cy="2"/>
            </a:xfrm>
            <a:prstGeom prst="straightConnector1">
              <a:avLst/>
            </a:prstGeom>
            <a:noFill/>
            <a:ln w="9525">
              <a:solidFill>
                <a:srgbClr val="6666FF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48162" name="Group 222"/>
          <p:cNvGrpSpPr>
            <a:grpSpLocks/>
          </p:cNvGrpSpPr>
          <p:nvPr/>
        </p:nvGrpSpPr>
        <p:grpSpPr bwMode="auto">
          <a:xfrm>
            <a:off x="7817269" y="4407663"/>
            <a:ext cx="779462" cy="693737"/>
            <a:chOff x="3478" y="3051"/>
            <a:chExt cx="627" cy="560"/>
          </a:xfrm>
        </p:grpSpPr>
        <p:grpSp>
          <p:nvGrpSpPr>
            <p:cNvPr id="48216" name="Group 223"/>
            <p:cNvGrpSpPr>
              <a:grpSpLocks/>
            </p:cNvGrpSpPr>
            <p:nvPr/>
          </p:nvGrpSpPr>
          <p:grpSpPr bwMode="auto">
            <a:xfrm>
              <a:off x="3574" y="3175"/>
              <a:ext cx="531" cy="436"/>
              <a:chOff x="4656" y="2496"/>
              <a:chExt cx="528" cy="336"/>
            </a:xfrm>
          </p:grpSpPr>
          <p:sp>
            <p:nvSpPr>
              <p:cNvPr id="48248" name="Rectangle 224"/>
              <p:cNvSpPr>
                <a:spLocks noChangeArrowheads="1"/>
              </p:cNvSpPr>
              <p:nvPr/>
            </p:nvSpPr>
            <p:spPr bwMode="auto">
              <a:xfrm>
                <a:off x="4656" y="2496"/>
                <a:ext cx="528" cy="336"/>
              </a:xfrm>
              <a:prstGeom prst="rect">
                <a:avLst/>
              </a:prstGeom>
              <a:solidFill>
                <a:schemeClr val="bg1"/>
              </a:solidFill>
              <a:ln w="1587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1pPr>
                <a:lvl2pPr marL="742950" indent="-28575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2pPr>
                <a:lvl3pPr marL="11430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3pPr>
                <a:lvl4pPr marL="16002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4pPr>
                <a:lvl5pPr marL="20574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9pPr>
              </a:lstStyle>
              <a:p>
                <a:pPr eaLnBrk="1" hangingPunct="1"/>
                <a:endParaRPr lang="ja-JP" altLang="en-US" sz="1600">
                  <a:latin typeface="Meiryo" charset="-128"/>
                  <a:ea typeface="Meiryo" charset="-128"/>
                  <a:cs typeface="Meiryo" charset="-128"/>
                </a:endParaRPr>
              </a:p>
            </p:txBody>
          </p:sp>
          <p:sp>
            <p:nvSpPr>
              <p:cNvPr id="48249" name="Oval 225"/>
              <p:cNvSpPr>
                <a:spLocks noChangeArrowheads="1"/>
              </p:cNvSpPr>
              <p:nvPr/>
            </p:nvSpPr>
            <p:spPr bwMode="auto">
              <a:xfrm>
                <a:off x="4752" y="2544"/>
                <a:ext cx="76" cy="43"/>
              </a:xfrm>
              <a:prstGeom prst="ellipse">
                <a:avLst/>
              </a:prstGeom>
              <a:solidFill>
                <a:srgbClr val="B2B2B2"/>
              </a:solidFill>
              <a:ln w="635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1pPr>
                <a:lvl2pPr marL="742950" indent="-28575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2pPr>
                <a:lvl3pPr marL="11430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3pPr>
                <a:lvl4pPr marL="16002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4pPr>
                <a:lvl5pPr marL="20574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9pPr>
              </a:lstStyle>
              <a:p>
                <a:pPr eaLnBrk="1" hangingPunct="1"/>
                <a:endParaRPr lang="ja-JP" altLang="en-US" sz="1600">
                  <a:latin typeface="Meiryo" charset="-128"/>
                  <a:ea typeface="Meiryo" charset="-128"/>
                  <a:cs typeface="Meiryo" charset="-128"/>
                </a:endParaRPr>
              </a:p>
            </p:txBody>
          </p:sp>
          <p:grpSp>
            <p:nvGrpSpPr>
              <p:cNvPr id="48250" name="Group 226"/>
              <p:cNvGrpSpPr>
                <a:grpSpLocks/>
              </p:cNvGrpSpPr>
              <p:nvPr/>
            </p:nvGrpSpPr>
            <p:grpSpPr bwMode="auto">
              <a:xfrm>
                <a:off x="4868" y="2554"/>
                <a:ext cx="220" cy="43"/>
                <a:chOff x="768" y="3267"/>
                <a:chExt cx="220" cy="43"/>
              </a:xfrm>
            </p:grpSpPr>
            <p:sp>
              <p:nvSpPr>
                <p:cNvPr id="48263" name="Line 227"/>
                <p:cNvSpPr>
                  <a:spLocks noChangeShapeType="1"/>
                </p:cNvSpPr>
                <p:nvPr/>
              </p:nvSpPr>
              <p:spPr bwMode="auto">
                <a:xfrm>
                  <a:off x="768" y="3288"/>
                  <a:ext cx="144" cy="0"/>
                </a:xfrm>
                <a:prstGeom prst="line">
                  <a:avLst/>
                </a:prstGeom>
                <a:noFill/>
                <a:ln w="158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ja-JP" altLang="en-US" sz="1600">
                    <a:latin typeface="Meiryo" charset="-128"/>
                    <a:ea typeface="Meiryo" charset="-128"/>
                    <a:cs typeface="Meiryo" charset="-128"/>
                  </a:endParaRPr>
                </a:p>
              </p:txBody>
            </p:sp>
            <p:sp>
              <p:nvSpPr>
                <p:cNvPr id="48264" name="Oval 228"/>
                <p:cNvSpPr>
                  <a:spLocks noChangeArrowheads="1"/>
                </p:cNvSpPr>
                <p:nvPr/>
              </p:nvSpPr>
              <p:spPr bwMode="auto">
                <a:xfrm>
                  <a:off x="912" y="3267"/>
                  <a:ext cx="76" cy="43"/>
                </a:xfrm>
                <a:prstGeom prst="ellipse">
                  <a:avLst/>
                </a:prstGeom>
                <a:solidFill>
                  <a:srgbClr val="B2B2B2"/>
                </a:solidFill>
                <a:ln w="6350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1pPr>
                  <a:lvl2pPr marL="742950" indent="-28575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2pPr>
                  <a:lvl3pPr marL="11430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3pPr>
                  <a:lvl4pPr marL="16002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4pPr>
                  <a:lvl5pPr marL="20574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9pPr>
                </a:lstStyle>
                <a:p>
                  <a:pPr eaLnBrk="1" hangingPunct="1"/>
                  <a:endParaRPr lang="ja-JP" altLang="en-US" sz="1600">
                    <a:latin typeface="Meiryo" charset="-128"/>
                    <a:ea typeface="Meiryo" charset="-128"/>
                    <a:cs typeface="Meiryo" charset="-128"/>
                  </a:endParaRPr>
                </a:p>
              </p:txBody>
            </p:sp>
          </p:grpSp>
          <p:grpSp>
            <p:nvGrpSpPr>
              <p:cNvPr id="48251" name="Group 229"/>
              <p:cNvGrpSpPr>
                <a:grpSpLocks/>
              </p:cNvGrpSpPr>
              <p:nvPr/>
            </p:nvGrpSpPr>
            <p:grpSpPr bwMode="auto">
              <a:xfrm>
                <a:off x="4868" y="2597"/>
                <a:ext cx="220" cy="43"/>
                <a:chOff x="768" y="3360"/>
                <a:chExt cx="220" cy="43"/>
              </a:xfrm>
            </p:grpSpPr>
            <p:sp>
              <p:nvSpPr>
                <p:cNvPr id="48261" name="Line 230"/>
                <p:cNvSpPr>
                  <a:spLocks noChangeShapeType="1"/>
                </p:cNvSpPr>
                <p:nvPr/>
              </p:nvSpPr>
              <p:spPr bwMode="auto">
                <a:xfrm>
                  <a:off x="768" y="3381"/>
                  <a:ext cx="144" cy="0"/>
                </a:xfrm>
                <a:prstGeom prst="line">
                  <a:avLst/>
                </a:prstGeom>
                <a:noFill/>
                <a:ln w="158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ja-JP" altLang="en-US" sz="1600">
                    <a:latin typeface="Meiryo" charset="-128"/>
                    <a:ea typeface="Meiryo" charset="-128"/>
                    <a:cs typeface="Meiryo" charset="-128"/>
                  </a:endParaRPr>
                </a:p>
              </p:txBody>
            </p:sp>
            <p:sp>
              <p:nvSpPr>
                <p:cNvPr id="48262" name="Oval 231"/>
                <p:cNvSpPr>
                  <a:spLocks noChangeArrowheads="1"/>
                </p:cNvSpPr>
                <p:nvPr/>
              </p:nvSpPr>
              <p:spPr bwMode="auto">
                <a:xfrm>
                  <a:off x="912" y="3360"/>
                  <a:ext cx="76" cy="43"/>
                </a:xfrm>
                <a:prstGeom prst="ellipse">
                  <a:avLst/>
                </a:prstGeom>
                <a:solidFill>
                  <a:srgbClr val="B2B2B2"/>
                </a:solidFill>
                <a:ln w="6350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1pPr>
                  <a:lvl2pPr marL="742950" indent="-28575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2pPr>
                  <a:lvl3pPr marL="11430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3pPr>
                  <a:lvl4pPr marL="16002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4pPr>
                  <a:lvl5pPr marL="20574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9pPr>
                </a:lstStyle>
                <a:p>
                  <a:pPr eaLnBrk="1" hangingPunct="1"/>
                  <a:endParaRPr lang="ja-JP" altLang="en-US" sz="1600">
                    <a:latin typeface="Meiryo" charset="-128"/>
                    <a:ea typeface="Meiryo" charset="-128"/>
                    <a:cs typeface="Meiryo" charset="-128"/>
                  </a:endParaRPr>
                </a:p>
              </p:txBody>
            </p:sp>
          </p:grpSp>
          <p:grpSp>
            <p:nvGrpSpPr>
              <p:cNvPr id="48252" name="Group 232"/>
              <p:cNvGrpSpPr>
                <a:grpSpLocks/>
              </p:cNvGrpSpPr>
              <p:nvPr/>
            </p:nvGrpSpPr>
            <p:grpSpPr bwMode="auto">
              <a:xfrm>
                <a:off x="4868" y="2645"/>
                <a:ext cx="220" cy="43"/>
                <a:chOff x="768" y="3360"/>
                <a:chExt cx="220" cy="43"/>
              </a:xfrm>
            </p:grpSpPr>
            <p:sp>
              <p:nvSpPr>
                <p:cNvPr id="48259" name="Line 233"/>
                <p:cNvSpPr>
                  <a:spLocks noChangeShapeType="1"/>
                </p:cNvSpPr>
                <p:nvPr/>
              </p:nvSpPr>
              <p:spPr bwMode="auto">
                <a:xfrm>
                  <a:off x="768" y="3381"/>
                  <a:ext cx="144" cy="0"/>
                </a:xfrm>
                <a:prstGeom prst="line">
                  <a:avLst/>
                </a:prstGeom>
                <a:noFill/>
                <a:ln w="158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ja-JP" altLang="en-US" sz="1600">
                    <a:latin typeface="Meiryo" charset="-128"/>
                    <a:ea typeface="Meiryo" charset="-128"/>
                    <a:cs typeface="Meiryo" charset="-128"/>
                  </a:endParaRPr>
                </a:p>
              </p:txBody>
            </p:sp>
            <p:sp>
              <p:nvSpPr>
                <p:cNvPr id="48260" name="Oval 234"/>
                <p:cNvSpPr>
                  <a:spLocks noChangeArrowheads="1"/>
                </p:cNvSpPr>
                <p:nvPr/>
              </p:nvSpPr>
              <p:spPr bwMode="auto">
                <a:xfrm>
                  <a:off x="912" y="3360"/>
                  <a:ext cx="76" cy="43"/>
                </a:xfrm>
                <a:prstGeom prst="ellipse">
                  <a:avLst/>
                </a:prstGeom>
                <a:solidFill>
                  <a:srgbClr val="B2B2B2"/>
                </a:solidFill>
                <a:ln w="6350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1pPr>
                  <a:lvl2pPr marL="742950" indent="-28575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2pPr>
                  <a:lvl3pPr marL="11430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3pPr>
                  <a:lvl4pPr marL="16002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4pPr>
                  <a:lvl5pPr marL="20574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9pPr>
                </a:lstStyle>
                <a:p>
                  <a:pPr eaLnBrk="1" hangingPunct="1"/>
                  <a:endParaRPr lang="ja-JP" altLang="en-US" sz="1600">
                    <a:latin typeface="Meiryo" charset="-128"/>
                    <a:ea typeface="Meiryo" charset="-128"/>
                    <a:cs typeface="Meiryo" charset="-128"/>
                  </a:endParaRPr>
                </a:p>
              </p:txBody>
            </p:sp>
          </p:grpSp>
          <p:grpSp>
            <p:nvGrpSpPr>
              <p:cNvPr id="48253" name="Group 235"/>
              <p:cNvGrpSpPr>
                <a:grpSpLocks/>
              </p:cNvGrpSpPr>
              <p:nvPr/>
            </p:nvGrpSpPr>
            <p:grpSpPr bwMode="auto">
              <a:xfrm>
                <a:off x="4868" y="2693"/>
                <a:ext cx="220" cy="43"/>
                <a:chOff x="768" y="3360"/>
                <a:chExt cx="220" cy="43"/>
              </a:xfrm>
            </p:grpSpPr>
            <p:sp>
              <p:nvSpPr>
                <p:cNvPr id="48257" name="Line 236"/>
                <p:cNvSpPr>
                  <a:spLocks noChangeShapeType="1"/>
                </p:cNvSpPr>
                <p:nvPr/>
              </p:nvSpPr>
              <p:spPr bwMode="auto">
                <a:xfrm>
                  <a:off x="768" y="3381"/>
                  <a:ext cx="144" cy="0"/>
                </a:xfrm>
                <a:prstGeom prst="line">
                  <a:avLst/>
                </a:prstGeom>
                <a:noFill/>
                <a:ln w="158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ja-JP" altLang="en-US" sz="1600">
                    <a:latin typeface="Meiryo" charset="-128"/>
                    <a:ea typeface="Meiryo" charset="-128"/>
                    <a:cs typeface="Meiryo" charset="-128"/>
                  </a:endParaRPr>
                </a:p>
              </p:txBody>
            </p:sp>
            <p:sp>
              <p:nvSpPr>
                <p:cNvPr id="48258" name="Oval 237"/>
                <p:cNvSpPr>
                  <a:spLocks noChangeArrowheads="1"/>
                </p:cNvSpPr>
                <p:nvPr/>
              </p:nvSpPr>
              <p:spPr bwMode="auto">
                <a:xfrm>
                  <a:off x="912" y="3360"/>
                  <a:ext cx="76" cy="43"/>
                </a:xfrm>
                <a:prstGeom prst="ellipse">
                  <a:avLst/>
                </a:prstGeom>
                <a:solidFill>
                  <a:srgbClr val="B2B2B2"/>
                </a:solidFill>
                <a:ln w="6350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1pPr>
                  <a:lvl2pPr marL="742950" indent="-28575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2pPr>
                  <a:lvl3pPr marL="11430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3pPr>
                  <a:lvl4pPr marL="16002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4pPr>
                  <a:lvl5pPr marL="20574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9pPr>
                </a:lstStyle>
                <a:p>
                  <a:pPr eaLnBrk="1" hangingPunct="1"/>
                  <a:endParaRPr lang="ja-JP" altLang="en-US" sz="1600">
                    <a:latin typeface="Meiryo" charset="-128"/>
                    <a:ea typeface="Meiryo" charset="-128"/>
                    <a:cs typeface="Meiryo" charset="-128"/>
                  </a:endParaRPr>
                </a:p>
              </p:txBody>
            </p:sp>
          </p:grpSp>
          <p:grpSp>
            <p:nvGrpSpPr>
              <p:cNvPr id="48254" name="Group 238"/>
              <p:cNvGrpSpPr>
                <a:grpSpLocks/>
              </p:cNvGrpSpPr>
              <p:nvPr/>
            </p:nvGrpSpPr>
            <p:grpSpPr bwMode="auto">
              <a:xfrm>
                <a:off x="4868" y="2741"/>
                <a:ext cx="220" cy="43"/>
                <a:chOff x="768" y="3360"/>
                <a:chExt cx="220" cy="43"/>
              </a:xfrm>
            </p:grpSpPr>
            <p:sp>
              <p:nvSpPr>
                <p:cNvPr id="48255" name="Line 239"/>
                <p:cNvSpPr>
                  <a:spLocks noChangeShapeType="1"/>
                </p:cNvSpPr>
                <p:nvPr/>
              </p:nvSpPr>
              <p:spPr bwMode="auto">
                <a:xfrm>
                  <a:off x="768" y="3381"/>
                  <a:ext cx="144" cy="0"/>
                </a:xfrm>
                <a:prstGeom prst="line">
                  <a:avLst/>
                </a:prstGeom>
                <a:noFill/>
                <a:ln w="158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ja-JP" altLang="en-US" sz="1600">
                    <a:latin typeface="Meiryo" charset="-128"/>
                    <a:ea typeface="Meiryo" charset="-128"/>
                    <a:cs typeface="Meiryo" charset="-128"/>
                  </a:endParaRPr>
                </a:p>
              </p:txBody>
            </p:sp>
            <p:sp>
              <p:nvSpPr>
                <p:cNvPr id="48256" name="Oval 240"/>
                <p:cNvSpPr>
                  <a:spLocks noChangeArrowheads="1"/>
                </p:cNvSpPr>
                <p:nvPr/>
              </p:nvSpPr>
              <p:spPr bwMode="auto">
                <a:xfrm>
                  <a:off x="912" y="3360"/>
                  <a:ext cx="76" cy="43"/>
                </a:xfrm>
                <a:prstGeom prst="ellipse">
                  <a:avLst/>
                </a:prstGeom>
                <a:solidFill>
                  <a:srgbClr val="B2B2B2"/>
                </a:solidFill>
                <a:ln w="6350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1pPr>
                  <a:lvl2pPr marL="742950" indent="-28575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2pPr>
                  <a:lvl3pPr marL="11430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3pPr>
                  <a:lvl4pPr marL="16002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4pPr>
                  <a:lvl5pPr marL="20574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9pPr>
                </a:lstStyle>
                <a:p>
                  <a:pPr eaLnBrk="1" hangingPunct="1"/>
                  <a:endParaRPr lang="ja-JP" altLang="en-US" sz="1600">
                    <a:latin typeface="Meiryo" charset="-128"/>
                    <a:ea typeface="Meiryo" charset="-128"/>
                    <a:cs typeface="Meiryo" charset="-128"/>
                  </a:endParaRPr>
                </a:p>
              </p:txBody>
            </p:sp>
          </p:grpSp>
        </p:grpSp>
        <p:grpSp>
          <p:nvGrpSpPr>
            <p:cNvPr id="48217" name="Group 241"/>
            <p:cNvGrpSpPr>
              <a:grpSpLocks/>
            </p:cNvGrpSpPr>
            <p:nvPr/>
          </p:nvGrpSpPr>
          <p:grpSpPr bwMode="auto">
            <a:xfrm>
              <a:off x="3515" y="3112"/>
              <a:ext cx="531" cy="436"/>
              <a:chOff x="4656" y="2496"/>
              <a:chExt cx="528" cy="336"/>
            </a:xfrm>
          </p:grpSpPr>
          <p:sp>
            <p:nvSpPr>
              <p:cNvPr id="48231" name="Rectangle 242"/>
              <p:cNvSpPr>
                <a:spLocks noChangeArrowheads="1"/>
              </p:cNvSpPr>
              <p:nvPr/>
            </p:nvSpPr>
            <p:spPr bwMode="auto">
              <a:xfrm>
                <a:off x="4656" y="2496"/>
                <a:ext cx="528" cy="336"/>
              </a:xfrm>
              <a:prstGeom prst="rect">
                <a:avLst/>
              </a:prstGeom>
              <a:solidFill>
                <a:schemeClr val="bg1"/>
              </a:solidFill>
              <a:ln w="1587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1pPr>
                <a:lvl2pPr marL="742950" indent="-28575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2pPr>
                <a:lvl3pPr marL="11430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3pPr>
                <a:lvl4pPr marL="16002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4pPr>
                <a:lvl5pPr marL="20574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9pPr>
              </a:lstStyle>
              <a:p>
                <a:pPr eaLnBrk="1" hangingPunct="1"/>
                <a:endParaRPr lang="ja-JP" altLang="en-US" sz="1600">
                  <a:latin typeface="Meiryo" charset="-128"/>
                  <a:ea typeface="Meiryo" charset="-128"/>
                  <a:cs typeface="Meiryo" charset="-128"/>
                </a:endParaRPr>
              </a:p>
            </p:txBody>
          </p:sp>
          <p:sp>
            <p:nvSpPr>
              <p:cNvPr id="48232" name="Oval 243"/>
              <p:cNvSpPr>
                <a:spLocks noChangeArrowheads="1"/>
              </p:cNvSpPr>
              <p:nvPr/>
            </p:nvSpPr>
            <p:spPr bwMode="auto">
              <a:xfrm>
                <a:off x="4752" y="2544"/>
                <a:ext cx="76" cy="43"/>
              </a:xfrm>
              <a:prstGeom prst="ellipse">
                <a:avLst/>
              </a:prstGeom>
              <a:solidFill>
                <a:srgbClr val="B2B2B2"/>
              </a:solidFill>
              <a:ln w="635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1pPr>
                <a:lvl2pPr marL="742950" indent="-28575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2pPr>
                <a:lvl3pPr marL="11430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3pPr>
                <a:lvl4pPr marL="16002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4pPr>
                <a:lvl5pPr marL="20574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9pPr>
              </a:lstStyle>
              <a:p>
                <a:pPr eaLnBrk="1" hangingPunct="1"/>
                <a:endParaRPr lang="ja-JP" altLang="en-US" sz="1600">
                  <a:latin typeface="Meiryo" charset="-128"/>
                  <a:ea typeface="Meiryo" charset="-128"/>
                  <a:cs typeface="Meiryo" charset="-128"/>
                </a:endParaRPr>
              </a:p>
            </p:txBody>
          </p:sp>
          <p:grpSp>
            <p:nvGrpSpPr>
              <p:cNvPr id="48233" name="Group 244"/>
              <p:cNvGrpSpPr>
                <a:grpSpLocks/>
              </p:cNvGrpSpPr>
              <p:nvPr/>
            </p:nvGrpSpPr>
            <p:grpSpPr bwMode="auto">
              <a:xfrm>
                <a:off x="4868" y="2554"/>
                <a:ext cx="220" cy="43"/>
                <a:chOff x="768" y="3267"/>
                <a:chExt cx="220" cy="43"/>
              </a:xfrm>
            </p:grpSpPr>
            <p:sp>
              <p:nvSpPr>
                <p:cNvPr id="48246" name="Line 245"/>
                <p:cNvSpPr>
                  <a:spLocks noChangeShapeType="1"/>
                </p:cNvSpPr>
                <p:nvPr/>
              </p:nvSpPr>
              <p:spPr bwMode="auto">
                <a:xfrm>
                  <a:off x="768" y="3288"/>
                  <a:ext cx="144" cy="0"/>
                </a:xfrm>
                <a:prstGeom prst="line">
                  <a:avLst/>
                </a:prstGeom>
                <a:noFill/>
                <a:ln w="158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ja-JP" altLang="en-US" sz="1600">
                    <a:latin typeface="Meiryo" charset="-128"/>
                    <a:ea typeface="Meiryo" charset="-128"/>
                    <a:cs typeface="Meiryo" charset="-128"/>
                  </a:endParaRPr>
                </a:p>
              </p:txBody>
            </p:sp>
            <p:sp>
              <p:nvSpPr>
                <p:cNvPr id="48247" name="Oval 246"/>
                <p:cNvSpPr>
                  <a:spLocks noChangeArrowheads="1"/>
                </p:cNvSpPr>
                <p:nvPr/>
              </p:nvSpPr>
              <p:spPr bwMode="auto">
                <a:xfrm>
                  <a:off x="912" y="3267"/>
                  <a:ext cx="76" cy="43"/>
                </a:xfrm>
                <a:prstGeom prst="ellipse">
                  <a:avLst/>
                </a:prstGeom>
                <a:solidFill>
                  <a:srgbClr val="B2B2B2"/>
                </a:solidFill>
                <a:ln w="6350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1pPr>
                  <a:lvl2pPr marL="742950" indent="-28575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2pPr>
                  <a:lvl3pPr marL="11430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3pPr>
                  <a:lvl4pPr marL="16002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4pPr>
                  <a:lvl5pPr marL="20574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9pPr>
                </a:lstStyle>
                <a:p>
                  <a:pPr eaLnBrk="1" hangingPunct="1"/>
                  <a:endParaRPr lang="ja-JP" altLang="en-US" sz="1600">
                    <a:latin typeface="Meiryo" charset="-128"/>
                    <a:ea typeface="Meiryo" charset="-128"/>
                    <a:cs typeface="Meiryo" charset="-128"/>
                  </a:endParaRPr>
                </a:p>
              </p:txBody>
            </p:sp>
          </p:grpSp>
          <p:grpSp>
            <p:nvGrpSpPr>
              <p:cNvPr id="48234" name="Group 247"/>
              <p:cNvGrpSpPr>
                <a:grpSpLocks/>
              </p:cNvGrpSpPr>
              <p:nvPr/>
            </p:nvGrpSpPr>
            <p:grpSpPr bwMode="auto">
              <a:xfrm>
                <a:off x="4868" y="2597"/>
                <a:ext cx="220" cy="43"/>
                <a:chOff x="768" y="3360"/>
                <a:chExt cx="220" cy="43"/>
              </a:xfrm>
            </p:grpSpPr>
            <p:sp>
              <p:nvSpPr>
                <p:cNvPr id="48244" name="Line 248"/>
                <p:cNvSpPr>
                  <a:spLocks noChangeShapeType="1"/>
                </p:cNvSpPr>
                <p:nvPr/>
              </p:nvSpPr>
              <p:spPr bwMode="auto">
                <a:xfrm>
                  <a:off x="768" y="3381"/>
                  <a:ext cx="144" cy="0"/>
                </a:xfrm>
                <a:prstGeom prst="line">
                  <a:avLst/>
                </a:prstGeom>
                <a:noFill/>
                <a:ln w="158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ja-JP" altLang="en-US" sz="1600">
                    <a:latin typeface="Meiryo" charset="-128"/>
                    <a:ea typeface="Meiryo" charset="-128"/>
                    <a:cs typeface="Meiryo" charset="-128"/>
                  </a:endParaRPr>
                </a:p>
              </p:txBody>
            </p:sp>
            <p:sp>
              <p:nvSpPr>
                <p:cNvPr id="48245" name="Oval 249"/>
                <p:cNvSpPr>
                  <a:spLocks noChangeArrowheads="1"/>
                </p:cNvSpPr>
                <p:nvPr/>
              </p:nvSpPr>
              <p:spPr bwMode="auto">
                <a:xfrm>
                  <a:off x="912" y="3360"/>
                  <a:ext cx="76" cy="43"/>
                </a:xfrm>
                <a:prstGeom prst="ellipse">
                  <a:avLst/>
                </a:prstGeom>
                <a:solidFill>
                  <a:srgbClr val="B2B2B2"/>
                </a:solidFill>
                <a:ln w="6350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1pPr>
                  <a:lvl2pPr marL="742950" indent="-28575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2pPr>
                  <a:lvl3pPr marL="11430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3pPr>
                  <a:lvl4pPr marL="16002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4pPr>
                  <a:lvl5pPr marL="20574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9pPr>
                </a:lstStyle>
                <a:p>
                  <a:pPr eaLnBrk="1" hangingPunct="1"/>
                  <a:endParaRPr lang="ja-JP" altLang="en-US" sz="1600">
                    <a:latin typeface="Meiryo" charset="-128"/>
                    <a:ea typeface="Meiryo" charset="-128"/>
                    <a:cs typeface="Meiryo" charset="-128"/>
                  </a:endParaRPr>
                </a:p>
              </p:txBody>
            </p:sp>
          </p:grpSp>
          <p:grpSp>
            <p:nvGrpSpPr>
              <p:cNvPr id="48235" name="Group 250"/>
              <p:cNvGrpSpPr>
                <a:grpSpLocks/>
              </p:cNvGrpSpPr>
              <p:nvPr/>
            </p:nvGrpSpPr>
            <p:grpSpPr bwMode="auto">
              <a:xfrm>
                <a:off x="4868" y="2645"/>
                <a:ext cx="220" cy="43"/>
                <a:chOff x="768" y="3360"/>
                <a:chExt cx="220" cy="43"/>
              </a:xfrm>
            </p:grpSpPr>
            <p:sp>
              <p:nvSpPr>
                <p:cNvPr id="48242" name="Line 251"/>
                <p:cNvSpPr>
                  <a:spLocks noChangeShapeType="1"/>
                </p:cNvSpPr>
                <p:nvPr/>
              </p:nvSpPr>
              <p:spPr bwMode="auto">
                <a:xfrm>
                  <a:off x="768" y="3381"/>
                  <a:ext cx="144" cy="0"/>
                </a:xfrm>
                <a:prstGeom prst="line">
                  <a:avLst/>
                </a:prstGeom>
                <a:noFill/>
                <a:ln w="158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ja-JP" altLang="en-US" sz="1600">
                    <a:latin typeface="Meiryo" charset="-128"/>
                    <a:ea typeface="Meiryo" charset="-128"/>
                    <a:cs typeface="Meiryo" charset="-128"/>
                  </a:endParaRPr>
                </a:p>
              </p:txBody>
            </p:sp>
            <p:sp>
              <p:nvSpPr>
                <p:cNvPr id="48243" name="Oval 252"/>
                <p:cNvSpPr>
                  <a:spLocks noChangeArrowheads="1"/>
                </p:cNvSpPr>
                <p:nvPr/>
              </p:nvSpPr>
              <p:spPr bwMode="auto">
                <a:xfrm>
                  <a:off x="912" y="3360"/>
                  <a:ext cx="76" cy="43"/>
                </a:xfrm>
                <a:prstGeom prst="ellipse">
                  <a:avLst/>
                </a:prstGeom>
                <a:solidFill>
                  <a:srgbClr val="B2B2B2"/>
                </a:solidFill>
                <a:ln w="6350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1pPr>
                  <a:lvl2pPr marL="742950" indent="-28575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2pPr>
                  <a:lvl3pPr marL="11430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3pPr>
                  <a:lvl4pPr marL="16002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4pPr>
                  <a:lvl5pPr marL="20574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9pPr>
                </a:lstStyle>
                <a:p>
                  <a:pPr eaLnBrk="1" hangingPunct="1"/>
                  <a:endParaRPr lang="ja-JP" altLang="en-US" sz="1600">
                    <a:latin typeface="Meiryo" charset="-128"/>
                    <a:ea typeface="Meiryo" charset="-128"/>
                    <a:cs typeface="Meiryo" charset="-128"/>
                  </a:endParaRPr>
                </a:p>
              </p:txBody>
            </p:sp>
          </p:grpSp>
          <p:grpSp>
            <p:nvGrpSpPr>
              <p:cNvPr id="48236" name="Group 253"/>
              <p:cNvGrpSpPr>
                <a:grpSpLocks/>
              </p:cNvGrpSpPr>
              <p:nvPr/>
            </p:nvGrpSpPr>
            <p:grpSpPr bwMode="auto">
              <a:xfrm>
                <a:off x="4868" y="2693"/>
                <a:ext cx="220" cy="43"/>
                <a:chOff x="768" y="3360"/>
                <a:chExt cx="220" cy="43"/>
              </a:xfrm>
            </p:grpSpPr>
            <p:sp>
              <p:nvSpPr>
                <p:cNvPr id="48240" name="Line 254"/>
                <p:cNvSpPr>
                  <a:spLocks noChangeShapeType="1"/>
                </p:cNvSpPr>
                <p:nvPr/>
              </p:nvSpPr>
              <p:spPr bwMode="auto">
                <a:xfrm>
                  <a:off x="768" y="3381"/>
                  <a:ext cx="144" cy="0"/>
                </a:xfrm>
                <a:prstGeom prst="line">
                  <a:avLst/>
                </a:prstGeom>
                <a:noFill/>
                <a:ln w="158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ja-JP" altLang="en-US" sz="1600">
                    <a:latin typeface="Meiryo" charset="-128"/>
                    <a:ea typeface="Meiryo" charset="-128"/>
                    <a:cs typeface="Meiryo" charset="-128"/>
                  </a:endParaRPr>
                </a:p>
              </p:txBody>
            </p:sp>
            <p:sp>
              <p:nvSpPr>
                <p:cNvPr id="48241" name="Oval 255"/>
                <p:cNvSpPr>
                  <a:spLocks noChangeArrowheads="1"/>
                </p:cNvSpPr>
                <p:nvPr/>
              </p:nvSpPr>
              <p:spPr bwMode="auto">
                <a:xfrm>
                  <a:off x="912" y="3360"/>
                  <a:ext cx="76" cy="43"/>
                </a:xfrm>
                <a:prstGeom prst="ellipse">
                  <a:avLst/>
                </a:prstGeom>
                <a:solidFill>
                  <a:srgbClr val="B2B2B2"/>
                </a:solidFill>
                <a:ln w="6350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1pPr>
                  <a:lvl2pPr marL="742950" indent="-28575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2pPr>
                  <a:lvl3pPr marL="11430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3pPr>
                  <a:lvl4pPr marL="16002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4pPr>
                  <a:lvl5pPr marL="20574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9pPr>
                </a:lstStyle>
                <a:p>
                  <a:pPr eaLnBrk="1" hangingPunct="1"/>
                  <a:endParaRPr lang="ja-JP" altLang="en-US" sz="1600">
                    <a:latin typeface="Meiryo" charset="-128"/>
                    <a:ea typeface="Meiryo" charset="-128"/>
                    <a:cs typeface="Meiryo" charset="-128"/>
                  </a:endParaRPr>
                </a:p>
              </p:txBody>
            </p:sp>
          </p:grpSp>
          <p:grpSp>
            <p:nvGrpSpPr>
              <p:cNvPr id="48237" name="Group 256"/>
              <p:cNvGrpSpPr>
                <a:grpSpLocks/>
              </p:cNvGrpSpPr>
              <p:nvPr/>
            </p:nvGrpSpPr>
            <p:grpSpPr bwMode="auto">
              <a:xfrm>
                <a:off x="4868" y="2741"/>
                <a:ext cx="220" cy="43"/>
                <a:chOff x="768" y="3360"/>
                <a:chExt cx="220" cy="43"/>
              </a:xfrm>
            </p:grpSpPr>
            <p:sp>
              <p:nvSpPr>
                <p:cNvPr id="48238" name="Line 257"/>
                <p:cNvSpPr>
                  <a:spLocks noChangeShapeType="1"/>
                </p:cNvSpPr>
                <p:nvPr/>
              </p:nvSpPr>
              <p:spPr bwMode="auto">
                <a:xfrm>
                  <a:off x="768" y="3381"/>
                  <a:ext cx="144" cy="0"/>
                </a:xfrm>
                <a:prstGeom prst="line">
                  <a:avLst/>
                </a:prstGeom>
                <a:noFill/>
                <a:ln w="158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ja-JP" altLang="en-US" sz="1600">
                    <a:latin typeface="Meiryo" charset="-128"/>
                    <a:ea typeface="Meiryo" charset="-128"/>
                    <a:cs typeface="Meiryo" charset="-128"/>
                  </a:endParaRPr>
                </a:p>
              </p:txBody>
            </p:sp>
            <p:sp>
              <p:nvSpPr>
                <p:cNvPr id="48239" name="Oval 258"/>
                <p:cNvSpPr>
                  <a:spLocks noChangeArrowheads="1"/>
                </p:cNvSpPr>
                <p:nvPr/>
              </p:nvSpPr>
              <p:spPr bwMode="auto">
                <a:xfrm>
                  <a:off x="912" y="3360"/>
                  <a:ext cx="76" cy="43"/>
                </a:xfrm>
                <a:prstGeom prst="ellipse">
                  <a:avLst/>
                </a:prstGeom>
                <a:solidFill>
                  <a:srgbClr val="B2B2B2"/>
                </a:solidFill>
                <a:ln w="6350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1pPr>
                  <a:lvl2pPr marL="742950" indent="-28575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2pPr>
                  <a:lvl3pPr marL="11430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3pPr>
                  <a:lvl4pPr marL="16002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4pPr>
                  <a:lvl5pPr marL="20574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9pPr>
                </a:lstStyle>
                <a:p>
                  <a:pPr eaLnBrk="1" hangingPunct="1"/>
                  <a:endParaRPr lang="ja-JP" altLang="en-US" sz="1600">
                    <a:latin typeface="Meiryo" charset="-128"/>
                    <a:ea typeface="Meiryo" charset="-128"/>
                    <a:cs typeface="Meiryo" charset="-128"/>
                  </a:endParaRPr>
                </a:p>
              </p:txBody>
            </p:sp>
          </p:grpSp>
        </p:grpSp>
        <p:sp>
          <p:nvSpPr>
            <p:cNvPr id="48218" name="Rectangle 259"/>
            <p:cNvSpPr>
              <a:spLocks noChangeArrowheads="1"/>
            </p:cNvSpPr>
            <p:nvPr/>
          </p:nvSpPr>
          <p:spPr bwMode="auto">
            <a:xfrm>
              <a:off x="3478" y="3051"/>
              <a:ext cx="531" cy="436"/>
            </a:xfrm>
            <a:prstGeom prst="rect">
              <a:avLst/>
            </a:prstGeom>
            <a:solidFill>
              <a:schemeClr val="bg1"/>
            </a:solidFill>
            <a:ln w="1587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endParaRPr lang="ja-JP" altLang="en-US" sz="1600">
                <a:latin typeface="Meiryo" charset="-128"/>
                <a:ea typeface="Meiryo" charset="-128"/>
                <a:cs typeface="Meiryo" charset="-128"/>
              </a:endParaRPr>
            </a:p>
          </p:txBody>
        </p:sp>
        <p:grpSp>
          <p:nvGrpSpPr>
            <p:cNvPr id="48219" name="Group 260"/>
            <p:cNvGrpSpPr>
              <a:grpSpLocks/>
            </p:cNvGrpSpPr>
            <p:nvPr/>
          </p:nvGrpSpPr>
          <p:grpSpPr bwMode="auto">
            <a:xfrm>
              <a:off x="3575" y="3126"/>
              <a:ext cx="337" cy="299"/>
              <a:chOff x="3494" y="3687"/>
              <a:chExt cx="337" cy="299"/>
            </a:xfrm>
          </p:grpSpPr>
          <p:sp>
            <p:nvSpPr>
              <p:cNvPr id="48220" name="Oval 261"/>
              <p:cNvSpPr>
                <a:spLocks noChangeArrowheads="1"/>
              </p:cNvSpPr>
              <p:nvPr/>
            </p:nvSpPr>
            <p:spPr bwMode="auto">
              <a:xfrm>
                <a:off x="3494" y="3688"/>
                <a:ext cx="76" cy="56"/>
              </a:xfrm>
              <a:prstGeom prst="ellipse">
                <a:avLst/>
              </a:prstGeom>
              <a:solidFill>
                <a:srgbClr val="6699FF"/>
              </a:solidFill>
              <a:ln w="19050">
                <a:solidFill>
                  <a:schemeClr val="accent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1pPr>
                <a:lvl2pPr marL="742950" indent="-28575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2pPr>
                <a:lvl3pPr marL="11430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3pPr>
                <a:lvl4pPr marL="16002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4pPr>
                <a:lvl5pPr marL="20574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9pPr>
              </a:lstStyle>
              <a:p>
                <a:pPr eaLnBrk="1" hangingPunct="1"/>
                <a:endParaRPr lang="ja-JP" altLang="en-US" sz="1600">
                  <a:latin typeface="Meiryo" charset="-128"/>
                  <a:ea typeface="Meiryo" charset="-128"/>
                  <a:cs typeface="Meiryo" charset="-128"/>
                </a:endParaRPr>
              </a:p>
            </p:txBody>
          </p:sp>
          <p:sp>
            <p:nvSpPr>
              <p:cNvPr id="48221" name="Line 262"/>
              <p:cNvSpPr>
                <a:spLocks noChangeShapeType="1"/>
              </p:cNvSpPr>
              <p:nvPr/>
            </p:nvSpPr>
            <p:spPr bwMode="auto">
              <a:xfrm>
                <a:off x="3610" y="3715"/>
                <a:ext cx="145" cy="0"/>
              </a:xfrm>
              <a:prstGeom prst="line">
                <a:avLst/>
              </a:prstGeom>
              <a:noFill/>
              <a:ln w="22225">
                <a:solidFill>
                  <a:schemeClr val="tx1"/>
                </a:solidFill>
                <a:prstDash val="sysDot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ja-JP" altLang="en-US" sz="1600">
                  <a:latin typeface="Meiryo" charset="-128"/>
                  <a:ea typeface="Meiryo" charset="-128"/>
                  <a:cs typeface="Meiryo" charset="-128"/>
                </a:endParaRPr>
              </a:p>
            </p:txBody>
          </p:sp>
          <p:sp>
            <p:nvSpPr>
              <p:cNvPr id="48222" name="Oval 263"/>
              <p:cNvSpPr>
                <a:spLocks noChangeArrowheads="1"/>
              </p:cNvSpPr>
              <p:nvPr/>
            </p:nvSpPr>
            <p:spPr bwMode="auto">
              <a:xfrm>
                <a:off x="3755" y="3687"/>
                <a:ext cx="76" cy="56"/>
              </a:xfrm>
              <a:prstGeom prst="ellipse">
                <a:avLst/>
              </a:prstGeom>
              <a:solidFill>
                <a:srgbClr val="6699FF"/>
              </a:solidFill>
              <a:ln w="19050">
                <a:solidFill>
                  <a:schemeClr val="accent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1pPr>
                <a:lvl2pPr marL="742950" indent="-28575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2pPr>
                <a:lvl3pPr marL="11430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3pPr>
                <a:lvl4pPr marL="16002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4pPr>
                <a:lvl5pPr marL="20574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9pPr>
              </a:lstStyle>
              <a:p>
                <a:pPr eaLnBrk="1" hangingPunct="1"/>
                <a:endParaRPr lang="ja-JP" altLang="en-US" sz="1600">
                  <a:latin typeface="Meiryo" charset="-128"/>
                  <a:ea typeface="Meiryo" charset="-128"/>
                  <a:cs typeface="Meiryo" charset="-128"/>
                </a:endParaRPr>
              </a:p>
            </p:txBody>
          </p:sp>
          <p:sp>
            <p:nvSpPr>
              <p:cNvPr id="48223" name="Line 264"/>
              <p:cNvSpPr>
                <a:spLocks noChangeShapeType="1"/>
              </p:cNvSpPr>
              <p:nvPr/>
            </p:nvSpPr>
            <p:spPr bwMode="auto">
              <a:xfrm>
                <a:off x="3610" y="3770"/>
                <a:ext cx="145" cy="0"/>
              </a:xfrm>
              <a:prstGeom prst="line">
                <a:avLst/>
              </a:prstGeom>
              <a:noFill/>
              <a:ln w="22225">
                <a:solidFill>
                  <a:schemeClr val="tx1"/>
                </a:solidFill>
                <a:prstDash val="sysDot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ja-JP" altLang="en-US" sz="1600">
                  <a:latin typeface="Meiryo" charset="-128"/>
                  <a:ea typeface="Meiryo" charset="-128"/>
                  <a:cs typeface="Meiryo" charset="-128"/>
                </a:endParaRPr>
              </a:p>
            </p:txBody>
          </p:sp>
          <p:sp>
            <p:nvSpPr>
              <p:cNvPr id="48224" name="Oval 265"/>
              <p:cNvSpPr>
                <a:spLocks noChangeArrowheads="1"/>
              </p:cNvSpPr>
              <p:nvPr/>
            </p:nvSpPr>
            <p:spPr bwMode="auto">
              <a:xfrm>
                <a:off x="3755" y="3743"/>
                <a:ext cx="76" cy="56"/>
              </a:xfrm>
              <a:prstGeom prst="ellipse">
                <a:avLst/>
              </a:prstGeom>
              <a:solidFill>
                <a:srgbClr val="6699FF"/>
              </a:solidFill>
              <a:ln w="19050">
                <a:solidFill>
                  <a:schemeClr val="accent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1pPr>
                <a:lvl2pPr marL="742950" indent="-28575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2pPr>
                <a:lvl3pPr marL="11430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3pPr>
                <a:lvl4pPr marL="16002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4pPr>
                <a:lvl5pPr marL="20574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9pPr>
              </a:lstStyle>
              <a:p>
                <a:pPr eaLnBrk="1" hangingPunct="1"/>
                <a:endParaRPr lang="ja-JP" altLang="en-US" sz="1600">
                  <a:latin typeface="Meiryo" charset="-128"/>
                  <a:ea typeface="Meiryo" charset="-128"/>
                  <a:cs typeface="Meiryo" charset="-128"/>
                </a:endParaRPr>
              </a:p>
            </p:txBody>
          </p:sp>
          <p:sp>
            <p:nvSpPr>
              <p:cNvPr id="48225" name="Line 266"/>
              <p:cNvSpPr>
                <a:spLocks noChangeShapeType="1"/>
              </p:cNvSpPr>
              <p:nvPr/>
            </p:nvSpPr>
            <p:spPr bwMode="auto">
              <a:xfrm>
                <a:off x="3610" y="3833"/>
                <a:ext cx="145" cy="0"/>
              </a:xfrm>
              <a:prstGeom prst="line">
                <a:avLst/>
              </a:prstGeom>
              <a:noFill/>
              <a:ln w="22225">
                <a:solidFill>
                  <a:schemeClr val="tx1"/>
                </a:solidFill>
                <a:prstDash val="sysDot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ja-JP" altLang="en-US" sz="1600">
                  <a:latin typeface="Meiryo" charset="-128"/>
                  <a:ea typeface="Meiryo" charset="-128"/>
                  <a:cs typeface="Meiryo" charset="-128"/>
                </a:endParaRPr>
              </a:p>
            </p:txBody>
          </p:sp>
          <p:sp>
            <p:nvSpPr>
              <p:cNvPr id="48226" name="Oval 267"/>
              <p:cNvSpPr>
                <a:spLocks noChangeArrowheads="1"/>
              </p:cNvSpPr>
              <p:nvPr/>
            </p:nvSpPr>
            <p:spPr bwMode="auto">
              <a:xfrm>
                <a:off x="3755" y="3805"/>
                <a:ext cx="76" cy="56"/>
              </a:xfrm>
              <a:prstGeom prst="ellipse">
                <a:avLst/>
              </a:prstGeom>
              <a:solidFill>
                <a:srgbClr val="6699FF"/>
              </a:solidFill>
              <a:ln w="19050">
                <a:solidFill>
                  <a:schemeClr val="accent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1pPr>
                <a:lvl2pPr marL="742950" indent="-28575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2pPr>
                <a:lvl3pPr marL="11430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3pPr>
                <a:lvl4pPr marL="16002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4pPr>
                <a:lvl5pPr marL="20574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9pPr>
              </a:lstStyle>
              <a:p>
                <a:pPr eaLnBrk="1" hangingPunct="1"/>
                <a:endParaRPr lang="ja-JP" altLang="en-US" sz="1600">
                  <a:latin typeface="Meiryo" charset="-128"/>
                  <a:ea typeface="Meiryo" charset="-128"/>
                  <a:cs typeface="Meiryo" charset="-128"/>
                </a:endParaRPr>
              </a:p>
            </p:txBody>
          </p:sp>
          <p:sp>
            <p:nvSpPr>
              <p:cNvPr id="48227" name="Line 268"/>
              <p:cNvSpPr>
                <a:spLocks noChangeShapeType="1"/>
              </p:cNvSpPr>
              <p:nvPr/>
            </p:nvSpPr>
            <p:spPr bwMode="auto">
              <a:xfrm>
                <a:off x="3610" y="3895"/>
                <a:ext cx="145" cy="0"/>
              </a:xfrm>
              <a:prstGeom prst="line">
                <a:avLst/>
              </a:prstGeom>
              <a:noFill/>
              <a:ln w="22225">
                <a:solidFill>
                  <a:schemeClr val="tx1"/>
                </a:solidFill>
                <a:prstDash val="sysDot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ja-JP" altLang="en-US" sz="1600">
                  <a:latin typeface="Meiryo" charset="-128"/>
                  <a:ea typeface="Meiryo" charset="-128"/>
                  <a:cs typeface="Meiryo" charset="-128"/>
                </a:endParaRPr>
              </a:p>
            </p:txBody>
          </p:sp>
          <p:sp>
            <p:nvSpPr>
              <p:cNvPr id="48228" name="Oval 269"/>
              <p:cNvSpPr>
                <a:spLocks noChangeArrowheads="1"/>
              </p:cNvSpPr>
              <p:nvPr/>
            </p:nvSpPr>
            <p:spPr bwMode="auto">
              <a:xfrm>
                <a:off x="3755" y="3868"/>
                <a:ext cx="76" cy="55"/>
              </a:xfrm>
              <a:prstGeom prst="ellipse">
                <a:avLst/>
              </a:prstGeom>
              <a:solidFill>
                <a:srgbClr val="6699FF"/>
              </a:solidFill>
              <a:ln w="19050">
                <a:solidFill>
                  <a:schemeClr val="accent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1pPr>
                <a:lvl2pPr marL="742950" indent="-28575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2pPr>
                <a:lvl3pPr marL="11430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3pPr>
                <a:lvl4pPr marL="16002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4pPr>
                <a:lvl5pPr marL="20574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9pPr>
              </a:lstStyle>
              <a:p>
                <a:pPr eaLnBrk="1" hangingPunct="1"/>
                <a:endParaRPr lang="ja-JP" altLang="en-US" sz="1600">
                  <a:latin typeface="Meiryo" charset="-128"/>
                  <a:ea typeface="Meiryo" charset="-128"/>
                  <a:cs typeface="Meiryo" charset="-128"/>
                </a:endParaRPr>
              </a:p>
            </p:txBody>
          </p:sp>
          <p:sp>
            <p:nvSpPr>
              <p:cNvPr id="48229" name="Line 270"/>
              <p:cNvSpPr>
                <a:spLocks noChangeShapeType="1"/>
              </p:cNvSpPr>
              <p:nvPr/>
            </p:nvSpPr>
            <p:spPr bwMode="auto">
              <a:xfrm>
                <a:off x="3610" y="3957"/>
                <a:ext cx="145" cy="0"/>
              </a:xfrm>
              <a:prstGeom prst="line">
                <a:avLst/>
              </a:prstGeom>
              <a:noFill/>
              <a:ln w="22225">
                <a:solidFill>
                  <a:schemeClr val="tx1"/>
                </a:solidFill>
                <a:prstDash val="sysDot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ja-JP" altLang="en-US" sz="1600">
                  <a:latin typeface="Meiryo" charset="-128"/>
                  <a:ea typeface="Meiryo" charset="-128"/>
                  <a:cs typeface="Meiryo" charset="-128"/>
                </a:endParaRPr>
              </a:p>
            </p:txBody>
          </p:sp>
          <p:sp>
            <p:nvSpPr>
              <p:cNvPr id="48230" name="Oval 271"/>
              <p:cNvSpPr>
                <a:spLocks noChangeArrowheads="1"/>
              </p:cNvSpPr>
              <p:nvPr/>
            </p:nvSpPr>
            <p:spPr bwMode="auto">
              <a:xfrm>
                <a:off x="3755" y="3930"/>
                <a:ext cx="76" cy="56"/>
              </a:xfrm>
              <a:prstGeom prst="ellipse">
                <a:avLst/>
              </a:prstGeom>
              <a:solidFill>
                <a:srgbClr val="6699FF"/>
              </a:solidFill>
              <a:ln w="19050">
                <a:solidFill>
                  <a:schemeClr val="accent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1pPr>
                <a:lvl2pPr marL="742950" indent="-28575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2pPr>
                <a:lvl3pPr marL="11430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3pPr>
                <a:lvl4pPr marL="16002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4pPr>
                <a:lvl5pPr marL="20574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9pPr>
              </a:lstStyle>
              <a:p>
                <a:pPr eaLnBrk="1" hangingPunct="1"/>
                <a:endParaRPr lang="ja-JP" altLang="en-US" sz="1600">
                  <a:latin typeface="Meiryo" charset="-128"/>
                  <a:ea typeface="Meiryo" charset="-128"/>
                  <a:cs typeface="Meiryo" charset="-128"/>
                </a:endParaRPr>
              </a:p>
            </p:txBody>
          </p:sp>
        </p:grpSp>
      </p:grpSp>
      <p:sp>
        <p:nvSpPr>
          <p:cNvPr id="48163" name="AutoShape 272"/>
          <p:cNvSpPr>
            <a:spLocks noChangeArrowheads="1"/>
          </p:cNvSpPr>
          <p:nvPr/>
        </p:nvSpPr>
        <p:spPr bwMode="auto">
          <a:xfrm flipH="1">
            <a:off x="8237957" y="3847275"/>
            <a:ext cx="358775" cy="608013"/>
          </a:xfrm>
          <a:prstGeom prst="curvedRightArrow">
            <a:avLst>
              <a:gd name="adj1" fmla="val 33894"/>
              <a:gd name="adj2" fmla="val 67788"/>
              <a:gd name="adj3" fmla="val 33333"/>
            </a:avLst>
          </a:prstGeom>
          <a:solidFill>
            <a:schemeClr val="tx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endParaRPr lang="ja-JP" altLang="en-US" sz="1600">
              <a:latin typeface="Meiryo" charset="-128"/>
              <a:ea typeface="Meiryo" charset="-128"/>
              <a:cs typeface="Meiryo" charset="-128"/>
            </a:endParaRPr>
          </a:p>
        </p:txBody>
      </p:sp>
      <p:sp>
        <p:nvSpPr>
          <p:cNvPr id="48164" name="AutoShape 273"/>
          <p:cNvSpPr>
            <a:spLocks noChangeArrowheads="1"/>
          </p:cNvSpPr>
          <p:nvPr/>
        </p:nvSpPr>
        <p:spPr bwMode="auto">
          <a:xfrm>
            <a:off x="6518695" y="3694874"/>
            <a:ext cx="460375" cy="419100"/>
          </a:xfrm>
          <a:prstGeom prst="smileyFace">
            <a:avLst>
              <a:gd name="adj" fmla="val 4653"/>
            </a:avLst>
          </a:prstGeom>
          <a:solidFill>
            <a:schemeClr val="bg1"/>
          </a:solidFill>
          <a:ln w="9525">
            <a:solidFill>
              <a:schemeClr val="accent2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endParaRPr lang="ja-JP" altLang="en-US" sz="1600">
              <a:latin typeface="Meiryo" charset="-128"/>
              <a:ea typeface="Meiryo" charset="-128"/>
              <a:cs typeface="Meiryo" charset="-128"/>
            </a:endParaRPr>
          </a:p>
        </p:txBody>
      </p:sp>
      <p:sp>
        <p:nvSpPr>
          <p:cNvPr id="39974" name="AutoShape 274"/>
          <p:cNvSpPr>
            <a:spLocks noChangeArrowheads="1"/>
          </p:cNvSpPr>
          <p:nvPr/>
        </p:nvSpPr>
        <p:spPr bwMode="auto">
          <a:xfrm>
            <a:off x="6129756" y="3861563"/>
            <a:ext cx="338138" cy="225425"/>
          </a:xfrm>
          <a:prstGeom prst="leftRightArrow">
            <a:avLst>
              <a:gd name="adj1" fmla="val 60435"/>
              <a:gd name="adj2" fmla="val 52979"/>
            </a:avLst>
          </a:prstGeom>
          <a:solidFill>
            <a:schemeClr val="bg1">
              <a:lumMod val="85000"/>
            </a:schemeClr>
          </a:solidFill>
          <a:ln>
            <a:headEnd/>
            <a:tailEnd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anchor="ctr"/>
          <a:lstStyle/>
          <a:p>
            <a:pPr>
              <a:defRPr/>
            </a:pPr>
            <a:endParaRPr lang="ja-JP" altLang="en-US" sz="1600">
              <a:solidFill>
                <a:schemeClr val="tx1"/>
              </a:solidFill>
              <a:latin typeface="Meiryo" charset="-128"/>
              <a:ea typeface="Meiryo" charset="-128"/>
              <a:cs typeface="Meiryo" charset="-128"/>
            </a:endParaRPr>
          </a:p>
        </p:txBody>
      </p:sp>
      <p:sp>
        <p:nvSpPr>
          <p:cNvPr id="39975" name="AutoShape 275"/>
          <p:cNvSpPr>
            <a:spLocks noChangeArrowheads="1"/>
          </p:cNvSpPr>
          <p:nvPr/>
        </p:nvSpPr>
        <p:spPr bwMode="auto">
          <a:xfrm>
            <a:off x="7031456" y="3839337"/>
            <a:ext cx="280988" cy="247650"/>
          </a:xfrm>
          <a:prstGeom prst="leftRightArrow">
            <a:avLst>
              <a:gd name="adj1" fmla="val 50000"/>
              <a:gd name="adj2" fmla="val 29174"/>
            </a:avLst>
          </a:prstGeom>
          <a:solidFill>
            <a:schemeClr val="bg1">
              <a:lumMod val="85000"/>
            </a:schemeClr>
          </a:solidFill>
          <a:ln>
            <a:headEnd/>
            <a:tailEnd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anchor="ctr"/>
          <a:lstStyle/>
          <a:p>
            <a:pPr>
              <a:defRPr/>
            </a:pPr>
            <a:endParaRPr lang="ja-JP" altLang="en-US" sz="1600">
              <a:solidFill>
                <a:schemeClr val="tx1"/>
              </a:solidFill>
              <a:latin typeface="Meiryo" charset="-128"/>
              <a:ea typeface="Meiryo" charset="-128"/>
              <a:cs typeface="Meiryo" charset="-128"/>
            </a:endParaRPr>
          </a:p>
        </p:txBody>
      </p:sp>
      <p:sp>
        <p:nvSpPr>
          <p:cNvPr id="48167" name="AutoShape 276"/>
          <p:cNvSpPr>
            <a:spLocks noChangeArrowheads="1"/>
          </p:cNvSpPr>
          <p:nvPr/>
        </p:nvSpPr>
        <p:spPr bwMode="auto">
          <a:xfrm>
            <a:off x="8642770" y="3398013"/>
            <a:ext cx="960437" cy="28584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222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ja-JP" altLang="en-US" sz="1200" b="1">
                <a:latin typeface="Meiryo" charset="-128"/>
                <a:ea typeface="Meiryo" charset="-128"/>
                <a:cs typeface="Meiryo" charset="-128"/>
              </a:rPr>
              <a:t>関係洗練</a:t>
            </a:r>
          </a:p>
        </p:txBody>
      </p:sp>
      <p:sp>
        <p:nvSpPr>
          <p:cNvPr id="48168" name="AutoShape 277"/>
          <p:cNvSpPr>
            <a:spLocks noChangeArrowheads="1"/>
          </p:cNvSpPr>
          <p:nvPr/>
        </p:nvSpPr>
        <p:spPr bwMode="auto">
          <a:xfrm>
            <a:off x="8534401" y="3733801"/>
            <a:ext cx="1190625" cy="244475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chemeClr val="tx1"/>
            </a:solidFill>
            <a:round/>
            <a:headEnd/>
            <a:tailEnd/>
          </a:ln>
        </p:spPr>
        <p:txBody>
          <a:bodyPr wrap="none" lIns="90000" tIns="46800" rIns="90000" bIns="46800" anchor="ctr"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ja-JP" altLang="en-US" sz="900">
                <a:latin typeface="Meiryo" charset="-128"/>
                <a:ea typeface="Meiryo" charset="-128"/>
                <a:cs typeface="Meiryo" charset="-128"/>
              </a:rPr>
              <a:t>評価値算出</a:t>
            </a:r>
          </a:p>
        </p:txBody>
      </p:sp>
      <p:sp>
        <p:nvSpPr>
          <p:cNvPr id="48169" name="AutoShape 278"/>
          <p:cNvSpPr>
            <a:spLocks noChangeArrowheads="1"/>
          </p:cNvSpPr>
          <p:nvPr/>
        </p:nvSpPr>
        <p:spPr bwMode="auto">
          <a:xfrm>
            <a:off x="3698655" y="3799806"/>
            <a:ext cx="1189038" cy="255587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chemeClr val="tx1"/>
            </a:solidFill>
            <a:round/>
            <a:headEnd/>
            <a:tailEnd/>
          </a:ln>
        </p:spPr>
        <p:txBody>
          <a:bodyPr wrap="none" lIns="90000" tIns="46800" rIns="90000" bIns="46800" anchor="ctr"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ja-JP" altLang="en-US" sz="900" dirty="0">
                <a:latin typeface="Meiryo" charset="-128"/>
                <a:ea typeface="Meiryo" charset="-128"/>
                <a:cs typeface="Meiryo" charset="-128"/>
              </a:rPr>
              <a:t>照合結果分析</a:t>
            </a:r>
          </a:p>
        </p:txBody>
      </p:sp>
      <p:sp>
        <p:nvSpPr>
          <p:cNvPr id="48170" name="AutoShape 279"/>
          <p:cNvSpPr>
            <a:spLocks noChangeArrowheads="1"/>
          </p:cNvSpPr>
          <p:nvPr/>
        </p:nvSpPr>
        <p:spPr bwMode="auto">
          <a:xfrm>
            <a:off x="3818357" y="3439288"/>
            <a:ext cx="1012825" cy="311403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222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ja-JP" altLang="en-US" sz="1200" b="1">
                <a:latin typeface="Meiryo" charset="-128"/>
                <a:ea typeface="Meiryo" charset="-128"/>
                <a:cs typeface="Meiryo" charset="-128"/>
              </a:rPr>
              <a:t>階層洗練</a:t>
            </a:r>
          </a:p>
        </p:txBody>
      </p:sp>
      <p:sp>
        <p:nvSpPr>
          <p:cNvPr id="48171" name="AutoShape 280"/>
          <p:cNvSpPr>
            <a:spLocks noChangeArrowheads="1"/>
          </p:cNvSpPr>
          <p:nvPr/>
        </p:nvSpPr>
        <p:spPr bwMode="auto">
          <a:xfrm>
            <a:off x="3698655" y="4086969"/>
            <a:ext cx="1189038" cy="255588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chemeClr val="tx1"/>
            </a:solidFill>
            <a:round/>
            <a:headEnd/>
            <a:tailEnd/>
          </a:ln>
        </p:spPr>
        <p:txBody>
          <a:bodyPr wrap="none" lIns="90000" tIns="46800" rIns="90000" bIns="46800" anchor="ctr"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ja-JP" altLang="en-US" sz="900">
                <a:latin typeface="Meiryo" charset="-128"/>
                <a:ea typeface="Meiryo" charset="-128"/>
                <a:cs typeface="Meiryo" charset="-128"/>
              </a:rPr>
              <a:t>剪定結果分析</a:t>
            </a:r>
          </a:p>
        </p:txBody>
      </p:sp>
      <p:sp>
        <p:nvSpPr>
          <p:cNvPr id="48172" name="Text Box 281"/>
          <p:cNvSpPr txBox="1">
            <a:spLocks noChangeArrowheads="1"/>
          </p:cNvSpPr>
          <p:nvPr/>
        </p:nvSpPr>
        <p:spPr bwMode="auto">
          <a:xfrm>
            <a:off x="6425717" y="4153663"/>
            <a:ext cx="646331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587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ja-JP" altLang="en-US" sz="1200" b="1">
                <a:latin typeface="Meiryo" charset="-128"/>
                <a:ea typeface="Meiryo" charset="-128"/>
                <a:cs typeface="Meiryo" charset="-128"/>
              </a:rPr>
              <a:t>ユーザ</a:t>
            </a:r>
          </a:p>
        </p:txBody>
      </p:sp>
      <p:sp>
        <p:nvSpPr>
          <p:cNvPr id="48173" name="AutoShape 282"/>
          <p:cNvSpPr>
            <a:spLocks noChangeArrowheads="1"/>
          </p:cNvSpPr>
          <p:nvPr/>
        </p:nvSpPr>
        <p:spPr bwMode="auto">
          <a:xfrm>
            <a:off x="3697805" y="4378331"/>
            <a:ext cx="1193800" cy="255588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chemeClr val="tx1"/>
            </a:solidFill>
            <a:round/>
            <a:headEnd/>
            <a:tailEnd/>
          </a:ln>
        </p:spPr>
        <p:txBody>
          <a:bodyPr wrap="none" lIns="90000" tIns="46800" rIns="90000" bIns="46800" anchor="ctr"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ja-JP" altLang="en-US" sz="900">
                <a:latin typeface="Meiryo" charset="-128"/>
                <a:ea typeface="Meiryo" charset="-128"/>
                <a:cs typeface="Meiryo" charset="-128"/>
              </a:rPr>
              <a:t>多重継承の除去</a:t>
            </a:r>
          </a:p>
        </p:txBody>
      </p:sp>
      <p:sp>
        <p:nvSpPr>
          <p:cNvPr id="48174" name="Text Box 283"/>
          <p:cNvSpPr txBox="1">
            <a:spLocks noChangeArrowheads="1"/>
          </p:cNvSpPr>
          <p:nvPr/>
        </p:nvSpPr>
        <p:spPr bwMode="auto">
          <a:xfrm>
            <a:off x="1970506" y="900875"/>
            <a:ext cx="2590800" cy="307777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42900" indent="-3429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>
              <a:spcBef>
                <a:spcPct val="20000"/>
              </a:spcBef>
            </a:pPr>
            <a:r>
              <a:rPr lang="ja-JP" altLang="en-US" sz="1400" b="1" dirty="0">
                <a:latin typeface="Meiryo" charset="-128"/>
                <a:ea typeface="Meiryo" charset="-128"/>
                <a:cs typeface="Meiryo" charset="-128"/>
              </a:rPr>
              <a:t>オントロジー選択モジュール</a:t>
            </a:r>
          </a:p>
        </p:txBody>
      </p:sp>
      <p:sp>
        <p:nvSpPr>
          <p:cNvPr id="48175" name="AutoShape 284"/>
          <p:cNvSpPr>
            <a:spLocks noChangeArrowheads="1"/>
          </p:cNvSpPr>
          <p:nvPr/>
        </p:nvSpPr>
        <p:spPr bwMode="auto">
          <a:xfrm>
            <a:off x="6034506" y="1385063"/>
            <a:ext cx="1250950" cy="225425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222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ja-JP" altLang="en-US" sz="1200" b="1">
                <a:latin typeface="Meiryo" charset="-128"/>
                <a:ea typeface="Meiryo" charset="-128"/>
                <a:cs typeface="Meiryo" charset="-128"/>
              </a:rPr>
              <a:t>入力概念選択</a:t>
            </a:r>
          </a:p>
        </p:txBody>
      </p:sp>
      <p:sp>
        <p:nvSpPr>
          <p:cNvPr id="48176" name="Text Box 285"/>
          <p:cNvSpPr txBox="1">
            <a:spLocks noChangeArrowheads="1"/>
          </p:cNvSpPr>
          <p:nvPr/>
        </p:nvSpPr>
        <p:spPr bwMode="auto">
          <a:xfrm>
            <a:off x="5939271" y="870295"/>
            <a:ext cx="1441420" cy="307777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marL="342900" indent="-3429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>
              <a:spcBef>
                <a:spcPct val="20000"/>
              </a:spcBef>
            </a:pPr>
            <a:r>
              <a:rPr lang="ja-JP" altLang="en-US" sz="1400" b="1">
                <a:latin typeface="Meiryo" charset="-128"/>
                <a:ea typeface="Meiryo" charset="-128"/>
                <a:cs typeface="Meiryo" charset="-128"/>
              </a:rPr>
              <a:t>入力モジュール</a:t>
            </a:r>
          </a:p>
        </p:txBody>
      </p:sp>
      <p:sp>
        <p:nvSpPr>
          <p:cNvPr id="48177" name="AutoShape 288"/>
          <p:cNvSpPr>
            <a:spLocks noChangeArrowheads="1"/>
          </p:cNvSpPr>
          <p:nvPr/>
        </p:nvSpPr>
        <p:spPr bwMode="auto">
          <a:xfrm>
            <a:off x="5439194" y="1146938"/>
            <a:ext cx="1250950" cy="225425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222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ja-JP" altLang="en-US" sz="1200" b="1">
                <a:latin typeface="Meiryo" charset="-128"/>
                <a:ea typeface="Meiryo" charset="-128"/>
                <a:cs typeface="Meiryo" charset="-128"/>
              </a:rPr>
              <a:t>入力文書選択</a:t>
            </a:r>
          </a:p>
        </p:txBody>
      </p:sp>
      <p:sp>
        <p:nvSpPr>
          <p:cNvPr id="48178" name="AutoShape 289"/>
          <p:cNvSpPr>
            <a:spLocks noChangeArrowheads="1"/>
          </p:cNvSpPr>
          <p:nvPr/>
        </p:nvSpPr>
        <p:spPr bwMode="auto">
          <a:xfrm>
            <a:off x="6690144" y="1146938"/>
            <a:ext cx="1250950" cy="225425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222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ja-JP" altLang="en-US" sz="1200" b="1">
                <a:latin typeface="Meiryo" charset="-128"/>
                <a:ea typeface="Meiryo" charset="-128"/>
                <a:cs typeface="Meiryo" charset="-128"/>
              </a:rPr>
              <a:t>入力語選択</a:t>
            </a:r>
          </a:p>
        </p:txBody>
      </p:sp>
      <p:sp>
        <p:nvSpPr>
          <p:cNvPr id="39990" name="AutoShape 290"/>
          <p:cNvSpPr>
            <a:spLocks noChangeArrowheads="1"/>
          </p:cNvSpPr>
          <p:nvPr/>
        </p:nvSpPr>
        <p:spPr bwMode="auto">
          <a:xfrm>
            <a:off x="7788694" y="3186874"/>
            <a:ext cx="271462" cy="198438"/>
          </a:xfrm>
          <a:prstGeom prst="downArrow">
            <a:avLst>
              <a:gd name="adj1" fmla="val 49769"/>
              <a:gd name="adj2" fmla="val 40625"/>
            </a:avLst>
          </a:prstGeom>
          <a:solidFill>
            <a:schemeClr val="bg1">
              <a:lumMod val="85000"/>
            </a:schemeClr>
          </a:solidFill>
          <a:ln>
            <a:headEnd/>
            <a:tailEnd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eaVert" wrap="none" anchor="ctr"/>
          <a:lstStyle/>
          <a:p>
            <a:pPr>
              <a:defRPr/>
            </a:pPr>
            <a:endParaRPr lang="ja-JP" altLang="en-US" sz="1600">
              <a:solidFill>
                <a:schemeClr val="tx1"/>
              </a:solidFill>
              <a:latin typeface="Meiryo" charset="-128"/>
              <a:ea typeface="Meiryo" charset="-128"/>
              <a:cs typeface="Meiryo" charset="-128"/>
            </a:endParaRPr>
          </a:p>
        </p:txBody>
      </p:sp>
      <p:sp>
        <p:nvSpPr>
          <p:cNvPr id="39991" name="AutoShape 291"/>
          <p:cNvSpPr>
            <a:spLocks noChangeArrowheads="1"/>
          </p:cNvSpPr>
          <p:nvPr/>
        </p:nvSpPr>
        <p:spPr bwMode="auto">
          <a:xfrm>
            <a:off x="5140744" y="3199574"/>
            <a:ext cx="273050" cy="198438"/>
          </a:xfrm>
          <a:prstGeom prst="downArrow">
            <a:avLst>
              <a:gd name="adj1" fmla="val 49769"/>
              <a:gd name="adj2" fmla="val 40625"/>
            </a:avLst>
          </a:prstGeom>
          <a:solidFill>
            <a:schemeClr val="bg1">
              <a:lumMod val="85000"/>
            </a:schemeClr>
          </a:solidFill>
          <a:ln>
            <a:headEnd/>
            <a:tailEnd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eaVert" wrap="none" anchor="ctr"/>
          <a:lstStyle/>
          <a:p>
            <a:pPr>
              <a:defRPr/>
            </a:pPr>
            <a:endParaRPr lang="ja-JP" altLang="en-US" sz="1600">
              <a:solidFill>
                <a:schemeClr val="tx1"/>
              </a:solidFill>
              <a:latin typeface="Meiryo" charset="-128"/>
              <a:ea typeface="Meiryo" charset="-128"/>
              <a:cs typeface="Meiryo" charset="-128"/>
            </a:endParaRPr>
          </a:p>
        </p:txBody>
      </p:sp>
      <p:sp>
        <p:nvSpPr>
          <p:cNvPr id="48183" name="Text Box 294"/>
          <p:cNvSpPr txBox="1">
            <a:spLocks noChangeArrowheads="1"/>
          </p:cNvSpPr>
          <p:nvPr/>
        </p:nvSpPr>
        <p:spPr bwMode="auto">
          <a:xfrm>
            <a:off x="8859169" y="3008571"/>
            <a:ext cx="1136650" cy="26161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ja-JP" altLang="en-US" sz="1100" b="1">
                <a:latin typeface="Meiryo" charset="-128"/>
                <a:ea typeface="Meiryo" charset="-128"/>
                <a:cs typeface="Meiryo" charset="-128"/>
              </a:rPr>
              <a:t>領域専門文書</a:t>
            </a:r>
          </a:p>
        </p:txBody>
      </p:sp>
      <p:sp>
        <p:nvSpPr>
          <p:cNvPr id="48186" name="Line 299"/>
          <p:cNvSpPr>
            <a:spLocks noChangeShapeType="1"/>
          </p:cNvSpPr>
          <p:nvPr/>
        </p:nvSpPr>
        <p:spPr bwMode="auto">
          <a:xfrm flipV="1">
            <a:off x="4486695" y="2251838"/>
            <a:ext cx="357187" cy="1587"/>
          </a:xfrm>
          <a:prstGeom prst="line">
            <a:avLst/>
          </a:prstGeom>
          <a:noFill/>
          <a:ln w="635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ja-JP" altLang="en-US" sz="1600">
              <a:latin typeface="Meiryo" charset="-128"/>
              <a:ea typeface="Meiryo" charset="-128"/>
              <a:cs typeface="Meiryo" charset="-128"/>
            </a:endParaRPr>
          </a:p>
        </p:txBody>
      </p:sp>
      <p:grpSp>
        <p:nvGrpSpPr>
          <p:cNvPr id="48187" name="Group 300"/>
          <p:cNvGrpSpPr>
            <a:grpSpLocks/>
          </p:cNvGrpSpPr>
          <p:nvPr/>
        </p:nvGrpSpPr>
        <p:grpSpPr bwMode="auto">
          <a:xfrm>
            <a:off x="4962945" y="2704274"/>
            <a:ext cx="592137" cy="330200"/>
            <a:chOff x="1610" y="1207"/>
            <a:chExt cx="626" cy="314"/>
          </a:xfrm>
        </p:grpSpPr>
        <p:sp>
          <p:nvSpPr>
            <p:cNvPr id="48199" name="Oval 301"/>
            <p:cNvSpPr>
              <a:spLocks noChangeArrowheads="1"/>
            </p:cNvSpPr>
            <p:nvPr/>
          </p:nvSpPr>
          <p:spPr bwMode="auto">
            <a:xfrm>
              <a:off x="1774" y="1210"/>
              <a:ext cx="71" cy="56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accent2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endParaRPr lang="ja-JP" altLang="en-US" sz="1600">
                <a:latin typeface="Meiryo" charset="-128"/>
                <a:ea typeface="Meiryo" charset="-128"/>
                <a:cs typeface="Meiryo" charset="-128"/>
              </a:endParaRPr>
            </a:p>
          </p:txBody>
        </p:sp>
        <p:sp>
          <p:nvSpPr>
            <p:cNvPr id="48200" name="Oval 302"/>
            <p:cNvSpPr>
              <a:spLocks noChangeArrowheads="1"/>
            </p:cNvSpPr>
            <p:nvPr/>
          </p:nvSpPr>
          <p:spPr bwMode="auto">
            <a:xfrm>
              <a:off x="1722" y="1339"/>
              <a:ext cx="70" cy="56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accent2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endParaRPr lang="ja-JP" altLang="en-US" sz="1600">
                <a:latin typeface="Meiryo" charset="-128"/>
                <a:ea typeface="Meiryo" charset="-128"/>
                <a:cs typeface="Meiryo" charset="-128"/>
              </a:endParaRPr>
            </a:p>
          </p:txBody>
        </p:sp>
        <p:cxnSp>
          <p:nvCxnSpPr>
            <p:cNvPr id="48201" name="AutoShape 303"/>
            <p:cNvCxnSpPr>
              <a:cxnSpLocks noChangeShapeType="1"/>
              <a:stCxn id="48199" idx="4"/>
              <a:endCxn id="48200" idx="0"/>
            </p:cNvCxnSpPr>
            <p:nvPr/>
          </p:nvCxnSpPr>
          <p:spPr bwMode="auto">
            <a:xfrm flipH="1">
              <a:off x="1758" y="1270"/>
              <a:ext cx="52" cy="65"/>
            </a:xfrm>
            <a:prstGeom prst="straightConnector1">
              <a:avLst/>
            </a:prstGeom>
            <a:noFill/>
            <a:ln w="19050">
              <a:solidFill>
                <a:schemeClr val="accent2"/>
              </a:solidFill>
              <a:round/>
              <a:headEnd type="triangle" w="med" len="med"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8202" name="AutoShape 304"/>
            <p:cNvCxnSpPr>
              <a:cxnSpLocks noChangeShapeType="1"/>
              <a:stCxn id="48200" idx="4"/>
              <a:endCxn id="48205" idx="0"/>
            </p:cNvCxnSpPr>
            <p:nvPr/>
          </p:nvCxnSpPr>
          <p:spPr bwMode="auto">
            <a:xfrm flipH="1">
              <a:off x="1651" y="1399"/>
              <a:ext cx="107" cy="57"/>
            </a:xfrm>
            <a:prstGeom prst="straightConnector1">
              <a:avLst/>
            </a:prstGeom>
            <a:noFill/>
            <a:ln w="19050">
              <a:solidFill>
                <a:schemeClr val="accent2"/>
              </a:solidFill>
              <a:round/>
              <a:headEnd type="triangle" w="med" len="med"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8203" name="AutoShape 305"/>
            <p:cNvCxnSpPr>
              <a:cxnSpLocks noChangeShapeType="1"/>
              <a:stCxn id="48200" idx="4"/>
              <a:endCxn id="48204" idx="0"/>
            </p:cNvCxnSpPr>
            <p:nvPr/>
          </p:nvCxnSpPr>
          <p:spPr bwMode="auto">
            <a:xfrm>
              <a:off x="1758" y="1399"/>
              <a:ext cx="29" cy="57"/>
            </a:xfrm>
            <a:prstGeom prst="straightConnector1">
              <a:avLst/>
            </a:prstGeom>
            <a:noFill/>
            <a:ln w="19050">
              <a:solidFill>
                <a:schemeClr val="accent2"/>
              </a:solidFill>
              <a:round/>
              <a:headEnd type="triangle" w="med" len="med"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48204" name="Oval 306"/>
            <p:cNvSpPr>
              <a:spLocks noChangeArrowheads="1"/>
            </p:cNvSpPr>
            <p:nvPr/>
          </p:nvSpPr>
          <p:spPr bwMode="auto">
            <a:xfrm>
              <a:off x="1746" y="1460"/>
              <a:ext cx="82" cy="61"/>
            </a:xfrm>
            <a:prstGeom prst="ellipse">
              <a:avLst/>
            </a:prstGeom>
            <a:solidFill>
              <a:srgbClr val="6699FF"/>
            </a:solidFill>
            <a:ln w="19050">
              <a:solidFill>
                <a:schemeClr val="accent2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endParaRPr lang="ja-JP" altLang="en-US" sz="1600">
                <a:latin typeface="Meiryo" charset="-128"/>
                <a:ea typeface="Meiryo" charset="-128"/>
                <a:cs typeface="Meiryo" charset="-128"/>
              </a:endParaRPr>
            </a:p>
          </p:txBody>
        </p:sp>
        <p:sp>
          <p:nvSpPr>
            <p:cNvPr id="48205" name="Oval 307"/>
            <p:cNvSpPr>
              <a:spLocks noChangeArrowheads="1"/>
            </p:cNvSpPr>
            <p:nvPr/>
          </p:nvSpPr>
          <p:spPr bwMode="auto">
            <a:xfrm>
              <a:off x="1610" y="1460"/>
              <a:ext cx="82" cy="61"/>
            </a:xfrm>
            <a:prstGeom prst="ellipse">
              <a:avLst/>
            </a:prstGeom>
            <a:solidFill>
              <a:srgbClr val="6699FF"/>
            </a:solidFill>
            <a:ln w="19050">
              <a:solidFill>
                <a:schemeClr val="accent2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endParaRPr lang="ja-JP" altLang="en-US" sz="1600">
                <a:latin typeface="Meiryo" charset="-128"/>
                <a:ea typeface="Meiryo" charset="-128"/>
                <a:cs typeface="Meiryo" charset="-128"/>
              </a:endParaRPr>
            </a:p>
          </p:txBody>
        </p:sp>
        <p:sp>
          <p:nvSpPr>
            <p:cNvPr id="48206" name="Oval 308"/>
            <p:cNvSpPr>
              <a:spLocks noChangeArrowheads="1"/>
            </p:cNvSpPr>
            <p:nvPr/>
          </p:nvSpPr>
          <p:spPr bwMode="auto">
            <a:xfrm>
              <a:off x="1897" y="1207"/>
              <a:ext cx="70" cy="56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accent2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endParaRPr lang="ja-JP" altLang="en-US" sz="1600">
                <a:latin typeface="Meiryo" charset="-128"/>
                <a:ea typeface="Meiryo" charset="-128"/>
                <a:cs typeface="Meiryo" charset="-128"/>
              </a:endParaRPr>
            </a:p>
          </p:txBody>
        </p:sp>
        <p:cxnSp>
          <p:nvCxnSpPr>
            <p:cNvPr id="48207" name="AutoShape 309"/>
            <p:cNvCxnSpPr>
              <a:cxnSpLocks noChangeShapeType="1"/>
              <a:stCxn id="48206" idx="4"/>
              <a:endCxn id="48208" idx="0"/>
            </p:cNvCxnSpPr>
            <p:nvPr/>
          </p:nvCxnSpPr>
          <p:spPr bwMode="auto">
            <a:xfrm flipH="1">
              <a:off x="1923" y="1267"/>
              <a:ext cx="9" cy="67"/>
            </a:xfrm>
            <a:prstGeom prst="straightConnector1">
              <a:avLst/>
            </a:prstGeom>
            <a:noFill/>
            <a:ln w="19050">
              <a:solidFill>
                <a:schemeClr val="accent2"/>
              </a:solidFill>
              <a:round/>
              <a:headEnd type="triangle" w="med" len="med"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48208" name="Oval 310"/>
            <p:cNvSpPr>
              <a:spLocks noChangeArrowheads="1"/>
            </p:cNvSpPr>
            <p:nvPr/>
          </p:nvSpPr>
          <p:spPr bwMode="auto">
            <a:xfrm>
              <a:off x="1882" y="1338"/>
              <a:ext cx="82" cy="61"/>
            </a:xfrm>
            <a:prstGeom prst="ellipse">
              <a:avLst/>
            </a:prstGeom>
            <a:solidFill>
              <a:srgbClr val="6699FF"/>
            </a:solidFill>
            <a:ln w="19050">
              <a:solidFill>
                <a:schemeClr val="accent2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endParaRPr lang="ja-JP" altLang="en-US" sz="1600">
                <a:latin typeface="Meiryo" charset="-128"/>
                <a:ea typeface="Meiryo" charset="-128"/>
                <a:cs typeface="Meiryo" charset="-128"/>
              </a:endParaRPr>
            </a:p>
          </p:txBody>
        </p:sp>
        <p:sp>
          <p:nvSpPr>
            <p:cNvPr id="48209" name="Oval 311"/>
            <p:cNvSpPr>
              <a:spLocks noChangeArrowheads="1"/>
            </p:cNvSpPr>
            <p:nvPr/>
          </p:nvSpPr>
          <p:spPr bwMode="auto">
            <a:xfrm>
              <a:off x="2033" y="1207"/>
              <a:ext cx="70" cy="55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accent2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endParaRPr lang="ja-JP" altLang="en-US" sz="1600">
                <a:latin typeface="Meiryo" charset="-128"/>
                <a:ea typeface="Meiryo" charset="-128"/>
                <a:cs typeface="Meiryo" charset="-128"/>
              </a:endParaRPr>
            </a:p>
          </p:txBody>
        </p:sp>
        <p:sp>
          <p:nvSpPr>
            <p:cNvPr id="48210" name="Oval 312"/>
            <p:cNvSpPr>
              <a:spLocks noChangeArrowheads="1"/>
            </p:cNvSpPr>
            <p:nvPr/>
          </p:nvSpPr>
          <p:spPr bwMode="auto">
            <a:xfrm>
              <a:off x="2040" y="1343"/>
              <a:ext cx="71" cy="56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accent2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endParaRPr lang="ja-JP" altLang="en-US" sz="1600">
                <a:latin typeface="Meiryo" charset="-128"/>
                <a:ea typeface="Meiryo" charset="-128"/>
                <a:cs typeface="Meiryo" charset="-128"/>
              </a:endParaRPr>
            </a:p>
          </p:txBody>
        </p:sp>
        <p:cxnSp>
          <p:nvCxnSpPr>
            <p:cNvPr id="48211" name="AutoShape 313"/>
            <p:cNvCxnSpPr>
              <a:cxnSpLocks noChangeShapeType="1"/>
              <a:stCxn id="48209" idx="4"/>
              <a:endCxn id="48215" idx="0"/>
            </p:cNvCxnSpPr>
            <p:nvPr/>
          </p:nvCxnSpPr>
          <p:spPr bwMode="auto">
            <a:xfrm>
              <a:off x="2068" y="1266"/>
              <a:ext cx="127" cy="68"/>
            </a:xfrm>
            <a:prstGeom prst="straightConnector1">
              <a:avLst/>
            </a:prstGeom>
            <a:noFill/>
            <a:ln w="19050">
              <a:solidFill>
                <a:schemeClr val="accent2"/>
              </a:solidFill>
              <a:round/>
              <a:headEnd type="triangle" w="med" len="med"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8212" name="AutoShape 314"/>
            <p:cNvCxnSpPr>
              <a:cxnSpLocks noChangeShapeType="1"/>
              <a:stCxn id="48210" idx="4"/>
              <a:endCxn id="48214" idx="0"/>
            </p:cNvCxnSpPr>
            <p:nvPr/>
          </p:nvCxnSpPr>
          <p:spPr bwMode="auto">
            <a:xfrm>
              <a:off x="2075" y="1403"/>
              <a:ext cx="12" cy="53"/>
            </a:xfrm>
            <a:prstGeom prst="straightConnector1">
              <a:avLst/>
            </a:prstGeom>
            <a:noFill/>
            <a:ln w="19050">
              <a:solidFill>
                <a:schemeClr val="accent2"/>
              </a:solidFill>
              <a:round/>
              <a:headEnd type="triangle" w="med" len="med"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8213" name="AutoShape 315"/>
            <p:cNvCxnSpPr>
              <a:cxnSpLocks noChangeShapeType="1"/>
              <a:stCxn id="48209" idx="4"/>
              <a:endCxn id="48210" idx="0"/>
            </p:cNvCxnSpPr>
            <p:nvPr/>
          </p:nvCxnSpPr>
          <p:spPr bwMode="auto">
            <a:xfrm>
              <a:off x="2068" y="1266"/>
              <a:ext cx="7" cy="73"/>
            </a:xfrm>
            <a:prstGeom prst="straightConnector1">
              <a:avLst/>
            </a:prstGeom>
            <a:noFill/>
            <a:ln w="19050">
              <a:solidFill>
                <a:schemeClr val="accent2"/>
              </a:solidFill>
              <a:round/>
              <a:headEnd type="triangle" w="med" len="med"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48214" name="Oval 316"/>
            <p:cNvSpPr>
              <a:spLocks noChangeArrowheads="1"/>
            </p:cNvSpPr>
            <p:nvPr/>
          </p:nvSpPr>
          <p:spPr bwMode="auto">
            <a:xfrm>
              <a:off x="2045" y="1460"/>
              <a:ext cx="82" cy="61"/>
            </a:xfrm>
            <a:prstGeom prst="ellipse">
              <a:avLst/>
            </a:prstGeom>
            <a:solidFill>
              <a:srgbClr val="6699FF"/>
            </a:solidFill>
            <a:ln w="19050">
              <a:solidFill>
                <a:schemeClr val="accent2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endParaRPr lang="ja-JP" altLang="en-US" sz="1600">
                <a:latin typeface="Meiryo" charset="-128"/>
                <a:ea typeface="Meiryo" charset="-128"/>
                <a:cs typeface="Meiryo" charset="-128"/>
              </a:endParaRPr>
            </a:p>
          </p:txBody>
        </p:sp>
        <p:sp>
          <p:nvSpPr>
            <p:cNvPr id="48215" name="Oval 317"/>
            <p:cNvSpPr>
              <a:spLocks noChangeArrowheads="1"/>
            </p:cNvSpPr>
            <p:nvPr/>
          </p:nvSpPr>
          <p:spPr bwMode="auto">
            <a:xfrm>
              <a:off x="2154" y="1338"/>
              <a:ext cx="82" cy="61"/>
            </a:xfrm>
            <a:prstGeom prst="ellipse">
              <a:avLst/>
            </a:prstGeom>
            <a:solidFill>
              <a:srgbClr val="6699FF"/>
            </a:solidFill>
            <a:ln w="19050">
              <a:solidFill>
                <a:schemeClr val="accent2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endParaRPr lang="ja-JP" altLang="en-US" sz="1600">
                <a:latin typeface="Meiryo" charset="-128"/>
                <a:ea typeface="Meiryo" charset="-128"/>
                <a:cs typeface="Meiryo" charset="-128"/>
              </a:endParaRPr>
            </a:p>
          </p:txBody>
        </p:sp>
      </p:grpSp>
      <p:sp>
        <p:nvSpPr>
          <p:cNvPr id="40002" name="AutoShape 320"/>
          <p:cNvSpPr>
            <a:spLocks noChangeArrowheads="1"/>
          </p:cNvSpPr>
          <p:nvPr/>
        </p:nvSpPr>
        <p:spPr bwMode="auto">
          <a:xfrm>
            <a:off x="6452020" y="4528312"/>
            <a:ext cx="655637" cy="417512"/>
          </a:xfrm>
          <a:prstGeom prst="downArrow">
            <a:avLst>
              <a:gd name="adj1" fmla="val 49769"/>
              <a:gd name="adj2" fmla="val 40625"/>
            </a:avLst>
          </a:prstGeom>
          <a:solidFill>
            <a:schemeClr val="bg1">
              <a:lumMod val="85000"/>
            </a:schemeClr>
          </a:solidFill>
          <a:ln>
            <a:headEnd/>
            <a:tailEnd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eaVert" wrap="none" anchor="ctr"/>
          <a:lstStyle/>
          <a:p>
            <a:pPr>
              <a:defRPr/>
            </a:pPr>
            <a:endParaRPr lang="ja-JP" altLang="en-US" sz="1600">
              <a:solidFill>
                <a:schemeClr val="tx1"/>
              </a:solidFill>
              <a:latin typeface="Meiryo" charset="-128"/>
              <a:ea typeface="Meiryo" charset="-128"/>
              <a:cs typeface="Meiryo" charset="-128"/>
            </a:endParaRPr>
          </a:p>
        </p:txBody>
      </p:sp>
      <p:sp>
        <p:nvSpPr>
          <p:cNvPr id="48191" name="Rectangle 321"/>
          <p:cNvSpPr>
            <a:spLocks noChangeArrowheads="1"/>
          </p:cNvSpPr>
          <p:nvPr/>
        </p:nvSpPr>
        <p:spPr bwMode="auto">
          <a:xfrm>
            <a:off x="3538957" y="1234250"/>
            <a:ext cx="892175" cy="1272719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endParaRPr lang="ja-JP" altLang="en-US" sz="1600">
              <a:latin typeface="Meiryo" charset="-128"/>
              <a:ea typeface="Meiryo" charset="-128"/>
              <a:cs typeface="Meiryo" charset="-128"/>
            </a:endParaRPr>
          </a:p>
        </p:txBody>
      </p:sp>
      <p:sp>
        <p:nvSpPr>
          <p:cNvPr id="48192" name="Text Box 322"/>
          <p:cNvSpPr txBox="1">
            <a:spLocks noChangeArrowheads="1"/>
          </p:cNvSpPr>
          <p:nvPr/>
        </p:nvSpPr>
        <p:spPr bwMode="auto">
          <a:xfrm>
            <a:off x="3505332" y="1228758"/>
            <a:ext cx="1005403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ja-JP" altLang="en-US" sz="800" b="1">
                <a:latin typeface="Meiryo" charset="-128"/>
                <a:ea typeface="Meiryo" charset="-128"/>
                <a:cs typeface="Meiryo" charset="-128"/>
              </a:rPr>
              <a:t>汎用オントロジー</a:t>
            </a:r>
          </a:p>
        </p:txBody>
      </p:sp>
      <p:sp>
        <p:nvSpPr>
          <p:cNvPr id="48193" name="AutoShape 341"/>
          <p:cNvSpPr>
            <a:spLocks noChangeArrowheads="1"/>
          </p:cNvSpPr>
          <p:nvPr/>
        </p:nvSpPr>
        <p:spPr bwMode="auto">
          <a:xfrm>
            <a:off x="2656478" y="2552357"/>
            <a:ext cx="1143000" cy="609600"/>
          </a:xfrm>
          <a:prstGeom prst="can">
            <a:avLst>
              <a:gd name="adj" fmla="val 25000"/>
            </a:avLst>
          </a:prstGeom>
          <a:noFill/>
          <a:ln w="222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ja-JP" altLang="en-US" sz="1100" b="1">
                <a:latin typeface="Meiryo" charset="-128"/>
                <a:ea typeface="Meiryo" charset="-128"/>
                <a:cs typeface="Meiryo" charset="-128"/>
              </a:rPr>
              <a:t>参照</a:t>
            </a:r>
            <a:endParaRPr lang="en-US" altLang="ja-JP" sz="1100" b="1">
              <a:latin typeface="Meiryo" charset="-128"/>
              <a:ea typeface="Meiryo" charset="-128"/>
              <a:cs typeface="Meiryo" charset="-128"/>
            </a:endParaRPr>
          </a:p>
          <a:p>
            <a:pPr algn="ctr" eaLnBrk="1" hangingPunct="1"/>
            <a:r>
              <a:rPr lang="ja-JP" altLang="en-US" sz="1100" b="1">
                <a:latin typeface="Meiryo" charset="-128"/>
                <a:ea typeface="Meiryo" charset="-128"/>
                <a:cs typeface="Meiryo" charset="-128"/>
              </a:rPr>
              <a:t>オントロジー</a:t>
            </a:r>
            <a:endParaRPr lang="en-US" altLang="ja-JP" sz="1100" b="1">
              <a:latin typeface="Meiryo" charset="-128"/>
              <a:ea typeface="Meiryo" charset="-128"/>
              <a:cs typeface="Meiryo" charset="-128"/>
            </a:endParaRPr>
          </a:p>
        </p:txBody>
      </p:sp>
      <p:sp>
        <p:nvSpPr>
          <p:cNvPr id="40007" name="AutoShape 342"/>
          <p:cNvSpPr>
            <a:spLocks noChangeArrowheads="1"/>
          </p:cNvSpPr>
          <p:nvPr/>
        </p:nvSpPr>
        <p:spPr bwMode="auto">
          <a:xfrm>
            <a:off x="3013786" y="2211389"/>
            <a:ext cx="457200" cy="304800"/>
          </a:xfrm>
          <a:prstGeom prst="downArrow">
            <a:avLst>
              <a:gd name="adj1" fmla="val 49769"/>
              <a:gd name="adj2" fmla="val 62056"/>
            </a:avLst>
          </a:prstGeom>
          <a:solidFill>
            <a:schemeClr val="bg1">
              <a:lumMod val="85000"/>
            </a:schemeClr>
          </a:solidFill>
          <a:ln>
            <a:headEnd/>
            <a:tailEnd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eaVert" wrap="none" anchor="ctr"/>
          <a:lstStyle/>
          <a:p>
            <a:pPr>
              <a:defRPr/>
            </a:pPr>
            <a:endParaRPr lang="ja-JP" altLang="en-US" sz="1600">
              <a:solidFill>
                <a:schemeClr val="tx1"/>
              </a:solidFill>
              <a:latin typeface="Meiryo" charset="-128"/>
              <a:ea typeface="Meiryo" charset="-128"/>
              <a:cs typeface="Meiryo" charset="-128"/>
            </a:endParaRPr>
          </a:p>
        </p:txBody>
      </p:sp>
      <p:sp>
        <p:nvSpPr>
          <p:cNvPr id="48195" name="AutoShape 135"/>
          <p:cNvSpPr>
            <a:spLocks noChangeArrowheads="1"/>
          </p:cNvSpPr>
          <p:nvPr/>
        </p:nvSpPr>
        <p:spPr bwMode="auto">
          <a:xfrm>
            <a:off x="4873530" y="2439302"/>
            <a:ext cx="900113" cy="22860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chemeClr val="tx1"/>
            </a:solidFill>
            <a:round/>
            <a:headEnd/>
            <a:tailEnd/>
          </a:ln>
        </p:spPr>
        <p:txBody>
          <a:bodyPr wrap="none" lIns="90000" tIns="46800" rIns="90000" bIns="46800" anchor="ctr"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ja-JP" altLang="en-US" sz="900">
                <a:latin typeface="Meiryo" charset="-128"/>
                <a:ea typeface="Meiryo" charset="-128"/>
                <a:cs typeface="Meiryo" charset="-128"/>
              </a:rPr>
              <a:t>照合と剪定</a:t>
            </a:r>
          </a:p>
        </p:txBody>
      </p:sp>
      <p:sp>
        <p:nvSpPr>
          <p:cNvPr id="327" name="角丸四角形 326"/>
          <p:cNvSpPr/>
          <p:nvPr/>
        </p:nvSpPr>
        <p:spPr>
          <a:xfrm>
            <a:off x="1970506" y="824674"/>
            <a:ext cx="2590800" cy="2362200"/>
          </a:xfrm>
          <a:prstGeom prst="round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ja-JP" altLang="en-US" sz="1600">
              <a:solidFill>
                <a:schemeClr val="tx1"/>
              </a:solidFill>
              <a:latin typeface="Meiryo" charset="-128"/>
              <a:ea typeface="Meiryo" charset="-128"/>
              <a:cs typeface="Meiryo" charset="-128"/>
            </a:endParaRPr>
          </a:p>
        </p:txBody>
      </p:sp>
      <p:sp>
        <p:nvSpPr>
          <p:cNvPr id="328" name="角丸四角形 327"/>
          <p:cNvSpPr/>
          <p:nvPr/>
        </p:nvSpPr>
        <p:spPr>
          <a:xfrm>
            <a:off x="4637506" y="824674"/>
            <a:ext cx="4078288" cy="838200"/>
          </a:xfrm>
          <a:prstGeom prst="round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ja-JP" altLang="en-US" sz="1600">
              <a:solidFill>
                <a:schemeClr val="tx1"/>
              </a:solidFill>
              <a:latin typeface="Meiryo" charset="-128"/>
              <a:ea typeface="Meiryo" charset="-128"/>
              <a:cs typeface="Meiryo" charset="-128"/>
            </a:endParaRPr>
          </a:p>
        </p:txBody>
      </p:sp>
      <p:sp>
        <p:nvSpPr>
          <p:cNvPr id="39987" name="AutoShape 287"/>
          <p:cNvSpPr>
            <a:spLocks noChangeArrowheads="1"/>
          </p:cNvSpPr>
          <p:nvPr/>
        </p:nvSpPr>
        <p:spPr bwMode="auto">
          <a:xfrm>
            <a:off x="6452020" y="1623188"/>
            <a:ext cx="415925" cy="238125"/>
          </a:xfrm>
          <a:prstGeom prst="downArrow">
            <a:avLst>
              <a:gd name="adj1" fmla="val 49769"/>
              <a:gd name="adj2" fmla="val 40625"/>
            </a:avLst>
          </a:prstGeom>
          <a:solidFill>
            <a:schemeClr val="bg1">
              <a:lumMod val="85000"/>
            </a:schemeClr>
          </a:solidFill>
          <a:ln>
            <a:headEnd/>
            <a:tailEnd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eaVert" wrap="none" anchor="ctr"/>
          <a:lstStyle/>
          <a:p>
            <a:pPr>
              <a:defRPr/>
            </a:pPr>
            <a:endParaRPr lang="ja-JP" altLang="en-US" sz="1600">
              <a:solidFill>
                <a:schemeClr val="tx1"/>
              </a:solidFill>
              <a:latin typeface="Meiryo" charset="-128"/>
              <a:ea typeface="Meiryo" charset="-128"/>
              <a:cs typeface="Meiryo" charset="-128"/>
            </a:endParaRPr>
          </a:p>
        </p:txBody>
      </p:sp>
      <p:sp>
        <p:nvSpPr>
          <p:cNvPr id="324" name="AutoShape 116"/>
          <p:cNvSpPr>
            <a:spLocks noChangeArrowheads="1"/>
          </p:cNvSpPr>
          <p:nvPr/>
        </p:nvSpPr>
        <p:spPr bwMode="auto">
          <a:xfrm>
            <a:off x="3663673" y="2144475"/>
            <a:ext cx="671513" cy="314325"/>
          </a:xfrm>
          <a:prstGeom prst="can">
            <a:avLst>
              <a:gd name="adj" fmla="val 25000"/>
            </a:avLst>
          </a:prstGeom>
          <a:noFill/>
          <a:ln w="222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en-US" altLang="ja-JP" sz="800" dirty="0">
                <a:latin typeface="Meiryo" charset="-128"/>
                <a:ea typeface="Meiryo" charset="-128"/>
                <a:cs typeface="Meiryo" charset="-128"/>
              </a:rPr>
              <a:t>JWO</a:t>
            </a:r>
          </a:p>
        </p:txBody>
      </p:sp>
      <p:sp>
        <p:nvSpPr>
          <p:cNvPr id="48188" name="Line 318"/>
          <p:cNvSpPr>
            <a:spLocks noChangeShapeType="1"/>
          </p:cNvSpPr>
          <p:nvPr/>
        </p:nvSpPr>
        <p:spPr bwMode="auto">
          <a:xfrm rot="-1025662">
            <a:off x="4566069" y="2666175"/>
            <a:ext cx="595312" cy="1235075"/>
          </a:xfrm>
          <a:prstGeom prst="line">
            <a:avLst/>
          </a:prstGeom>
          <a:noFill/>
          <a:ln w="635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ja-JP" altLang="en-US" sz="1600">
              <a:latin typeface="Meiryo" charset="-128"/>
              <a:ea typeface="Meiryo" charset="-128"/>
              <a:cs typeface="Meiryo" charset="-128"/>
            </a:endParaRPr>
          </a:p>
        </p:txBody>
      </p:sp>
      <p:sp>
        <p:nvSpPr>
          <p:cNvPr id="48181" name="Line 292"/>
          <p:cNvSpPr>
            <a:spLocks noChangeShapeType="1"/>
          </p:cNvSpPr>
          <p:nvPr/>
        </p:nvSpPr>
        <p:spPr bwMode="auto">
          <a:xfrm flipH="1">
            <a:off x="7941095" y="1254887"/>
            <a:ext cx="714375" cy="0"/>
          </a:xfrm>
          <a:prstGeom prst="line">
            <a:avLst/>
          </a:prstGeom>
          <a:noFill/>
          <a:ln w="635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ja-JP" altLang="en-US" sz="1600">
              <a:latin typeface="Meiryo" charset="-128"/>
              <a:ea typeface="Meiryo" charset="-128"/>
              <a:cs typeface="Meiryo" charset="-128"/>
            </a:endParaRPr>
          </a:p>
        </p:txBody>
      </p:sp>
      <p:sp>
        <p:nvSpPr>
          <p:cNvPr id="48182" name="Line 293"/>
          <p:cNvSpPr>
            <a:spLocks noChangeShapeType="1"/>
          </p:cNvSpPr>
          <p:nvPr/>
        </p:nvSpPr>
        <p:spPr bwMode="auto">
          <a:xfrm>
            <a:off x="8655470" y="1254887"/>
            <a:ext cx="731837" cy="1008062"/>
          </a:xfrm>
          <a:prstGeom prst="line">
            <a:avLst/>
          </a:prstGeom>
          <a:noFill/>
          <a:ln w="635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ja-JP" altLang="en-US" sz="1600">
              <a:latin typeface="Meiryo" charset="-128"/>
              <a:ea typeface="Meiryo" charset="-128"/>
              <a:cs typeface="Meiryo" charset="-128"/>
            </a:endParaRPr>
          </a:p>
        </p:txBody>
      </p:sp>
      <p:sp>
        <p:nvSpPr>
          <p:cNvPr id="48184" name="Line 296"/>
          <p:cNvSpPr>
            <a:spLocks noChangeShapeType="1"/>
          </p:cNvSpPr>
          <p:nvPr/>
        </p:nvSpPr>
        <p:spPr bwMode="auto">
          <a:xfrm flipH="1">
            <a:off x="4426369" y="1254888"/>
            <a:ext cx="298450" cy="225425"/>
          </a:xfrm>
          <a:prstGeom prst="line">
            <a:avLst/>
          </a:prstGeom>
          <a:noFill/>
          <a:ln w="635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ja-JP" altLang="en-US" sz="1600">
              <a:latin typeface="Meiryo" charset="-128"/>
              <a:ea typeface="Meiryo" charset="-128"/>
              <a:cs typeface="Meiryo" charset="-128"/>
            </a:endParaRPr>
          </a:p>
        </p:txBody>
      </p:sp>
      <p:sp>
        <p:nvSpPr>
          <p:cNvPr id="48185" name="Line 297"/>
          <p:cNvSpPr>
            <a:spLocks noChangeShapeType="1"/>
          </p:cNvSpPr>
          <p:nvPr/>
        </p:nvSpPr>
        <p:spPr bwMode="auto">
          <a:xfrm flipV="1">
            <a:off x="4724820" y="1254887"/>
            <a:ext cx="714375" cy="0"/>
          </a:xfrm>
          <a:prstGeom prst="line">
            <a:avLst/>
          </a:prstGeom>
          <a:noFill/>
          <a:ln w="635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ja-JP" altLang="en-US" sz="1600">
              <a:latin typeface="Meiryo" charset="-128"/>
              <a:ea typeface="Meiryo" charset="-128"/>
              <a:cs typeface="Meiryo" charset="-128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角丸四角形 2">
            <a:extLst>
              <a:ext uri="{FF2B5EF4-FFF2-40B4-BE49-F238E27FC236}">
                <a16:creationId xmlns:a16="http://schemas.microsoft.com/office/drawing/2014/main" id="{A0712BA0-EDE2-3A2D-A0AF-2CAA6DAEA36B}"/>
              </a:ext>
            </a:extLst>
          </p:cNvPr>
          <p:cNvSpPr/>
          <p:nvPr/>
        </p:nvSpPr>
        <p:spPr bwMode="auto">
          <a:xfrm>
            <a:off x="2188223" y="76200"/>
            <a:ext cx="2057400" cy="914400"/>
          </a:xfrm>
          <a:prstGeom prst="roundRect">
            <a:avLst/>
          </a:prstGeom>
          <a:ln>
            <a:headEnd/>
            <a:tailEnd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kumimoji="1" lang="ja-JP" altLang="en-US">
                <a:latin typeface="Meiryo" panose="020B0604030504040204" pitchFamily="34" charset="-128"/>
                <a:ea typeface="Meiryo" panose="020B0604030504040204" pitchFamily="34" charset="-128"/>
              </a:rPr>
              <a:t>オントロジー選択</a:t>
            </a:r>
            <a:endParaRPr kumimoji="1" lang="en-US" altLang="ja-JP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r>
              <a:rPr lang="ja-JP" altLang="en-US">
                <a:latin typeface="Meiryo" panose="020B0604030504040204" pitchFamily="34" charset="-128"/>
                <a:ea typeface="Meiryo" panose="020B0604030504040204" pitchFamily="34" charset="-128"/>
              </a:rPr>
              <a:t>モジュール</a:t>
            </a:r>
            <a:endParaRPr kumimoji="1" lang="ja-JP" altLang="en-US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" name="角丸四角形 3">
            <a:extLst>
              <a:ext uri="{FF2B5EF4-FFF2-40B4-BE49-F238E27FC236}">
                <a16:creationId xmlns:a16="http://schemas.microsoft.com/office/drawing/2014/main" id="{5659B07E-4DB6-FC39-E2E6-6867EB6444CA}"/>
              </a:ext>
            </a:extLst>
          </p:cNvPr>
          <p:cNvSpPr/>
          <p:nvPr/>
        </p:nvSpPr>
        <p:spPr bwMode="auto">
          <a:xfrm>
            <a:off x="2188223" y="2971800"/>
            <a:ext cx="2057400" cy="2590800"/>
          </a:xfrm>
          <a:prstGeom prst="roundRect">
            <a:avLst/>
          </a:prstGeom>
          <a:ln>
            <a:headEnd/>
            <a:tailEnd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>
                <a:latin typeface="Meiryo" panose="020B0604030504040204" pitchFamily="34" charset="-128"/>
                <a:ea typeface="Meiryo" panose="020B0604030504040204" pitchFamily="34" charset="-128"/>
              </a:rPr>
              <a:t>入力</a:t>
            </a:r>
            <a:endParaRPr kumimoji="1" lang="en-US" altLang="ja-JP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r>
              <a:rPr lang="ja-JP" altLang="en-US">
                <a:latin typeface="Meiryo" panose="020B0604030504040204" pitchFamily="34" charset="-128"/>
                <a:ea typeface="Meiryo" panose="020B0604030504040204" pitchFamily="34" charset="-128"/>
              </a:rPr>
              <a:t>モジュール</a:t>
            </a:r>
            <a:endParaRPr lang="en-US" altLang="ja-JP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kumimoji="1" lang="en-US" altLang="ja-JP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lang="en-US" altLang="ja-JP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kumimoji="1" lang="en-US" altLang="ja-JP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lang="en-US" altLang="ja-JP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kumimoji="1" lang="en-US" altLang="ja-JP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kumimoji="1" lang="ja-JP" altLang="en-US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角丸四角形 4">
            <a:extLst>
              <a:ext uri="{FF2B5EF4-FFF2-40B4-BE49-F238E27FC236}">
                <a16:creationId xmlns:a16="http://schemas.microsoft.com/office/drawing/2014/main" id="{880E2384-45DC-1A3C-6F4B-0FE01D751EC3}"/>
              </a:ext>
            </a:extLst>
          </p:cNvPr>
          <p:cNvSpPr/>
          <p:nvPr/>
        </p:nvSpPr>
        <p:spPr bwMode="auto">
          <a:xfrm>
            <a:off x="4623594" y="2971800"/>
            <a:ext cx="2057400" cy="2590800"/>
          </a:xfrm>
          <a:prstGeom prst="roundRect">
            <a:avLst/>
          </a:prstGeom>
          <a:ln>
            <a:headEnd/>
            <a:tailEnd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kumimoji="1" lang="ja-JP" altLang="en-US">
                <a:latin typeface="Meiryo" panose="020B0604030504040204" pitchFamily="34" charset="-128"/>
                <a:ea typeface="Meiryo" panose="020B0604030504040204" pitchFamily="34" charset="-128"/>
              </a:rPr>
              <a:t>オントロジー構築</a:t>
            </a:r>
            <a:endParaRPr kumimoji="1" lang="en-US" altLang="ja-JP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r>
              <a:rPr lang="ja-JP" altLang="en-US">
                <a:latin typeface="Meiryo" panose="020B0604030504040204" pitchFamily="34" charset="-128"/>
                <a:ea typeface="Meiryo" panose="020B0604030504040204" pitchFamily="34" charset="-128"/>
              </a:rPr>
              <a:t>モジュール</a:t>
            </a:r>
            <a:endParaRPr lang="en-US" altLang="ja-JP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lang="en-US" altLang="ja-JP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lang="en-US" altLang="ja-JP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kumimoji="1" lang="en-US" altLang="ja-JP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lang="en-US" altLang="ja-JP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kumimoji="1" lang="en-US" altLang="ja-JP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kumimoji="1" lang="ja-JP" altLang="en-US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角丸四角形 5">
            <a:extLst>
              <a:ext uri="{FF2B5EF4-FFF2-40B4-BE49-F238E27FC236}">
                <a16:creationId xmlns:a16="http://schemas.microsoft.com/office/drawing/2014/main" id="{B8E32653-5149-7BEC-38E6-740EE2E7B950}"/>
              </a:ext>
            </a:extLst>
          </p:cNvPr>
          <p:cNvSpPr/>
          <p:nvPr/>
        </p:nvSpPr>
        <p:spPr bwMode="auto">
          <a:xfrm>
            <a:off x="7086600" y="2971800"/>
            <a:ext cx="2057400" cy="2590800"/>
          </a:xfrm>
          <a:prstGeom prst="roundRect">
            <a:avLst/>
          </a:prstGeom>
          <a:ln>
            <a:headEnd/>
            <a:tailEnd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kumimoji="1" lang="ja-JP" altLang="en-US">
                <a:latin typeface="Meiryo" panose="020B0604030504040204" pitchFamily="34" charset="-128"/>
                <a:ea typeface="Meiryo" panose="020B0604030504040204" pitchFamily="34" charset="-128"/>
              </a:rPr>
              <a:t>オントロジー洗練</a:t>
            </a:r>
            <a:endParaRPr kumimoji="1" lang="en-US" altLang="ja-JP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r>
              <a:rPr lang="ja-JP" altLang="en-US">
                <a:latin typeface="Meiryo" panose="020B0604030504040204" pitchFamily="34" charset="-128"/>
                <a:ea typeface="Meiryo" panose="020B0604030504040204" pitchFamily="34" charset="-128"/>
              </a:rPr>
              <a:t>モジュール</a:t>
            </a:r>
            <a:endParaRPr lang="en-US" altLang="ja-JP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lang="en-US" altLang="ja-JP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lang="en-US" altLang="ja-JP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kumimoji="1" lang="en-US" altLang="ja-JP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lang="en-US" altLang="ja-JP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kumimoji="1" lang="en-US" altLang="ja-JP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kumimoji="1" lang="ja-JP" altLang="en-US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7" name="角丸四角形 6">
            <a:extLst>
              <a:ext uri="{FF2B5EF4-FFF2-40B4-BE49-F238E27FC236}">
                <a16:creationId xmlns:a16="http://schemas.microsoft.com/office/drawing/2014/main" id="{840DA6A8-00C7-1888-9C39-18CEDEF953F7}"/>
              </a:ext>
            </a:extLst>
          </p:cNvPr>
          <p:cNvSpPr/>
          <p:nvPr/>
        </p:nvSpPr>
        <p:spPr bwMode="auto">
          <a:xfrm>
            <a:off x="9837632" y="3782011"/>
            <a:ext cx="2057400" cy="914400"/>
          </a:xfrm>
          <a:prstGeom prst="roundRect">
            <a:avLst/>
          </a:prstGeom>
          <a:ln>
            <a:headEnd/>
            <a:tailEnd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>
                <a:latin typeface="Meiryo" panose="020B0604030504040204" pitchFamily="34" charset="-128"/>
                <a:ea typeface="Meiryo" panose="020B0604030504040204" pitchFamily="34" charset="-128"/>
              </a:rPr>
              <a:t>変換</a:t>
            </a:r>
            <a:endParaRPr kumimoji="1" lang="en-US" altLang="ja-JP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r>
              <a:rPr lang="ja-JP" altLang="en-US">
                <a:latin typeface="Meiryo" panose="020B0604030504040204" pitchFamily="34" charset="-128"/>
                <a:ea typeface="Meiryo" panose="020B0604030504040204" pitchFamily="34" charset="-128"/>
              </a:rPr>
              <a:t>モジュール</a:t>
            </a:r>
            <a:endParaRPr kumimoji="1" lang="ja-JP" altLang="en-US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AutoShape 341">
            <a:extLst>
              <a:ext uri="{FF2B5EF4-FFF2-40B4-BE49-F238E27FC236}">
                <a16:creationId xmlns:a16="http://schemas.microsoft.com/office/drawing/2014/main" id="{3EC748B5-F1B3-65CE-51FE-DD2C8C99A9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88223" y="1447800"/>
            <a:ext cx="2057400" cy="1066800"/>
          </a:xfrm>
          <a:prstGeom prst="can">
            <a:avLst>
              <a:gd name="adj" fmla="val 25000"/>
            </a:avLst>
          </a:prstGeom>
          <a:noFill/>
          <a:ln w="222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ja-JP" altLang="en-US">
                <a:latin typeface="Meiryo" panose="020B0604030504040204" pitchFamily="34" charset="-128"/>
                <a:ea typeface="Meiryo" panose="020B0604030504040204" pitchFamily="34" charset="-128"/>
                <a:cs typeface="Meiryo" charset="-128"/>
              </a:rPr>
              <a:t>参照</a:t>
            </a:r>
            <a:endParaRPr lang="en-US" altLang="ja-JP" dirty="0">
              <a:latin typeface="Meiryo" panose="020B0604030504040204" pitchFamily="34" charset="-128"/>
              <a:ea typeface="Meiryo" panose="020B0604030504040204" pitchFamily="34" charset="-128"/>
              <a:cs typeface="Meiryo" charset="-128"/>
            </a:endParaRPr>
          </a:p>
          <a:p>
            <a:pPr algn="ctr" eaLnBrk="1" hangingPunct="1"/>
            <a:r>
              <a:rPr lang="ja-JP" altLang="en-US">
                <a:latin typeface="Meiryo" panose="020B0604030504040204" pitchFamily="34" charset="-128"/>
                <a:ea typeface="Meiryo" panose="020B0604030504040204" pitchFamily="34" charset="-128"/>
                <a:cs typeface="Meiryo" charset="-128"/>
              </a:rPr>
              <a:t>オントロジー</a:t>
            </a:r>
            <a:endParaRPr lang="en-US" altLang="ja-JP" dirty="0">
              <a:latin typeface="Meiryo" panose="020B0604030504040204" pitchFamily="34" charset="-128"/>
              <a:ea typeface="Meiryo" panose="020B0604030504040204" pitchFamily="34" charset="-128"/>
              <a:cs typeface="Meiryo" charset="-128"/>
            </a:endParaRPr>
          </a:p>
        </p:txBody>
      </p:sp>
      <p:grpSp>
        <p:nvGrpSpPr>
          <p:cNvPr id="9" name="Group 4">
            <a:extLst>
              <a:ext uri="{FF2B5EF4-FFF2-40B4-BE49-F238E27FC236}">
                <a16:creationId xmlns:a16="http://schemas.microsoft.com/office/drawing/2014/main" id="{84DBED86-8286-F4EA-4763-6223C5C2C5AA}"/>
              </a:ext>
            </a:extLst>
          </p:cNvPr>
          <p:cNvGrpSpPr>
            <a:grpSpLocks/>
          </p:cNvGrpSpPr>
          <p:nvPr/>
        </p:nvGrpSpPr>
        <p:grpSpPr bwMode="auto">
          <a:xfrm>
            <a:off x="258868" y="3588266"/>
            <a:ext cx="1309688" cy="1066800"/>
            <a:chOff x="249" y="2118"/>
            <a:chExt cx="788" cy="855"/>
          </a:xfrm>
        </p:grpSpPr>
        <p:grpSp>
          <p:nvGrpSpPr>
            <p:cNvPr id="10" name="Group 5">
              <a:extLst>
                <a:ext uri="{FF2B5EF4-FFF2-40B4-BE49-F238E27FC236}">
                  <a16:creationId xmlns:a16="http://schemas.microsoft.com/office/drawing/2014/main" id="{3DE9EBA2-C3D5-CC3F-542A-7989ECB2912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49" y="2118"/>
              <a:ext cx="652" cy="722"/>
              <a:chOff x="4785" y="2563"/>
              <a:chExt cx="912" cy="912"/>
            </a:xfrm>
          </p:grpSpPr>
          <p:sp>
            <p:nvSpPr>
              <p:cNvPr id="41" name="Rectangle 6">
                <a:extLst>
                  <a:ext uri="{FF2B5EF4-FFF2-40B4-BE49-F238E27FC236}">
                    <a16:creationId xmlns:a16="http://schemas.microsoft.com/office/drawing/2014/main" id="{4EA53561-84B7-0619-008B-FD71AD9AE5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855" y="2633"/>
                <a:ext cx="842" cy="842"/>
              </a:xfrm>
              <a:prstGeom prst="rect">
                <a:avLst/>
              </a:prstGeom>
              <a:solidFill>
                <a:srgbClr val="B2B2B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254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1pPr>
                <a:lvl2pPr marL="742950" indent="-28575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2pPr>
                <a:lvl3pPr marL="11430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3pPr>
                <a:lvl4pPr marL="16002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4pPr>
                <a:lvl5pPr marL="20574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9pPr>
              </a:lstStyle>
              <a:p>
                <a:pPr eaLnBrk="1" hangingPunct="1"/>
                <a:endParaRPr lang="ja-JP" altLang="en-US" sz="1600">
                  <a:latin typeface="Meiryo" charset="-128"/>
                  <a:ea typeface="Meiryo" charset="-128"/>
                  <a:cs typeface="Meiryo" charset="-128"/>
                </a:endParaRPr>
              </a:p>
            </p:txBody>
          </p:sp>
          <p:sp>
            <p:nvSpPr>
              <p:cNvPr id="42" name="Rectangle 7">
                <a:extLst>
                  <a:ext uri="{FF2B5EF4-FFF2-40B4-BE49-F238E27FC236}">
                    <a16:creationId xmlns:a16="http://schemas.microsoft.com/office/drawing/2014/main" id="{149B385F-CF12-C94E-54AB-217F150201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785" y="2563"/>
                <a:ext cx="842" cy="842"/>
              </a:xfrm>
              <a:prstGeom prst="rect">
                <a:avLst/>
              </a:prstGeom>
              <a:solidFill>
                <a:schemeClr val="bg1"/>
              </a:solidFill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Ctr="1"/>
              <a:lstStyle>
                <a:lvl1pPr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1pPr>
                <a:lvl2pPr marL="742950" indent="-28575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2pPr>
                <a:lvl3pPr marL="11430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3pPr>
                <a:lvl4pPr marL="16002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4pPr>
                <a:lvl5pPr marL="20574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9pPr>
              </a:lstStyle>
              <a:p>
                <a:pPr algn="ctr" eaLnBrk="1" hangingPunct="1"/>
                <a:endParaRPr lang="ja-JP" altLang="ja-JP" sz="1100">
                  <a:latin typeface="Meiryo" charset="-128"/>
                  <a:ea typeface="Meiryo" charset="-128"/>
                  <a:cs typeface="Meiryo" charset="-128"/>
                </a:endParaRPr>
              </a:p>
            </p:txBody>
          </p:sp>
          <p:sp>
            <p:nvSpPr>
              <p:cNvPr id="43" name="Line 8">
                <a:extLst>
                  <a:ext uri="{FF2B5EF4-FFF2-40B4-BE49-F238E27FC236}">
                    <a16:creationId xmlns:a16="http://schemas.microsoft.com/office/drawing/2014/main" id="{349FED60-1DF9-C209-1BFE-BE2DD29F5DD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855" y="3054"/>
                <a:ext cx="702" cy="0"/>
              </a:xfrm>
              <a:prstGeom prst="line">
                <a:avLst/>
              </a:prstGeom>
              <a:noFill/>
              <a:ln w="25400">
                <a:solidFill>
                  <a:srgbClr val="96969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 anchorCtr="1"/>
              <a:lstStyle/>
              <a:p>
                <a:endParaRPr lang="ja-JP" altLang="en-US" sz="1600">
                  <a:latin typeface="Meiryo" charset="-128"/>
                  <a:ea typeface="Meiryo" charset="-128"/>
                  <a:cs typeface="Meiryo" charset="-128"/>
                </a:endParaRPr>
              </a:p>
            </p:txBody>
          </p:sp>
          <p:sp>
            <p:nvSpPr>
              <p:cNvPr id="44" name="Line 9">
                <a:extLst>
                  <a:ext uri="{FF2B5EF4-FFF2-40B4-BE49-F238E27FC236}">
                    <a16:creationId xmlns:a16="http://schemas.microsoft.com/office/drawing/2014/main" id="{1CFB888A-56FD-F2CA-F463-5D331077F05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855" y="3124"/>
                <a:ext cx="702" cy="0"/>
              </a:xfrm>
              <a:prstGeom prst="line">
                <a:avLst/>
              </a:prstGeom>
              <a:noFill/>
              <a:ln w="25400">
                <a:solidFill>
                  <a:srgbClr val="96969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 anchorCtr="1"/>
              <a:lstStyle/>
              <a:p>
                <a:endParaRPr lang="ja-JP" altLang="en-US" sz="1600">
                  <a:latin typeface="Meiryo" charset="-128"/>
                  <a:ea typeface="Meiryo" charset="-128"/>
                  <a:cs typeface="Meiryo" charset="-128"/>
                </a:endParaRPr>
              </a:p>
            </p:txBody>
          </p:sp>
          <p:sp>
            <p:nvSpPr>
              <p:cNvPr id="45" name="Line 10">
                <a:extLst>
                  <a:ext uri="{FF2B5EF4-FFF2-40B4-BE49-F238E27FC236}">
                    <a16:creationId xmlns:a16="http://schemas.microsoft.com/office/drawing/2014/main" id="{45DCD9D2-3BE5-94C4-3F08-425721B217A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855" y="3194"/>
                <a:ext cx="702" cy="0"/>
              </a:xfrm>
              <a:prstGeom prst="line">
                <a:avLst/>
              </a:prstGeom>
              <a:noFill/>
              <a:ln w="25400">
                <a:solidFill>
                  <a:srgbClr val="96969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 anchorCtr="1"/>
              <a:lstStyle/>
              <a:p>
                <a:endParaRPr lang="ja-JP" altLang="en-US" sz="1600">
                  <a:latin typeface="Meiryo" charset="-128"/>
                  <a:ea typeface="Meiryo" charset="-128"/>
                  <a:cs typeface="Meiryo" charset="-128"/>
                </a:endParaRPr>
              </a:p>
            </p:txBody>
          </p:sp>
          <p:sp>
            <p:nvSpPr>
              <p:cNvPr id="46" name="Line 11">
                <a:extLst>
                  <a:ext uri="{FF2B5EF4-FFF2-40B4-BE49-F238E27FC236}">
                    <a16:creationId xmlns:a16="http://schemas.microsoft.com/office/drawing/2014/main" id="{EFFAC8B6-052A-05EC-563B-DD1445F7E60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855" y="3265"/>
                <a:ext cx="702" cy="0"/>
              </a:xfrm>
              <a:prstGeom prst="line">
                <a:avLst/>
              </a:prstGeom>
              <a:noFill/>
              <a:ln w="25400">
                <a:solidFill>
                  <a:srgbClr val="96969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 anchorCtr="1"/>
              <a:lstStyle/>
              <a:p>
                <a:endParaRPr lang="ja-JP" altLang="en-US" sz="1600">
                  <a:latin typeface="Meiryo" charset="-128"/>
                  <a:ea typeface="Meiryo" charset="-128"/>
                  <a:cs typeface="Meiryo" charset="-128"/>
                </a:endParaRPr>
              </a:p>
            </p:txBody>
          </p:sp>
          <p:sp>
            <p:nvSpPr>
              <p:cNvPr id="47" name="Line 12">
                <a:extLst>
                  <a:ext uri="{FF2B5EF4-FFF2-40B4-BE49-F238E27FC236}">
                    <a16:creationId xmlns:a16="http://schemas.microsoft.com/office/drawing/2014/main" id="{256B7B17-7700-A3A9-B799-051B7C90062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855" y="3335"/>
                <a:ext cx="702" cy="0"/>
              </a:xfrm>
              <a:prstGeom prst="line">
                <a:avLst/>
              </a:prstGeom>
              <a:noFill/>
              <a:ln w="25400">
                <a:solidFill>
                  <a:srgbClr val="96969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 anchorCtr="1"/>
              <a:lstStyle/>
              <a:p>
                <a:endParaRPr lang="ja-JP" altLang="en-US" sz="1600">
                  <a:latin typeface="Meiryo" charset="-128"/>
                  <a:ea typeface="Meiryo" charset="-128"/>
                  <a:cs typeface="Meiryo" charset="-128"/>
                </a:endParaRPr>
              </a:p>
            </p:txBody>
          </p:sp>
          <p:sp>
            <p:nvSpPr>
              <p:cNvPr id="48" name="Line 13">
                <a:extLst>
                  <a:ext uri="{FF2B5EF4-FFF2-40B4-BE49-F238E27FC236}">
                    <a16:creationId xmlns:a16="http://schemas.microsoft.com/office/drawing/2014/main" id="{593542BB-804E-788D-6A0E-39D0F1C5362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855" y="2984"/>
                <a:ext cx="702" cy="0"/>
              </a:xfrm>
              <a:prstGeom prst="line">
                <a:avLst/>
              </a:prstGeom>
              <a:noFill/>
              <a:ln w="25400">
                <a:solidFill>
                  <a:srgbClr val="96969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 anchorCtr="1"/>
              <a:lstStyle/>
              <a:p>
                <a:endParaRPr lang="ja-JP" altLang="en-US" sz="1600">
                  <a:latin typeface="Meiryo" charset="-128"/>
                  <a:ea typeface="Meiryo" charset="-128"/>
                  <a:cs typeface="Meiryo" charset="-128"/>
                </a:endParaRPr>
              </a:p>
            </p:txBody>
          </p:sp>
          <p:sp>
            <p:nvSpPr>
              <p:cNvPr id="49" name="Line 14">
                <a:extLst>
                  <a:ext uri="{FF2B5EF4-FFF2-40B4-BE49-F238E27FC236}">
                    <a16:creationId xmlns:a16="http://schemas.microsoft.com/office/drawing/2014/main" id="{D302F1A9-7C35-0C65-34EB-3EB7CD6AB37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855" y="2914"/>
                <a:ext cx="702" cy="0"/>
              </a:xfrm>
              <a:prstGeom prst="line">
                <a:avLst/>
              </a:prstGeom>
              <a:noFill/>
              <a:ln w="25400">
                <a:solidFill>
                  <a:srgbClr val="96969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 anchorCtr="1"/>
              <a:lstStyle/>
              <a:p>
                <a:endParaRPr lang="ja-JP" altLang="en-US" sz="1600">
                  <a:latin typeface="Meiryo" charset="-128"/>
                  <a:ea typeface="Meiryo" charset="-128"/>
                  <a:cs typeface="Meiryo" charset="-128"/>
                </a:endParaRPr>
              </a:p>
            </p:txBody>
          </p:sp>
        </p:grpSp>
        <p:grpSp>
          <p:nvGrpSpPr>
            <p:cNvPr id="11" name="Group 15">
              <a:extLst>
                <a:ext uri="{FF2B5EF4-FFF2-40B4-BE49-F238E27FC236}">
                  <a16:creationId xmlns:a16="http://schemas.microsoft.com/office/drawing/2014/main" id="{6E5D59D5-03A1-544C-A35B-F768690CCF8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94" y="2164"/>
              <a:ext cx="652" cy="722"/>
              <a:chOff x="4785" y="2563"/>
              <a:chExt cx="912" cy="912"/>
            </a:xfrm>
          </p:grpSpPr>
          <p:sp>
            <p:nvSpPr>
              <p:cNvPr id="32" name="Rectangle 16">
                <a:extLst>
                  <a:ext uri="{FF2B5EF4-FFF2-40B4-BE49-F238E27FC236}">
                    <a16:creationId xmlns:a16="http://schemas.microsoft.com/office/drawing/2014/main" id="{E99E6C14-EA1A-33C6-5850-882A9DF410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855" y="2633"/>
                <a:ext cx="842" cy="842"/>
              </a:xfrm>
              <a:prstGeom prst="rect">
                <a:avLst/>
              </a:prstGeom>
              <a:solidFill>
                <a:srgbClr val="B2B2B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254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1pPr>
                <a:lvl2pPr marL="742950" indent="-28575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2pPr>
                <a:lvl3pPr marL="11430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3pPr>
                <a:lvl4pPr marL="16002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4pPr>
                <a:lvl5pPr marL="20574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9pPr>
              </a:lstStyle>
              <a:p>
                <a:pPr eaLnBrk="1" hangingPunct="1"/>
                <a:endParaRPr lang="ja-JP" altLang="en-US" sz="1600">
                  <a:latin typeface="Meiryo" charset="-128"/>
                  <a:ea typeface="Meiryo" charset="-128"/>
                  <a:cs typeface="Meiryo" charset="-128"/>
                </a:endParaRPr>
              </a:p>
            </p:txBody>
          </p:sp>
          <p:sp>
            <p:nvSpPr>
              <p:cNvPr id="33" name="Rectangle 17">
                <a:extLst>
                  <a:ext uri="{FF2B5EF4-FFF2-40B4-BE49-F238E27FC236}">
                    <a16:creationId xmlns:a16="http://schemas.microsoft.com/office/drawing/2014/main" id="{BF99CE3D-65E3-CC05-A73A-44ACC3F6CE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785" y="2563"/>
                <a:ext cx="842" cy="842"/>
              </a:xfrm>
              <a:prstGeom prst="rect">
                <a:avLst/>
              </a:prstGeom>
              <a:solidFill>
                <a:schemeClr val="bg1"/>
              </a:solidFill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Ctr="1"/>
              <a:lstStyle>
                <a:lvl1pPr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1pPr>
                <a:lvl2pPr marL="742950" indent="-28575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2pPr>
                <a:lvl3pPr marL="11430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3pPr>
                <a:lvl4pPr marL="16002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4pPr>
                <a:lvl5pPr marL="20574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9pPr>
              </a:lstStyle>
              <a:p>
                <a:pPr algn="ctr" eaLnBrk="1" hangingPunct="1"/>
                <a:endParaRPr lang="ja-JP" altLang="ja-JP" sz="1100">
                  <a:latin typeface="Meiryo" charset="-128"/>
                  <a:ea typeface="Meiryo" charset="-128"/>
                  <a:cs typeface="Meiryo" charset="-128"/>
                </a:endParaRPr>
              </a:p>
            </p:txBody>
          </p:sp>
          <p:sp>
            <p:nvSpPr>
              <p:cNvPr id="34" name="Line 18">
                <a:extLst>
                  <a:ext uri="{FF2B5EF4-FFF2-40B4-BE49-F238E27FC236}">
                    <a16:creationId xmlns:a16="http://schemas.microsoft.com/office/drawing/2014/main" id="{191D2063-A79C-1F75-4EC3-DAA77938BC7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855" y="3054"/>
                <a:ext cx="702" cy="0"/>
              </a:xfrm>
              <a:prstGeom prst="line">
                <a:avLst/>
              </a:prstGeom>
              <a:noFill/>
              <a:ln w="25400">
                <a:solidFill>
                  <a:srgbClr val="96969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 anchorCtr="1"/>
              <a:lstStyle/>
              <a:p>
                <a:endParaRPr lang="ja-JP" altLang="en-US" sz="1600">
                  <a:latin typeface="Meiryo" charset="-128"/>
                  <a:ea typeface="Meiryo" charset="-128"/>
                  <a:cs typeface="Meiryo" charset="-128"/>
                </a:endParaRPr>
              </a:p>
            </p:txBody>
          </p:sp>
          <p:sp>
            <p:nvSpPr>
              <p:cNvPr id="35" name="Line 19">
                <a:extLst>
                  <a:ext uri="{FF2B5EF4-FFF2-40B4-BE49-F238E27FC236}">
                    <a16:creationId xmlns:a16="http://schemas.microsoft.com/office/drawing/2014/main" id="{32FEDF8F-2B85-677A-19A3-FC0A454F706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855" y="3124"/>
                <a:ext cx="702" cy="0"/>
              </a:xfrm>
              <a:prstGeom prst="line">
                <a:avLst/>
              </a:prstGeom>
              <a:noFill/>
              <a:ln w="25400">
                <a:solidFill>
                  <a:srgbClr val="96969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 anchorCtr="1"/>
              <a:lstStyle/>
              <a:p>
                <a:endParaRPr lang="ja-JP" altLang="en-US" sz="1600">
                  <a:latin typeface="Meiryo" charset="-128"/>
                  <a:ea typeface="Meiryo" charset="-128"/>
                  <a:cs typeface="Meiryo" charset="-128"/>
                </a:endParaRPr>
              </a:p>
            </p:txBody>
          </p:sp>
          <p:sp>
            <p:nvSpPr>
              <p:cNvPr id="36" name="Line 20">
                <a:extLst>
                  <a:ext uri="{FF2B5EF4-FFF2-40B4-BE49-F238E27FC236}">
                    <a16:creationId xmlns:a16="http://schemas.microsoft.com/office/drawing/2014/main" id="{15A1C794-D07A-86E5-230A-9C0CD7456CA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855" y="3194"/>
                <a:ext cx="702" cy="0"/>
              </a:xfrm>
              <a:prstGeom prst="line">
                <a:avLst/>
              </a:prstGeom>
              <a:noFill/>
              <a:ln w="25400">
                <a:solidFill>
                  <a:srgbClr val="96969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 anchorCtr="1"/>
              <a:lstStyle/>
              <a:p>
                <a:endParaRPr lang="ja-JP" altLang="en-US" sz="1600">
                  <a:latin typeface="Meiryo" charset="-128"/>
                  <a:ea typeface="Meiryo" charset="-128"/>
                  <a:cs typeface="Meiryo" charset="-128"/>
                </a:endParaRPr>
              </a:p>
            </p:txBody>
          </p:sp>
          <p:sp>
            <p:nvSpPr>
              <p:cNvPr id="37" name="Line 21">
                <a:extLst>
                  <a:ext uri="{FF2B5EF4-FFF2-40B4-BE49-F238E27FC236}">
                    <a16:creationId xmlns:a16="http://schemas.microsoft.com/office/drawing/2014/main" id="{3BAC4B3A-1F85-7377-212E-DB06EE538F8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855" y="3265"/>
                <a:ext cx="702" cy="0"/>
              </a:xfrm>
              <a:prstGeom prst="line">
                <a:avLst/>
              </a:prstGeom>
              <a:noFill/>
              <a:ln w="25400">
                <a:solidFill>
                  <a:srgbClr val="96969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 anchorCtr="1"/>
              <a:lstStyle/>
              <a:p>
                <a:endParaRPr lang="ja-JP" altLang="en-US" sz="1600">
                  <a:latin typeface="Meiryo" charset="-128"/>
                  <a:ea typeface="Meiryo" charset="-128"/>
                  <a:cs typeface="Meiryo" charset="-128"/>
                </a:endParaRPr>
              </a:p>
            </p:txBody>
          </p:sp>
          <p:sp>
            <p:nvSpPr>
              <p:cNvPr id="38" name="Line 22">
                <a:extLst>
                  <a:ext uri="{FF2B5EF4-FFF2-40B4-BE49-F238E27FC236}">
                    <a16:creationId xmlns:a16="http://schemas.microsoft.com/office/drawing/2014/main" id="{78990042-59A9-0190-D5F3-C0CB6AFC7DC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855" y="3335"/>
                <a:ext cx="702" cy="0"/>
              </a:xfrm>
              <a:prstGeom prst="line">
                <a:avLst/>
              </a:prstGeom>
              <a:noFill/>
              <a:ln w="25400">
                <a:solidFill>
                  <a:srgbClr val="96969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 anchorCtr="1"/>
              <a:lstStyle/>
              <a:p>
                <a:endParaRPr lang="ja-JP" altLang="en-US" sz="1600">
                  <a:latin typeface="Meiryo" charset="-128"/>
                  <a:ea typeface="Meiryo" charset="-128"/>
                  <a:cs typeface="Meiryo" charset="-128"/>
                </a:endParaRPr>
              </a:p>
            </p:txBody>
          </p:sp>
          <p:sp>
            <p:nvSpPr>
              <p:cNvPr id="39" name="Line 23">
                <a:extLst>
                  <a:ext uri="{FF2B5EF4-FFF2-40B4-BE49-F238E27FC236}">
                    <a16:creationId xmlns:a16="http://schemas.microsoft.com/office/drawing/2014/main" id="{88768101-A49D-17D1-2B03-416A7CD9ABF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855" y="2984"/>
                <a:ext cx="702" cy="0"/>
              </a:xfrm>
              <a:prstGeom prst="line">
                <a:avLst/>
              </a:prstGeom>
              <a:noFill/>
              <a:ln w="25400">
                <a:solidFill>
                  <a:srgbClr val="96969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 anchorCtr="1"/>
              <a:lstStyle/>
              <a:p>
                <a:endParaRPr lang="ja-JP" altLang="en-US" sz="1600">
                  <a:latin typeface="Meiryo" charset="-128"/>
                  <a:ea typeface="Meiryo" charset="-128"/>
                  <a:cs typeface="Meiryo" charset="-128"/>
                </a:endParaRPr>
              </a:p>
            </p:txBody>
          </p:sp>
          <p:sp>
            <p:nvSpPr>
              <p:cNvPr id="40" name="Line 24">
                <a:extLst>
                  <a:ext uri="{FF2B5EF4-FFF2-40B4-BE49-F238E27FC236}">
                    <a16:creationId xmlns:a16="http://schemas.microsoft.com/office/drawing/2014/main" id="{EB658D06-19F1-DA72-641F-4B9E4DD1222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855" y="2914"/>
                <a:ext cx="702" cy="0"/>
              </a:xfrm>
              <a:prstGeom prst="line">
                <a:avLst/>
              </a:prstGeom>
              <a:noFill/>
              <a:ln w="25400">
                <a:solidFill>
                  <a:srgbClr val="96969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 anchorCtr="1"/>
              <a:lstStyle/>
              <a:p>
                <a:endParaRPr lang="ja-JP" altLang="en-US" sz="1600">
                  <a:latin typeface="Meiryo" charset="-128"/>
                  <a:ea typeface="Meiryo" charset="-128"/>
                  <a:cs typeface="Meiryo" charset="-128"/>
                </a:endParaRPr>
              </a:p>
            </p:txBody>
          </p:sp>
        </p:grpSp>
        <p:grpSp>
          <p:nvGrpSpPr>
            <p:cNvPr id="12" name="Group 25">
              <a:extLst>
                <a:ext uri="{FF2B5EF4-FFF2-40B4-BE49-F238E27FC236}">
                  <a16:creationId xmlns:a16="http://schemas.microsoft.com/office/drawing/2014/main" id="{F0D7E2A6-3242-CC5E-5666-04755435E0D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40" y="2205"/>
              <a:ext cx="652" cy="722"/>
              <a:chOff x="4785" y="2563"/>
              <a:chExt cx="912" cy="912"/>
            </a:xfrm>
          </p:grpSpPr>
          <p:sp>
            <p:nvSpPr>
              <p:cNvPr id="23" name="Rectangle 26">
                <a:extLst>
                  <a:ext uri="{FF2B5EF4-FFF2-40B4-BE49-F238E27FC236}">
                    <a16:creationId xmlns:a16="http://schemas.microsoft.com/office/drawing/2014/main" id="{A36A44F6-F2DB-14FB-B8CF-E2144274909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855" y="2633"/>
                <a:ext cx="842" cy="842"/>
              </a:xfrm>
              <a:prstGeom prst="rect">
                <a:avLst/>
              </a:prstGeom>
              <a:solidFill>
                <a:srgbClr val="B2B2B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254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1pPr>
                <a:lvl2pPr marL="742950" indent="-28575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2pPr>
                <a:lvl3pPr marL="11430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3pPr>
                <a:lvl4pPr marL="16002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4pPr>
                <a:lvl5pPr marL="20574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9pPr>
              </a:lstStyle>
              <a:p>
                <a:pPr eaLnBrk="1" hangingPunct="1"/>
                <a:endParaRPr lang="ja-JP" altLang="en-US" sz="1600">
                  <a:latin typeface="Meiryo" charset="-128"/>
                  <a:ea typeface="Meiryo" charset="-128"/>
                  <a:cs typeface="Meiryo" charset="-128"/>
                </a:endParaRPr>
              </a:p>
            </p:txBody>
          </p:sp>
          <p:sp>
            <p:nvSpPr>
              <p:cNvPr id="24" name="Rectangle 27">
                <a:extLst>
                  <a:ext uri="{FF2B5EF4-FFF2-40B4-BE49-F238E27FC236}">
                    <a16:creationId xmlns:a16="http://schemas.microsoft.com/office/drawing/2014/main" id="{19633A3B-D755-681D-7EE6-A3D8236BC5F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785" y="2563"/>
                <a:ext cx="842" cy="842"/>
              </a:xfrm>
              <a:prstGeom prst="rect">
                <a:avLst/>
              </a:prstGeom>
              <a:solidFill>
                <a:schemeClr val="bg1"/>
              </a:solidFill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Ctr="1"/>
              <a:lstStyle>
                <a:lvl1pPr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1pPr>
                <a:lvl2pPr marL="742950" indent="-28575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2pPr>
                <a:lvl3pPr marL="11430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3pPr>
                <a:lvl4pPr marL="16002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4pPr>
                <a:lvl5pPr marL="20574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9pPr>
              </a:lstStyle>
              <a:p>
                <a:pPr algn="ctr" eaLnBrk="1" hangingPunct="1"/>
                <a:endParaRPr lang="ja-JP" altLang="ja-JP" sz="1100">
                  <a:latin typeface="Meiryo" charset="-128"/>
                  <a:ea typeface="Meiryo" charset="-128"/>
                  <a:cs typeface="Meiryo" charset="-128"/>
                </a:endParaRPr>
              </a:p>
            </p:txBody>
          </p:sp>
          <p:sp>
            <p:nvSpPr>
              <p:cNvPr id="25" name="Line 28">
                <a:extLst>
                  <a:ext uri="{FF2B5EF4-FFF2-40B4-BE49-F238E27FC236}">
                    <a16:creationId xmlns:a16="http://schemas.microsoft.com/office/drawing/2014/main" id="{7AE6EACC-49E2-2ED3-F63E-CBF7298AA16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855" y="3054"/>
                <a:ext cx="702" cy="0"/>
              </a:xfrm>
              <a:prstGeom prst="line">
                <a:avLst/>
              </a:prstGeom>
              <a:noFill/>
              <a:ln w="25400">
                <a:solidFill>
                  <a:srgbClr val="96969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 anchorCtr="1"/>
              <a:lstStyle/>
              <a:p>
                <a:endParaRPr lang="ja-JP" altLang="en-US" sz="1600">
                  <a:latin typeface="Meiryo" charset="-128"/>
                  <a:ea typeface="Meiryo" charset="-128"/>
                  <a:cs typeface="Meiryo" charset="-128"/>
                </a:endParaRPr>
              </a:p>
            </p:txBody>
          </p:sp>
          <p:sp>
            <p:nvSpPr>
              <p:cNvPr id="26" name="Line 29">
                <a:extLst>
                  <a:ext uri="{FF2B5EF4-FFF2-40B4-BE49-F238E27FC236}">
                    <a16:creationId xmlns:a16="http://schemas.microsoft.com/office/drawing/2014/main" id="{772981E4-7599-C523-33CD-1078F6BF923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855" y="3124"/>
                <a:ext cx="702" cy="0"/>
              </a:xfrm>
              <a:prstGeom prst="line">
                <a:avLst/>
              </a:prstGeom>
              <a:noFill/>
              <a:ln w="25400">
                <a:solidFill>
                  <a:srgbClr val="96969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 anchorCtr="1"/>
              <a:lstStyle/>
              <a:p>
                <a:endParaRPr lang="ja-JP" altLang="en-US" sz="1600">
                  <a:latin typeface="Meiryo" charset="-128"/>
                  <a:ea typeface="Meiryo" charset="-128"/>
                  <a:cs typeface="Meiryo" charset="-128"/>
                </a:endParaRPr>
              </a:p>
            </p:txBody>
          </p:sp>
          <p:sp>
            <p:nvSpPr>
              <p:cNvPr id="27" name="Line 30">
                <a:extLst>
                  <a:ext uri="{FF2B5EF4-FFF2-40B4-BE49-F238E27FC236}">
                    <a16:creationId xmlns:a16="http://schemas.microsoft.com/office/drawing/2014/main" id="{3A35F7E0-EC84-E378-A14D-866AB435214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855" y="3194"/>
                <a:ext cx="702" cy="0"/>
              </a:xfrm>
              <a:prstGeom prst="line">
                <a:avLst/>
              </a:prstGeom>
              <a:noFill/>
              <a:ln w="25400">
                <a:solidFill>
                  <a:srgbClr val="96969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 anchorCtr="1"/>
              <a:lstStyle/>
              <a:p>
                <a:endParaRPr lang="ja-JP" altLang="en-US" sz="1600">
                  <a:latin typeface="Meiryo" charset="-128"/>
                  <a:ea typeface="Meiryo" charset="-128"/>
                  <a:cs typeface="Meiryo" charset="-128"/>
                </a:endParaRPr>
              </a:p>
            </p:txBody>
          </p:sp>
          <p:sp>
            <p:nvSpPr>
              <p:cNvPr id="28" name="Line 31">
                <a:extLst>
                  <a:ext uri="{FF2B5EF4-FFF2-40B4-BE49-F238E27FC236}">
                    <a16:creationId xmlns:a16="http://schemas.microsoft.com/office/drawing/2014/main" id="{305B619E-814C-AA30-69DC-0106F9B7B15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855" y="3265"/>
                <a:ext cx="702" cy="0"/>
              </a:xfrm>
              <a:prstGeom prst="line">
                <a:avLst/>
              </a:prstGeom>
              <a:noFill/>
              <a:ln w="25400">
                <a:solidFill>
                  <a:srgbClr val="96969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 anchorCtr="1"/>
              <a:lstStyle/>
              <a:p>
                <a:endParaRPr lang="ja-JP" altLang="en-US" sz="1600">
                  <a:latin typeface="Meiryo" charset="-128"/>
                  <a:ea typeface="Meiryo" charset="-128"/>
                  <a:cs typeface="Meiryo" charset="-128"/>
                </a:endParaRPr>
              </a:p>
            </p:txBody>
          </p:sp>
          <p:sp>
            <p:nvSpPr>
              <p:cNvPr id="29" name="Line 32">
                <a:extLst>
                  <a:ext uri="{FF2B5EF4-FFF2-40B4-BE49-F238E27FC236}">
                    <a16:creationId xmlns:a16="http://schemas.microsoft.com/office/drawing/2014/main" id="{EEE82A82-F7E1-3DC1-EFB2-9626E9D5FE8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855" y="3335"/>
                <a:ext cx="702" cy="0"/>
              </a:xfrm>
              <a:prstGeom prst="line">
                <a:avLst/>
              </a:prstGeom>
              <a:noFill/>
              <a:ln w="25400">
                <a:solidFill>
                  <a:srgbClr val="96969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 anchorCtr="1"/>
              <a:lstStyle/>
              <a:p>
                <a:endParaRPr lang="ja-JP" altLang="en-US" sz="1600">
                  <a:latin typeface="Meiryo" charset="-128"/>
                  <a:ea typeface="Meiryo" charset="-128"/>
                  <a:cs typeface="Meiryo" charset="-128"/>
                </a:endParaRPr>
              </a:p>
            </p:txBody>
          </p:sp>
          <p:sp>
            <p:nvSpPr>
              <p:cNvPr id="30" name="Line 33">
                <a:extLst>
                  <a:ext uri="{FF2B5EF4-FFF2-40B4-BE49-F238E27FC236}">
                    <a16:creationId xmlns:a16="http://schemas.microsoft.com/office/drawing/2014/main" id="{B3225CF8-CFAB-CCC0-E6BE-2F3767FBA97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855" y="2984"/>
                <a:ext cx="702" cy="0"/>
              </a:xfrm>
              <a:prstGeom prst="line">
                <a:avLst/>
              </a:prstGeom>
              <a:noFill/>
              <a:ln w="25400">
                <a:solidFill>
                  <a:srgbClr val="96969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 anchorCtr="1"/>
              <a:lstStyle/>
              <a:p>
                <a:endParaRPr lang="ja-JP" altLang="en-US" sz="1600">
                  <a:latin typeface="Meiryo" charset="-128"/>
                  <a:ea typeface="Meiryo" charset="-128"/>
                  <a:cs typeface="Meiryo" charset="-128"/>
                </a:endParaRPr>
              </a:p>
            </p:txBody>
          </p:sp>
          <p:sp>
            <p:nvSpPr>
              <p:cNvPr id="31" name="Line 34">
                <a:extLst>
                  <a:ext uri="{FF2B5EF4-FFF2-40B4-BE49-F238E27FC236}">
                    <a16:creationId xmlns:a16="http://schemas.microsoft.com/office/drawing/2014/main" id="{D1C78B85-FA1D-EB8E-7784-928CBADDB75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855" y="2914"/>
                <a:ext cx="702" cy="0"/>
              </a:xfrm>
              <a:prstGeom prst="line">
                <a:avLst/>
              </a:prstGeom>
              <a:noFill/>
              <a:ln w="25400">
                <a:solidFill>
                  <a:srgbClr val="96969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 anchorCtr="1"/>
              <a:lstStyle/>
              <a:p>
                <a:endParaRPr lang="ja-JP" altLang="en-US" sz="1600">
                  <a:latin typeface="Meiryo" charset="-128"/>
                  <a:ea typeface="Meiryo" charset="-128"/>
                  <a:cs typeface="Meiryo" charset="-128"/>
                </a:endParaRPr>
              </a:p>
            </p:txBody>
          </p:sp>
        </p:grpSp>
        <p:grpSp>
          <p:nvGrpSpPr>
            <p:cNvPr id="13" name="Group 35">
              <a:extLst>
                <a:ext uri="{FF2B5EF4-FFF2-40B4-BE49-F238E27FC236}">
                  <a16:creationId xmlns:a16="http://schemas.microsoft.com/office/drawing/2014/main" id="{C54EDD14-A0F7-EA86-426C-49B40A0948B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85" y="2251"/>
              <a:ext cx="652" cy="722"/>
              <a:chOff x="4785" y="2563"/>
              <a:chExt cx="912" cy="912"/>
            </a:xfrm>
          </p:grpSpPr>
          <p:sp>
            <p:nvSpPr>
              <p:cNvPr id="14" name="Rectangle 36">
                <a:extLst>
                  <a:ext uri="{FF2B5EF4-FFF2-40B4-BE49-F238E27FC236}">
                    <a16:creationId xmlns:a16="http://schemas.microsoft.com/office/drawing/2014/main" id="{5A7B1271-8390-FA97-9A11-C5ED57EBE4A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855" y="2633"/>
                <a:ext cx="842" cy="842"/>
              </a:xfrm>
              <a:prstGeom prst="rect">
                <a:avLst/>
              </a:prstGeom>
              <a:solidFill>
                <a:srgbClr val="B2B2B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254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1pPr>
                <a:lvl2pPr marL="742950" indent="-28575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2pPr>
                <a:lvl3pPr marL="11430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3pPr>
                <a:lvl4pPr marL="16002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4pPr>
                <a:lvl5pPr marL="20574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9pPr>
              </a:lstStyle>
              <a:p>
                <a:pPr eaLnBrk="1" hangingPunct="1"/>
                <a:endParaRPr lang="ja-JP" altLang="en-US" sz="1600">
                  <a:latin typeface="Meiryo" charset="-128"/>
                  <a:ea typeface="Meiryo" charset="-128"/>
                  <a:cs typeface="Meiryo" charset="-128"/>
                </a:endParaRPr>
              </a:p>
            </p:txBody>
          </p:sp>
          <p:sp>
            <p:nvSpPr>
              <p:cNvPr id="15" name="Rectangle 37">
                <a:extLst>
                  <a:ext uri="{FF2B5EF4-FFF2-40B4-BE49-F238E27FC236}">
                    <a16:creationId xmlns:a16="http://schemas.microsoft.com/office/drawing/2014/main" id="{BF5861CA-6C20-DDB6-7E2F-D99280424A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785" y="2563"/>
                <a:ext cx="842" cy="842"/>
              </a:xfrm>
              <a:prstGeom prst="rect">
                <a:avLst/>
              </a:prstGeom>
              <a:solidFill>
                <a:schemeClr val="bg1"/>
              </a:solidFill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Ctr="1"/>
              <a:lstStyle>
                <a:lvl1pPr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1pPr>
                <a:lvl2pPr marL="742950" indent="-28575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2pPr>
                <a:lvl3pPr marL="11430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3pPr>
                <a:lvl4pPr marL="16002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4pPr>
                <a:lvl5pPr marL="20574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9pPr>
              </a:lstStyle>
              <a:p>
                <a:pPr algn="ctr" eaLnBrk="1" hangingPunct="1"/>
                <a:endParaRPr lang="ja-JP" altLang="ja-JP" sz="1100">
                  <a:latin typeface="Meiryo" charset="-128"/>
                  <a:ea typeface="Meiryo" charset="-128"/>
                  <a:cs typeface="Meiryo" charset="-128"/>
                </a:endParaRPr>
              </a:p>
            </p:txBody>
          </p:sp>
          <p:sp>
            <p:nvSpPr>
              <p:cNvPr id="16" name="Line 38">
                <a:extLst>
                  <a:ext uri="{FF2B5EF4-FFF2-40B4-BE49-F238E27FC236}">
                    <a16:creationId xmlns:a16="http://schemas.microsoft.com/office/drawing/2014/main" id="{0CC2D2EC-4CD0-DE51-31EA-A17E343F835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855" y="3054"/>
                <a:ext cx="702" cy="0"/>
              </a:xfrm>
              <a:prstGeom prst="line">
                <a:avLst/>
              </a:prstGeom>
              <a:noFill/>
              <a:ln w="25400">
                <a:solidFill>
                  <a:srgbClr val="96969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 anchorCtr="1"/>
              <a:lstStyle/>
              <a:p>
                <a:endParaRPr lang="ja-JP" altLang="en-US" sz="1600">
                  <a:latin typeface="Meiryo" charset="-128"/>
                  <a:ea typeface="Meiryo" charset="-128"/>
                  <a:cs typeface="Meiryo" charset="-128"/>
                </a:endParaRPr>
              </a:p>
            </p:txBody>
          </p:sp>
          <p:sp>
            <p:nvSpPr>
              <p:cNvPr id="17" name="Line 39">
                <a:extLst>
                  <a:ext uri="{FF2B5EF4-FFF2-40B4-BE49-F238E27FC236}">
                    <a16:creationId xmlns:a16="http://schemas.microsoft.com/office/drawing/2014/main" id="{DFB6503F-489D-2108-2EF7-87ACA6B302F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855" y="3124"/>
                <a:ext cx="702" cy="0"/>
              </a:xfrm>
              <a:prstGeom prst="line">
                <a:avLst/>
              </a:prstGeom>
              <a:noFill/>
              <a:ln w="25400">
                <a:solidFill>
                  <a:srgbClr val="96969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 anchorCtr="1"/>
              <a:lstStyle/>
              <a:p>
                <a:endParaRPr lang="ja-JP" altLang="en-US" sz="1600">
                  <a:latin typeface="Meiryo" charset="-128"/>
                  <a:ea typeface="Meiryo" charset="-128"/>
                  <a:cs typeface="Meiryo" charset="-128"/>
                </a:endParaRPr>
              </a:p>
            </p:txBody>
          </p:sp>
          <p:sp>
            <p:nvSpPr>
              <p:cNvPr id="18" name="Line 40">
                <a:extLst>
                  <a:ext uri="{FF2B5EF4-FFF2-40B4-BE49-F238E27FC236}">
                    <a16:creationId xmlns:a16="http://schemas.microsoft.com/office/drawing/2014/main" id="{323C3929-FA7D-995C-7A30-97C6C78570D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855" y="3194"/>
                <a:ext cx="702" cy="0"/>
              </a:xfrm>
              <a:prstGeom prst="line">
                <a:avLst/>
              </a:prstGeom>
              <a:noFill/>
              <a:ln w="25400">
                <a:solidFill>
                  <a:srgbClr val="96969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 anchorCtr="1"/>
              <a:lstStyle/>
              <a:p>
                <a:endParaRPr lang="ja-JP" altLang="en-US" sz="1600">
                  <a:latin typeface="Meiryo" charset="-128"/>
                  <a:ea typeface="Meiryo" charset="-128"/>
                  <a:cs typeface="Meiryo" charset="-128"/>
                </a:endParaRPr>
              </a:p>
            </p:txBody>
          </p:sp>
          <p:sp>
            <p:nvSpPr>
              <p:cNvPr id="19" name="Line 41">
                <a:extLst>
                  <a:ext uri="{FF2B5EF4-FFF2-40B4-BE49-F238E27FC236}">
                    <a16:creationId xmlns:a16="http://schemas.microsoft.com/office/drawing/2014/main" id="{EDC75983-0126-DF84-77D8-99AC8487EF6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855" y="3265"/>
                <a:ext cx="702" cy="0"/>
              </a:xfrm>
              <a:prstGeom prst="line">
                <a:avLst/>
              </a:prstGeom>
              <a:noFill/>
              <a:ln w="25400">
                <a:solidFill>
                  <a:srgbClr val="96969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 anchorCtr="1"/>
              <a:lstStyle/>
              <a:p>
                <a:endParaRPr lang="ja-JP" altLang="en-US" sz="1600">
                  <a:latin typeface="Meiryo" charset="-128"/>
                  <a:ea typeface="Meiryo" charset="-128"/>
                  <a:cs typeface="Meiryo" charset="-128"/>
                </a:endParaRPr>
              </a:p>
            </p:txBody>
          </p:sp>
          <p:sp>
            <p:nvSpPr>
              <p:cNvPr id="20" name="Line 42">
                <a:extLst>
                  <a:ext uri="{FF2B5EF4-FFF2-40B4-BE49-F238E27FC236}">
                    <a16:creationId xmlns:a16="http://schemas.microsoft.com/office/drawing/2014/main" id="{11C32043-B656-F674-582C-DF8D40213DE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855" y="3335"/>
                <a:ext cx="702" cy="0"/>
              </a:xfrm>
              <a:prstGeom prst="line">
                <a:avLst/>
              </a:prstGeom>
              <a:noFill/>
              <a:ln w="25400">
                <a:solidFill>
                  <a:srgbClr val="96969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 anchorCtr="1"/>
              <a:lstStyle/>
              <a:p>
                <a:endParaRPr lang="ja-JP" altLang="en-US" sz="1600">
                  <a:latin typeface="Meiryo" charset="-128"/>
                  <a:ea typeface="Meiryo" charset="-128"/>
                  <a:cs typeface="Meiryo" charset="-128"/>
                </a:endParaRPr>
              </a:p>
            </p:txBody>
          </p:sp>
          <p:sp>
            <p:nvSpPr>
              <p:cNvPr id="21" name="Line 43">
                <a:extLst>
                  <a:ext uri="{FF2B5EF4-FFF2-40B4-BE49-F238E27FC236}">
                    <a16:creationId xmlns:a16="http://schemas.microsoft.com/office/drawing/2014/main" id="{010E616F-E165-EC86-F8B9-195E0F328C5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855" y="2984"/>
                <a:ext cx="702" cy="0"/>
              </a:xfrm>
              <a:prstGeom prst="line">
                <a:avLst/>
              </a:prstGeom>
              <a:noFill/>
              <a:ln w="25400">
                <a:solidFill>
                  <a:srgbClr val="96969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 anchorCtr="1"/>
              <a:lstStyle/>
              <a:p>
                <a:endParaRPr lang="ja-JP" altLang="en-US" sz="1600">
                  <a:latin typeface="Meiryo" charset="-128"/>
                  <a:ea typeface="Meiryo" charset="-128"/>
                  <a:cs typeface="Meiryo" charset="-128"/>
                </a:endParaRPr>
              </a:p>
            </p:txBody>
          </p:sp>
          <p:sp>
            <p:nvSpPr>
              <p:cNvPr id="22" name="Line 44">
                <a:extLst>
                  <a:ext uri="{FF2B5EF4-FFF2-40B4-BE49-F238E27FC236}">
                    <a16:creationId xmlns:a16="http://schemas.microsoft.com/office/drawing/2014/main" id="{A895FD0D-3D0D-BEAB-EFB0-7ED954EBFB2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855" y="2914"/>
                <a:ext cx="702" cy="0"/>
              </a:xfrm>
              <a:prstGeom prst="line">
                <a:avLst/>
              </a:prstGeom>
              <a:noFill/>
              <a:ln w="25400">
                <a:solidFill>
                  <a:srgbClr val="96969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 anchorCtr="1"/>
              <a:lstStyle/>
              <a:p>
                <a:endParaRPr lang="ja-JP" altLang="en-US" sz="1600">
                  <a:latin typeface="Meiryo" charset="-128"/>
                  <a:ea typeface="Meiryo" charset="-128"/>
                  <a:cs typeface="Meiryo" charset="-128"/>
                </a:endParaRPr>
              </a:p>
            </p:txBody>
          </p:sp>
        </p:grpSp>
      </p:grpSp>
      <p:sp>
        <p:nvSpPr>
          <p:cNvPr id="50" name="Text Box 294">
            <a:extLst>
              <a:ext uri="{FF2B5EF4-FFF2-40B4-BE49-F238E27FC236}">
                <a16:creationId xmlns:a16="http://schemas.microsoft.com/office/drawing/2014/main" id="{DE4D7448-1FFE-2303-B915-16F446D1FB4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1248" y="4731266"/>
            <a:ext cx="1624555" cy="369332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ja-JP" altLang="en-US">
                <a:latin typeface="Meiryo" charset="-128"/>
                <a:ea typeface="Meiryo" charset="-128"/>
                <a:cs typeface="Meiryo" charset="-128"/>
              </a:rPr>
              <a:t>領域専門文書</a:t>
            </a:r>
          </a:p>
        </p:txBody>
      </p:sp>
      <p:sp>
        <p:nvSpPr>
          <p:cNvPr id="51" name="角丸四角形 50">
            <a:extLst>
              <a:ext uri="{FF2B5EF4-FFF2-40B4-BE49-F238E27FC236}">
                <a16:creationId xmlns:a16="http://schemas.microsoft.com/office/drawing/2014/main" id="{6B12500B-DBDE-8D21-8FD9-1EC01F28EBFB}"/>
              </a:ext>
            </a:extLst>
          </p:cNvPr>
          <p:cNvSpPr/>
          <p:nvPr/>
        </p:nvSpPr>
        <p:spPr bwMode="auto">
          <a:xfrm>
            <a:off x="2319335" y="3861788"/>
            <a:ext cx="1795175" cy="457200"/>
          </a:xfrm>
          <a:prstGeom prst="roundRect">
            <a:avLst/>
          </a:prstGeom>
          <a:ln>
            <a:headEnd/>
            <a:tailEnd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>
                <a:latin typeface="Meiryo" panose="020B0604030504040204" pitchFamily="34" charset="-128"/>
                <a:ea typeface="Meiryo" panose="020B0604030504040204" pitchFamily="34" charset="-128"/>
              </a:rPr>
              <a:t>入力文書選択</a:t>
            </a:r>
            <a:endParaRPr kumimoji="1" lang="ja-JP" altLang="en-US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2" name="角丸四角形 51">
            <a:extLst>
              <a:ext uri="{FF2B5EF4-FFF2-40B4-BE49-F238E27FC236}">
                <a16:creationId xmlns:a16="http://schemas.microsoft.com/office/drawing/2014/main" id="{9334975D-8417-37F7-9BA6-EC6B2F86D748}"/>
              </a:ext>
            </a:extLst>
          </p:cNvPr>
          <p:cNvSpPr/>
          <p:nvPr/>
        </p:nvSpPr>
        <p:spPr bwMode="auto">
          <a:xfrm>
            <a:off x="2331086" y="4395611"/>
            <a:ext cx="1795175" cy="457200"/>
          </a:xfrm>
          <a:prstGeom prst="roundRect">
            <a:avLst/>
          </a:prstGeom>
          <a:ln>
            <a:headEnd/>
            <a:tailEnd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>
                <a:latin typeface="Meiryo" panose="020B0604030504040204" pitchFamily="34" charset="-128"/>
                <a:ea typeface="Meiryo" panose="020B0604030504040204" pitchFamily="34" charset="-128"/>
              </a:rPr>
              <a:t>入力語選択</a:t>
            </a:r>
            <a:endParaRPr kumimoji="1" lang="ja-JP" altLang="en-US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3" name="角丸四角形 52">
            <a:extLst>
              <a:ext uri="{FF2B5EF4-FFF2-40B4-BE49-F238E27FC236}">
                <a16:creationId xmlns:a16="http://schemas.microsoft.com/office/drawing/2014/main" id="{4B0A9E69-4A4A-09BF-BDF7-DB9E071E6D48}"/>
              </a:ext>
            </a:extLst>
          </p:cNvPr>
          <p:cNvSpPr/>
          <p:nvPr/>
        </p:nvSpPr>
        <p:spPr bwMode="auto">
          <a:xfrm>
            <a:off x="2349282" y="4915932"/>
            <a:ext cx="1795175" cy="457200"/>
          </a:xfrm>
          <a:prstGeom prst="roundRect">
            <a:avLst/>
          </a:prstGeom>
          <a:ln>
            <a:headEnd/>
            <a:tailEnd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>
                <a:latin typeface="Meiryo" panose="020B0604030504040204" pitchFamily="34" charset="-128"/>
                <a:ea typeface="Meiryo" panose="020B0604030504040204" pitchFamily="34" charset="-128"/>
              </a:rPr>
              <a:t>入力概念選択</a:t>
            </a:r>
            <a:endParaRPr kumimoji="1" lang="ja-JP" altLang="en-US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4" name="角丸四角形 53">
            <a:extLst>
              <a:ext uri="{FF2B5EF4-FFF2-40B4-BE49-F238E27FC236}">
                <a16:creationId xmlns:a16="http://schemas.microsoft.com/office/drawing/2014/main" id="{D48A21D0-24E6-C449-12AB-FB0C3CD416B6}"/>
              </a:ext>
            </a:extLst>
          </p:cNvPr>
          <p:cNvSpPr/>
          <p:nvPr/>
        </p:nvSpPr>
        <p:spPr bwMode="auto">
          <a:xfrm>
            <a:off x="4754706" y="3872616"/>
            <a:ext cx="1795175" cy="457200"/>
          </a:xfrm>
          <a:prstGeom prst="roundRect">
            <a:avLst/>
          </a:prstGeom>
          <a:ln>
            <a:headEnd/>
            <a:tailEnd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>
                <a:latin typeface="Meiryo" panose="020B0604030504040204" pitchFamily="34" charset="-128"/>
                <a:ea typeface="Meiryo" panose="020B0604030504040204" pitchFamily="34" charset="-128"/>
              </a:rPr>
              <a:t>階層構築</a:t>
            </a:r>
            <a:endParaRPr kumimoji="1" lang="ja-JP" altLang="en-US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5" name="角丸四角形 54">
            <a:extLst>
              <a:ext uri="{FF2B5EF4-FFF2-40B4-BE49-F238E27FC236}">
                <a16:creationId xmlns:a16="http://schemas.microsoft.com/office/drawing/2014/main" id="{E9A323CB-68B9-B673-8943-D5B1CDBD642C}"/>
              </a:ext>
            </a:extLst>
          </p:cNvPr>
          <p:cNvSpPr/>
          <p:nvPr/>
        </p:nvSpPr>
        <p:spPr bwMode="auto">
          <a:xfrm>
            <a:off x="4754706" y="4425348"/>
            <a:ext cx="1795175" cy="457200"/>
          </a:xfrm>
          <a:prstGeom prst="roundRect">
            <a:avLst/>
          </a:prstGeom>
          <a:ln>
            <a:headEnd/>
            <a:tailEnd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>
                <a:latin typeface="Meiryo" panose="020B0604030504040204" pitchFamily="34" charset="-128"/>
                <a:ea typeface="Meiryo" panose="020B0604030504040204" pitchFamily="34" charset="-128"/>
              </a:rPr>
              <a:t>関係構築</a:t>
            </a:r>
            <a:endParaRPr kumimoji="1" lang="ja-JP" altLang="en-US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6" name="角丸四角形 55">
            <a:extLst>
              <a:ext uri="{FF2B5EF4-FFF2-40B4-BE49-F238E27FC236}">
                <a16:creationId xmlns:a16="http://schemas.microsoft.com/office/drawing/2014/main" id="{168477D3-077C-69AC-AC39-8157084A46DF}"/>
              </a:ext>
            </a:extLst>
          </p:cNvPr>
          <p:cNvSpPr/>
          <p:nvPr/>
        </p:nvSpPr>
        <p:spPr bwMode="auto">
          <a:xfrm>
            <a:off x="7239000" y="3885294"/>
            <a:ext cx="1795175" cy="457200"/>
          </a:xfrm>
          <a:prstGeom prst="roundRect">
            <a:avLst/>
          </a:prstGeom>
          <a:ln>
            <a:headEnd/>
            <a:tailEnd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>
                <a:latin typeface="Meiryo" panose="020B0604030504040204" pitchFamily="34" charset="-128"/>
                <a:ea typeface="Meiryo" panose="020B0604030504040204" pitchFamily="34" charset="-128"/>
              </a:rPr>
              <a:t>階層洗練</a:t>
            </a:r>
            <a:endParaRPr kumimoji="1" lang="ja-JP" altLang="en-US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7" name="角丸四角形 56">
            <a:extLst>
              <a:ext uri="{FF2B5EF4-FFF2-40B4-BE49-F238E27FC236}">
                <a16:creationId xmlns:a16="http://schemas.microsoft.com/office/drawing/2014/main" id="{246E2334-8AEC-0C1A-A5C5-8B98803E1602}"/>
              </a:ext>
            </a:extLst>
          </p:cNvPr>
          <p:cNvSpPr/>
          <p:nvPr/>
        </p:nvSpPr>
        <p:spPr bwMode="auto">
          <a:xfrm>
            <a:off x="7239000" y="4438026"/>
            <a:ext cx="1795175" cy="457200"/>
          </a:xfrm>
          <a:prstGeom prst="roundRect">
            <a:avLst/>
          </a:prstGeom>
          <a:ln>
            <a:headEnd/>
            <a:tailEnd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kumimoji="1" lang="ja-JP" altLang="en-US">
                <a:latin typeface="Meiryo" panose="020B0604030504040204" pitchFamily="34" charset="-128"/>
                <a:ea typeface="Meiryo" panose="020B0604030504040204" pitchFamily="34" charset="-128"/>
              </a:rPr>
              <a:t>関係洗練</a:t>
            </a:r>
          </a:p>
        </p:txBody>
      </p:sp>
      <p:sp>
        <p:nvSpPr>
          <p:cNvPr id="58" name="角丸四角形 57">
            <a:extLst>
              <a:ext uri="{FF2B5EF4-FFF2-40B4-BE49-F238E27FC236}">
                <a16:creationId xmlns:a16="http://schemas.microsoft.com/office/drawing/2014/main" id="{E052DCEA-68B6-9ABC-4815-9580D7802505}"/>
              </a:ext>
            </a:extLst>
          </p:cNvPr>
          <p:cNvSpPr/>
          <p:nvPr/>
        </p:nvSpPr>
        <p:spPr bwMode="auto">
          <a:xfrm>
            <a:off x="7107887" y="1295400"/>
            <a:ext cx="2057400" cy="914400"/>
          </a:xfrm>
          <a:prstGeom prst="roundRect">
            <a:avLst/>
          </a:prstGeom>
          <a:ln>
            <a:headEnd/>
            <a:tailEnd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kumimoji="1" lang="ja-JP" altLang="en-US">
                <a:latin typeface="Meiryo" panose="020B0604030504040204" pitchFamily="34" charset="-128"/>
                <a:ea typeface="Meiryo" panose="020B0604030504040204" pitchFamily="34" charset="-128"/>
              </a:rPr>
              <a:t>可視化</a:t>
            </a:r>
            <a:endParaRPr kumimoji="1" lang="en-US" altLang="ja-JP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r>
              <a:rPr lang="ja-JP" altLang="en-US">
                <a:latin typeface="Meiryo" panose="020B0604030504040204" pitchFamily="34" charset="-128"/>
                <a:ea typeface="Meiryo" panose="020B0604030504040204" pitchFamily="34" charset="-128"/>
              </a:rPr>
              <a:t>モジュール</a:t>
            </a:r>
            <a:endParaRPr kumimoji="1" lang="ja-JP" altLang="en-US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9" name="AutoShape 341">
            <a:extLst>
              <a:ext uri="{FF2B5EF4-FFF2-40B4-BE49-F238E27FC236}">
                <a16:creationId xmlns:a16="http://schemas.microsoft.com/office/drawing/2014/main" id="{86018B6A-4073-7BE5-2915-611AB82250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9837632" y="5373132"/>
            <a:ext cx="2057400" cy="1066800"/>
          </a:xfrm>
          <a:prstGeom prst="can">
            <a:avLst>
              <a:gd name="adj" fmla="val 25000"/>
            </a:avLst>
          </a:prstGeom>
          <a:noFill/>
          <a:ln w="222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ja-JP" altLang="en-US">
                <a:latin typeface="Meiryo" panose="020B0604030504040204" pitchFamily="34" charset="-128"/>
                <a:ea typeface="Meiryo" panose="020B0604030504040204" pitchFamily="34" charset="-128"/>
                <a:cs typeface="Meiryo" charset="-128"/>
              </a:rPr>
              <a:t>領域</a:t>
            </a:r>
            <a:endParaRPr lang="en-US" altLang="ja-JP" dirty="0">
              <a:latin typeface="Meiryo" panose="020B0604030504040204" pitchFamily="34" charset="-128"/>
              <a:ea typeface="Meiryo" panose="020B0604030504040204" pitchFamily="34" charset="-128"/>
              <a:cs typeface="Meiryo" charset="-128"/>
            </a:endParaRPr>
          </a:p>
          <a:p>
            <a:pPr algn="ctr" eaLnBrk="1" hangingPunct="1"/>
            <a:r>
              <a:rPr lang="ja-JP" altLang="en-US">
                <a:latin typeface="Meiryo" panose="020B0604030504040204" pitchFamily="34" charset="-128"/>
                <a:ea typeface="Meiryo" panose="020B0604030504040204" pitchFamily="34" charset="-128"/>
                <a:cs typeface="Meiryo" charset="-128"/>
              </a:rPr>
              <a:t>オントロジー</a:t>
            </a:r>
            <a:endParaRPr lang="en-US" altLang="ja-JP" dirty="0">
              <a:latin typeface="Meiryo" panose="020B0604030504040204" pitchFamily="34" charset="-128"/>
              <a:ea typeface="Meiryo" panose="020B0604030504040204" pitchFamily="34" charset="-128"/>
              <a:cs typeface="Meiryo" charset="-128"/>
            </a:endParaRPr>
          </a:p>
        </p:txBody>
      </p:sp>
      <p:sp>
        <p:nvSpPr>
          <p:cNvPr id="60" name="下矢印 59">
            <a:extLst>
              <a:ext uri="{FF2B5EF4-FFF2-40B4-BE49-F238E27FC236}">
                <a16:creationId xmlns:a16="http://schemas.microsoft.com/office/drawing/2014/main" id="{115CCF6B-5A54-8023-8BCA-FCEB6A1B1A7F}"/>
              </a:ext>
            </a:extLst>
          </p:cNvPr>
          <p:cNvSpPr/>
          <p:nvPr/>
        </p:nvSpPr>
        <p:spPr bwMode="auto">
          <a:xfrm>
            <a:off x="3019672" y="1041611"/>
            <a:ext cx="454394" cy="367877"/>
          </a:xfrm>
          <a:prstGeom prst="downArrow">
            <a:avLst/>
          </a:prstGeom>
          <a:solidFill>
            <a:schemeClr val="tx1"/>
          </a:solidFill>
          <a:ln>
            <a:headEnd/>
            <a:tailEnd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kumimoji="1" lang="ja-JP" altLang="en-US"/>
          </a:p>
        </p:txBody>
      </p:sp>
      <p:sp>
        <p:nvSpPr>
          <p:cNvPr id="61" name="下矢印 60">
            <a:extLst>
              <a:ext uri="{FF2B5EF4-FFF2-40B4-BE49-F238E27FC236}">
                <a16:creationId xmlns:a16="http://schemas.microsoft.com/office/drawing/2014/main" id="{EEA0E9B8-5B0A-6CC0-1776-4CA5700F7275}"/>
              </a:ext>
            </a:extLst>
          </p:cNvPr>
          <p:cNvSpPr/>
          <p:nvPr/>
        </p:nvSpPr>
        <p:spPr bwMode="auto">
          <a:xfrm>
            <a:off x="3023494" y="2578523"/>
            <a:ext cx="454394" cy="367877"/>
          </a:xfrm>
          <a:prstGeom prst="downArrow">
            <a:avLst/>
          </a:prstGeom>
          <a:solidFill>
            <a:schemeClr val="tx1"/>
          </a:solidFill>
          <a:ln>
            <a:headEnd/>
            <a:tailEnd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kumimoji="1" lang="ja-JP" altLang="en-US"/>
          </a:p>
        </p:txBody>
      </p:sp>
      <p:sp>
        <p:nvSpPr>
          <p:cNvPr id="62" name="下矢印 61">
            <a:extLst>
              <a:ext uri="{FF2B5EF4-FFF2-40B4-BE49-F238E27FC236}">
                <a16:creationId xmlns:a16="http://schemas.microsoft.com/office/drawing/2014/main" id="{B993621B-E76F-DADC-F7F2-71D50CD6C15A}"/>
              </a:ext>
            </a:extLst>
          </p:cNvPr>
          <p:cNvSpPr/>
          <p:nvPr/>
        </p:nvSpPr>
        <p:spPr bwMode="auto">
          <a:xfrm rot="16200000">
            <a:off x="1638493" y="4040247"/>
            <a:ext cx="454394" cy="367877"/>
          </a:xfrm>
          <a:prstGeom prst="downArrow">
            <a:avLst/>
          </a:prstGeom>
          <a:solidFill>
            <a:schemeClr val="tx1"/>
          </a:solidFill>
          <a:ln>
            <a:headEnd/>
            <a:tailEnd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kumimoji="1" lang="ja-JP" altLang="en-US"/>
          </a:p>
        </p:txBody>
      </p:sp>
      <p:sp>
        <p:nvSpPr>
          <p:cNvPr id="63" name="下矢印 62">
            <a:extLst>
              <a:ext uri="{FF2B5EF4-FFF2-40B4-BE49-F238E27FC236}">
                <a16:creationId xmlns:a16="http://schemas.microsoft.com/office/drawing/2014/main" id="{4250EA01-88BD-9B09-62D8-B7392CB88EB1}"/>
              </a:ext>
            </a:extLst>
          </p:cNvPr>
          <p:cNvSpPr/>
          <p:nvPr/>
        </p:nvSpPr>
        <p:spPr bwMode="auto">
          <a:xfrm rot="16200000">
            <a:off x="4202364" y="4104775"/>
            <a:ext cx="454394" cy="367877"/>
          </a:xfrm>
          <a:prstGeom prst="downArrow">
            <a:avLst/>
          </a:prstGeom>
          <a:solidFill>
            <a:schemeClr val="tx1"/>
          </a:solidFill>
          <a:ln>
            <a:headEnd/>
            <a:tailEnd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kumimoji="1" lang="ja-JP" altLang="en-US"/>
          </a:p>
        </p:txBody>
      </p:sp>
      <p:sp>
        <p:nvSpPr>
          <p:cNvPr id="64" name="下矢印 63">
            <a:extLst>
              <a:ext uri="{FF2B5EF4-FFF2-40B4-BE49-F238E27FC236}">
                <a16:creationId xmlns:a16="http://schemas.microsoft.com/office/drawing/2014/main" id="{704EA9F7-353D-5080-AA9D-9C256E10ED9F}"/>
              </a:ext>
            </a:extLst>
          </p:cNvPr>
          <p:cNvSpPr/>
          <p:nvPr/>
        </p:nvSpPr>
        <p:spPr bwMode="auto">
          <a:xfrm rot="16200000">
            <a:off x="6663135" y="4080665"/>
            <a:ext cx="454394" cy="367877"/>
          </a:xfrm>
          <a:prstGeom prst="downArrow">
            <a:avLst/>
          </a:prstGeom>
          <a:solidFill>
            <a:schemeClr val="tx1"/>
          </a:solidFill>
          <a:ln>
            <a:headEnd/>
            <a:tailEnd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kumimoji="1" lang="ja-JP" altLang="en-US"/>
          </a:p>
        </p:txBody>
      </p:sp>
      <p:sp>
        <p:nvSpPr>
          <p:cNvPr id="65" name="下矢印 64">
            <a:extLst>
              <a:ext uri="{FF2B5EF4-FFF2-40B4-BE49-F238E27FC236}">
                <a16:creationId xmlns:a16="http://schemas.microsoft.com/office/drawing/2014/main" id="{6FBEE134-B990-DD26-E8C7-4474AC9BA25D}"/>
              </a:ext>
            </a:extLst>
          </p:cNvPr>
          <p:cNvSpPr/>
          <p:nvPr/>
        </p:nvSpPr>
        <p:spPr bwMode="auto">
          <a:xfrm rot="16200000">
            <a:off x="9253142" y="4144183"/>
            <a:ext cx="454394" cy="367877"/>
          </a:xfrm>
          <a:prstGeom prst="downArrow">
            <a:avLst/>
          </a:prstGeom>
          <a:solidFill>
            <a:schemeClr val="tx1"/>
          </a:solidFill>
          <a:ln>
            <a:headEnd/>
            <a:tailEnd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kumimoji="1" lang="ja-JP" altLang="en-US"/>
          </a:p>
        </p:txBody>
      </p:sp>
      <p:sp>
        <p:nvSpPr>
          <p:cNvPr id="66" name="下矢印 65">
            <a:extLst>
              <a:ext uri="{FF2B5EF4-FFF2-40B4-BE49-F238E27FC236}">
                <a16:creationId xmlns:a16="http://schemas.microsoft.com/office/drawing/2014/main" id="{FCC7ED4D-E1C9-2020-5B68-3B81D1B46016}"/>
              </a:ext>
            </a:extLst>
          </p:cNvPr>
          <p:cNvSpPr/>
          <p:nvPr/>
        </p:nvSpPr>
        <p:spPr bwMode="auto">
          <a:xfrm>
            <a:off x="10639135" y="4850833"/>
            <a:ext cx="454394" cy="367877"/>
          </a:xfrm>
          <a:prstGeom prst="downArrow">
            <a:avLst/>
          </a:prstGeom>
          <a:solidFill>
            <a:schemeClr val="tx1"/>
          </a:solidFill>
          <a:ln>
            <a:headEnd/>
            <a:tailEnd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kumimoji="1" lang="ja-JP" altLang="en-US"/>
          </a:p>
        </p:txBody>
      </p:sp>
      <p:sp>
        <p:nvSpPr>
          <p:cNvPr id="70" name="上下矢印 69">
            <a:extLst>
              <a:ext uri="{FF2B5EF4-FFF2-40B4-BE49-F238E27FC236}">
                <a16:creationId xmlns:a16="http://schemas.microsoft.com/office/drawing/2014/main" id="{E922DB72-6379-6E2F-B711-A48ABC452A3A}"/>
              </a:ext>
            </a:extLst>
          </p:cNvPr>
          <p:cNvSpPr/>
          <p:nvPr/>
        </p:nvSpPr>
        <p:spPr bwMode="auto">
          <a:xfrm>
            <a:off x="7894271" y="2268810"/>
            <a:ext cx="484632" cy="607458"/>
          </a:xfrm>
          <a:prstGeom prst="upDownArrow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265061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154" name="グループ化 257"/>
          <p:cNvGrpSpPr>
            <a:grpSpLocks/>
          </p:cNvGrpSpPr>
          <p:nvPr/>
        </p:nvGrpSpPr>
        <p:grpSpPr bwMode="auto">
          <a:xfrm>
            <a:off x="1219200" y="-642938"/>
            <a:ext cx="10020300" cy="9001126"/>
            <a:chOff x="771090" y="-71462"/>
            <a:chExt cx="7730000" cy="7072362"/>
          </a:xfrm>
        </p:grpSpPr>
        <p:sp>
          <p:nvSpPr>
            <p:cNvPr id="2" name="Text Box 5"/>
            <p:cNvSpPr txBox="1">
              <a:spLocks noChangeArrowheads="1"/>
            </p:cNvSpPr>
            <p:nvPr/>
          </p:nvSpPr>
          <p:spPr bwMode="auto">
            <a:xfrm>
              <a:off x="2785642" y="-71462"/>
              <a:ext cx="3922558" cy="314327"/>
            </a:xfrm>
            <a:prstGeom prst="rect">
              <a:avLst/>
            </a:prstGeom>
            <a:ln>
              <a:headEnd/>
              <a:tailEnd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anchor="ctr">
              <a:spAutoFit/>
            </a:bodyPr>
            <a:lstStyle/>
            <a:p>
              <a:pPr algn="ctr">
                <a:defRPr/>
              </a:pPr>
              <a:r>
                <a:rPr lang="ja-JP" altLang="en-US" sz="2000" dirty="0">
                  <a:cs typeface="Arial" pitchFamily="34" charset="0"/>
                </a:rPr>
                <a:t>入力語セット</a:t>
              </a:r>
            </a:p>
          </p:txBody>
        </p:sp>
        <p:sp>
          <p:nvSpPr>
            <p:cNvPr id="3" name="Text Box 6"/>
            <p:cNvSpPr txBox="1">
              <a:spLocks noChangeArrowheads="1"/>
            </p:cNvSpPr>
            <p:nvPr/>
          </p:nvSpPr>
          <p:spPr bwMode="auto">
            <a:xfrm>
              <a:off x="771090" y="1974160"/>
              <a:ext cx="1285884" cy="555061"/>
            </a:xfrm>
            <a:prstGeom prst="rect">
              <a:avLst/>
            </a:prstGeom>
            <a:ln>
              <a:headEnd/>
              <a:tailEnd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anchor="ctr">
              <a:spAutoFit/>
            </a:bodyPr>
            <a:lstStyle/>
            <a:p>
              <a:pPr algn="ctr">
                <a:defRPr/>
              </a:pPr>
              <a:r>
                <a:rPr lang="ja-JP" altLang="en-US" sz="2000" dirty="0">
                  <a:cs typeface="Arial" pitchFamily="34" charset="0"/>
                </a:rPr>
                <a:t>クラスの</a:t>
              </a:r>
              <a:endParaRPr lang="en-US" altLang="ja-JP" sz="2000" dirty="0">
                <a:cs typeface="Arial" pitchFamily="34" charset="0"/>
              </a:endParaRPr>
            </a:p>
            <a:p>
              <a:pPr algn="ctr">
                <a:defRPr/>
              </a:pPr>
              <a:r>
                <a:rPr lang="en-US" altLang="ja-JP" sz="2000" dirty="0">
                  <a:cs typeface="Arial" pitchFamily="34" charset="0"/>
                </a:rPr>
                <a:t>URI</a:t>
              </a:r>
              <a:r>
                <a:rPr lang="ja-JP" altLang="en-US" sz="2000" dirty="0">
                  <a:cs typeface="Arial" pitchFamily="34" charset="0"/>
                </a:rPr>
                <a:t>セット</a:t>
              </a:r>
              <a:endParaRPr lang="en-US" altLang="ja-JP" sz="2000" dirty="0">
                <a:cs typeface="Arial" pitchFamily="34" charset="0"/>
              </a:endParaRPr>
            </a:p>
          </p:txBody>
        </p:sp>
        <p:sp>
          <p:nvSpPr>
            <p:cNvPr id="4" name="Text Box 9"/>
            <p:cNvSpPr txBox="1">
              <a:spLocks noChangeArrowheads="1"/>
            </p:cNvSpPr>
            <p:nvPr/>
          </p:nvSpPr>
          <p:spPr bwMode="auto">
            <a:xfrm>
              <a:off x="7144176" y="2513007"/>
              <a:ext cx="1356914" cy="555061"/>
            </a:xfrm>
            <a:prstGeom prst="rect">
              <a:avLst/>
            </a:prstGeom>
            <a:ln>
              <a:headEnd/>
              <a:tailEnd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anchor="ctr">
              <a:spAutoFit/>
            </a:bodyPr>
            <a:lstStyle/>
            <a:p>
              <a:pPr algn="ctr">
                <a:defRPr/>
              </a:pPr>
              <a:r>
                <a:rPr lang="ja-JP" altLang="en-US" sz="2000" dirty="0">
                  <a:cs typeface="Arial" pitchFamily="34" charset="0"/>
                </a:rPr>
                <a:t>プロパティの</a:t>
              </a:r>
              <a:endParaRPr lang="en-US" altLang="ja-JP" sz="2000" dirty="0">
                <a:cs typeface="Arial" pitchFamily="34" charset="0"/>
              </a:endParaRPr>
            </a:p>
            <a:p>
              <a:pPr algn="ctr">
                <a:defRPr/>
              </a:pPr>
              <a:r>
                <a:rPr lang="en-US" altLang="ja-JP" sz="2000" dirty="0">
                  <a:cs typeface="Arial" pitchFamily="34" charset="0"/>
                </a:rPr>
                <a:t>URI</a:t>
              </a:r>
              <a:r>
                <a:rPr lang="ja-JP" altLang="en-US" sz="2000" dirty="0">
                  <a:cs typeface="Arial" pitchFamily="34" charset="0"/>
                </a:rPr>
                <a:t>セット</a:t>
              </a:r>
            </a:p>
          </p:txBody>
        </p:sp>
        <p:sp>
          <p:nvSpPr>
            <p:cNvPr id="5" name="Text Box 13"/>
            <p:cNvSpPr txBox="1">
              <a:spLocks noChangeArrowheads="1"/>
            </p:cNvSpPr>
            <p:nvPr/>
          </p:nvSpPr>
          <p:spPr bwMode="auto">
            <a:xfrm>
              <a:off x="2714612" y="4643446"/>
              <a:ext cx="3786622" cy="314327"/>
            </a:xfrm>
            <a:prstGeom prst="rect">
              <a:avLst/>
            </a:prstGeom>
            <a:ln>
              <a:headEnd/>
              <a:tailEnd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anchor="ctr">
              <a:spAutoFit/>
            </a:bodyPr>
            <a:lstStyle/>
            <a:p>
              <a:pPr algn="ctr">
                <a:defRPr/>
              </a:pPr>
              <a:r>
                <a:rPr lang="ja-JP" altLang="en-US" sz="2000" dirty="0">
                  <a:cs typeface="Arial" pitchFamily="34" charset="0"/>
                </a:rPr>
                <a:t>既存オントロジー</a:t>
              </a:r>
            </a:p>
          </p:txBody>
        </p:sp>
        <p:cxnSp>
          <p:nvCxnSpPr>
            <p:cNvPr id="6" name="AutoShape 21"/>
            <p:cNvCxnSpPr>
              <a:cxnSpLocks noChangeShapeType="1"/>
              <a:stCxn id="104" idx="3"/>
              <a:endCxn id="4" idx="0"/>
            </p:cNvCxnSpPr>
            <p:nvPr/>
          </p:nvCxnSpPr>
          <p:spPr bwMode="auto">
            <a:xfrm>
              <a:off x="6857608" y="1107265"/>
              <a:ext cx="965025" cy="1405741"/>
            </a:xfrm>
            <a:prstGeom prst="bentConnector2">
              <a:avLst/>
            </a:prstGeom>
            <a:ln w="63500">
              <a:headEnd/>
              <a:tailEnd type="triangle" w="med" len="med"/>
            </a:ln>
            <a:effectLst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7" name="AutoShape 22"/>
            <p:cNvCxnSpPr>
              <a:cxnSpLocks noChangeShapeType="1"/>
              <a:stCxn id="104" idx="1"/>
              <a:endCxn id="3" idx="0"/>
            </p:cNvCxnSpPr>
            <p:nvPr/>
          </p:nvCxnSpPr>
          <p:spPr bwMode="auto">
            <a:xfrm rot="10800000" flipV="1">
              <a:off x="1414032" y="1107265"/>
              <a:ext cx="1157295" cy="866895"/>
            </a:xfrm>
            <a:prstGeom prst="bentConnector2">
              <a:avLst/>
            </a:prstGeom>
            <a:ln w="63500">
              <a:solidFill>
                <a:schemeClr val="tx1"/>
              </a:solidFill>
              <a:headEnd/>
              <a:tailEnd type="triangle" w="med" len="med"/>
            </a:ln>
            <a:effectLst/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9" name="直線矢印コネクタ 8"/>
            <p:cNvCxnSpPr>
              <a:stCxn id="3" idx="3"/>
              <a:endCxn id="38" idx="1"/>
            </p:cNvCxnSpPr>
            <p:nvPr/>
          </p:nvCxnSpPr>
          <p:spPr bwMode="auto">
            <a:xfrm flipV="1">
              <a:off x="2056974" y="2249820"/>
              <a:ext cx="514354" cy="1248"/>
            </a:xfrm>
            <a:prstGeom prst="straightConnector1">
              <a:avLst/>
            </a:prstGeom>
            <a:ln w="63500" cap="flat">
              <a:miter lim="800000"/>
              <a:tailEnd type="triangle"/>
            </a:ln>
            <a:effectLst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直線矢印コネクタ 13"/>
            <p:cNvCxnSpPr>
              <a:stCxn id="103" idx="0"/>
              <a:endCxn id="2" idx="2"/>
            </p:cNvCxnSpPr>
            <p:nvPr/>
          </p:nvCxnSpPr>
          <p:spPr bwMode="auto">
            <a:xfrm rot="5400000" flipH="1" flipV="1">
              <a:off x="4579223" y="402603"/>
              <a:ext cx="328048" cy="8573"/>
            </a:xfrm>
            <a:prstGeom prst="straightConnector1">
              <a:avLst/>
            </a:prstGeom>
            <a:ln w="63500">
              <a:headEnd type="triangle"/>
              <a:tailEnd type="none"/>
            </a:ln>
            <a:effectLst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AutoShape 22"/>
            <p:cNvCxnSpPr>
              <a:cxnSpLocks noChangeShapeType="1"/>
              <a:stCxn id="52" idx="2"/>
              <a:endCxn id="141" idx="1"/>
            </p:cNvCxnSpPr>
            <p:nvPr/>
          </p:nvCxnSpPr>
          <p:spPr bwMode="auto">
            <a:xfrm rot="16200000" flipH="1">
              <a:off x="1593681" y="3487137"/>
              <a:ext cx="512653" cy="871952"/>
            </a:xfrm>
            <a:prstGeom prst="bentConnector2">
              <a:avLst/>
            </a:prstGeom>
            <a:ln w="63500">
              <a:headEnd/>
              <a:tailEnd type="triangle" w="med" len="med"/>
            </a:ln>
            <a:effectLst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AutoShape 22"/>
            <p:cNvCxnSpPr>
              <a:cxnSpLocks noChangeShapeType="1"/>
              <a:stCxn id="4" idx="2"/>
              <a:endCxn id="141" idx="3"/>
            </p:cNvCxnSpPr>
            <p:nvPr/>
          </p:nvCxnSpPr>
          <p:spPr bwMode="auto">
            <a:xfrm rot="5400000">
              <a:off x="6820562" y="3177369"/>
              <a:ext cx="1111371" cy="892771"/>
            </a:xfrm>
            <a:prstGeom prst="bentConnector2">
              <a:avLst/>
            </a:prstGeom>
            <a:ln w="63500">
              <a:headEnd/>
              <a:tailEnd type="triangle" w="med" len="med"/>
            </a:ln>
            <a:effectLst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直線矢印コネクタ 16"/>
            <p:cNvCxnSpPr>
              <a:stCxn id="5" idx="0"/>
              <a:endCxn id="141" idx="2"/>
            </p:cNvCxnSpPr>
            <p:nvPr/>
          </p:nvCxnSpPr>
          <p:spPr bwMode="auto">
            <a:xfrm rot="5400000" flipH="1" flipV="1">
              <a:off x="4463868" y="4500638"/>
              <a:ext cx="286886" cy="1225"/>
            </a:xfrm>
            <a:prstGeom prst="straightConnector1">
              <a:avLst/>
            </a:prstGeom>
            <a:ln w="63500">
              <a:headEnd type="triangle"/>
              <a:tailEnd type="none"/>
            </a:ln>
            <a:effectLst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直線矢印コネクタ 20"/>
            <p:cNvCxnSpPr>
              <a:stCxn id="171" idx="0"/>
              <a:endCxn id="5" idx="2"/>
            </p:cNvCxnSpPr>
            <p:nvPr/>
          </p:nvCxnSpPr>
          <p:spPr bwMode="auto">
            <a:xfrm rot="5400000" flipH="1" flipV="1">
              <a:off x="4407738" y="5157981"/>
              <a:ext cx="399146" cy="1225"/>
            </a:xfrm>
            <a:prstGeom prst="straightConnector1">
              <a:avLst/>
            </a:prstGeom>
            <a:ln w="63500">
              <a:headEnd type="triangle"/>
              <a:tailEnd type="none"/>
            </a:ln>
            <a:effectLst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直線矢印コネクタ 21"/>
            <p:cNvCxnSpPr>
              <a:stCxn id="172" idx="0"/>
              <a:endCxn id="171" idx="2"/>
            </p:cNvCxnSpPr>
            <p:nvPr/>
          </p:nvCxnSpPr>
          <p:spPr bwMode="auto">
            <a:xfrm rot="5400000" flipH="1" flipV="1">
              <a:off x="4464491" y="5858357"/>
              <a:ext cx="285638" cy="1225"/>
            </a:xfrm>
            <a:prstGeom prst="straightConnector1">
              <a:avLst/>
            </a:prstGeom>
            <a:ln w="63500">
              <a:headEnd type="triangle"/>
              <a:tailEnd type="none"/>
            </a:ln>
            <a:effectLst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直線矢印コネクタ 22"/>
            <p:cNvCxnSpPr>
              <a:stCxn id="173" idx="0"/>
              <a:endCxn id="172" idx="2"/>
            </p:cNvCxnSpPr>
            <p:nvPr/>
          </p:nvCxnSpPr>
          <p:spPr bwMode="auto">
            <a:xfrm rot="5400000" flipH="1" flipV="1">
              <a:off x="4464491" y="6500732"/>
              <a:ext cx="285639" cy="1225"/>
            </a:xfrm>
            <a:prstGeom prst="straightConnector1">
              <a:avLst/>
            </a:prstGeom>
            <a:ln w="63500">
              <a:headEnd type="triangle"/>
              <a:tailEnd type="none"/>
            </a:ln>
            <a:effectLst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8" name="角丸四角形 37"/>
            <p:cNvSpPr/>
            <p:nvPr/>
          </p:nvSpPr>
          <p:spPr>
            <a:xfrm>
              <a:off x="2571328" y="1714715"/>
              <a:ext cx="4286280" cy="107145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ja-JP" altLang="en-US" sz="2000" dirty="0">
                <a:solidFill>
                  <a:schemeClr val="tx1"/>
                </a:solidFill>
                <a:cs typeface="Arial" pitchFamily="34" charset="0"/>
              </a:endParaRPr>
            </a:p>
          </p:txBody>
        </p:sp>
        <p:sp>
          <p:nvSpPr>
            <p:cNvPr id="39" name="正方形/長方形 38"/>
            <p:cNvSpPr/>
            <p:nvPr/>
          </p:nvSpPr>
          <p:spPr>
            <a:xfrm>
              <a:off x="2593371" y="1750888"/>
              <a:ext cx="4291179" cy="314327"/>
            </a:xfrm>
            <a:prstGeom prst="rect">
              <a:avLst/>
            </a:prstGeom>
          </p:spPr>
          <p:txBody>
            <a:bodyPr>
              <a:spAutoFit/>
            </a:bodyPr>
            <a:lstStyle/>
            <a:p>
              <a:pPr algn="ctr">
                <a:defRPr/>
              </a:pPr>
              <a:r>
                <a:rPr lang="ja-JP" altLang="en-US" sz="2000" b="1" dirty="0">
                  <a:solidFill>
                    <a:schemeClr val="tx2"/>
                  </a:solidFill>
                  <a:latin typeface="+mj-ea"/>
                  <a:ea typeface="+mj-ea"/>
                  <a:cs typeface="Arial" pitchFamily="34" charset="0"/>
                </a:rPr>
                <a:t>手順２：プロパティの獲得</a:t>
              </a:r>
            </a:p>
          </p:txBody>
        </p:sp>
        <p:sp>
          <p:nvSpPr>
            <p:cNvPr id="49173" name="テキスト ボックス 50"/>
            <p:cNvSpPr txBox="1">
              <a:spLocks noChangeArrowheads="1"/>
            </p:cNvSpPr>
            <p:nvPr/>
          </p:nvSpPr>
          <p:spPr bwMode="auto">
            <a:xfrm>
              <a:off x="4290032" y="2008993"/>
              <a:ext cx="863402" cy="24182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ja-JP" sz="1400"/>
                <a:t>rdfs:domain</a:t>
              </a:r>
              <a:endParaRPr lang="ja-JP" altLang="en-US" sz="1400"/>
            </a:p>
          </p:txBody>
        </p:sp>
        <p:sp>
          <p:nvSpPr>
            <p:cNvPr id="49174" name="テキスト ボックス 51"/>
            <p:cNvSpPr txBox="1">
              <a:spLocks noChangeArrowheads="1"/>
            </p:cNvSpPr>
            <p:nvPr/>
          </p:nvSpPr>
          <p:spPr bwMode="auto">
            <a:xfrm>
              <a:off x="4321186" y="2428868"/>
              <a:ext cx="763236" cy="24182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ja-JP" sz="1400"/>
                <a:t>rdfs:range</a:t>
              </a:r>
              <a:endParaRPr lang="ja-JP" altLang="en-US" sz="1400"/>
            </a:p>
          </p:txBody>
        </p:sp>
        <p:cxnSp>
          <p:nvCxnSpPr>
            <p:cNvPr id="47" name="直線矢印コネクタ 46"/>
            <p:cNvCxnSpPr>
              <a:stCxn id="43" idx="6"/>
            </p:cNvCxnSpPr>
            <p:nvPr/>
          </p:nvCxnSpPr>
          <p:spPr>
            <a:xfrm flipV="1">
              <a:off x="4661808" y="2214894"/>
              <a:ext cx="678457" cy="142196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直線矢印コネクタ 47"/>
            <p:cNvCxnSpPr>
              <a:stCxn id="43" idx="6"/>
            </p:cNvCxnSpPr>
            <p:nvPr/>
          </p:nvCxnSpPr>
          <p:spPr>
            <a:xfrm>
              <a:off x="4661808" y="2357090"/>
              <a:ext cx="678457" cy="214541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円/楕円 42"/>
            <p:cNvSpPr/>
            <p:nvPr/>
          </p:nvSpPr>
          <p:spPr>
            <a:xfrm>
              <a:off x="3048942" y="2214894"/>
              <a:ext cx="1612866" cy="285639"/>
            </a:xfrm>
            <a:prstGeom prst="ellips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ja-JP" altLang="en-US" b="1" dirty="0">
                  <a:solidFill>
                    <a:schemeClr val="tx1"/>
                  </a:solidFill>
                  <a:cs typeface="Arial" pitchFamily="34" charset="0"/>
                </a:rPr>
                <a:t>プロパティ</a:t>
              </a:r>
            </a:p>
          </p:txBody>
        </p:sp>
        <p:sp>
          <p:nvSpPr>
            <p:cNvPr id="57" name="角丸四角形 56"/>
            <p:cNvSpPr/>
            <p:nvPr/>
          </p:nvSpPr>
          <p:spPr>
            <a:xfrm>
              <a:off x="2571328" y="2857270"/>
              <a:ext cx="4286280" cy="107145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ja-JP" altLang="en-US" sz="2000" dirty="0">
                <a:solidFill>
                  <a:schemeClr val="tx1"/>
                </a:solidFill>
                <a:cs typeface="Arial" pitchFamily="34" charset="0"/>
              </a:endParaRPr>
            </a:p>
          </p:txBody>
        </p:sp>
        <p:sp>
          <p:nvSpPr>
            <p:cNvPr id="59" name="正方形/長方形 58"/>
            <p:cNvSpPr/>
            <p:nvPr/>
          </p:nvSpPr>
          <p:spPr>
            <a:xfrm>
              <a:off x="2593371" y="2888453"/>
              <a:ext cx="4291179" cy="314327"/>
            </a:xfrm>
            <a:prstGeom prst="rect">
              <a:avLst/>
            </a:prstGeom>
          </p:spPr>
          <p:txBody>
            <a:bodyPr>
              <a:spAutoFit/>
            </a:bodyPr>
            <a:lstStyle/>
            <a:p>
              <a:pPr algn="ctr">
                <a:defRPr/>
              </a:pPr>
              <a:r>
                <a:rPr lang="ja-JP" altLang="en-US" sz="2000" b="1" dirty="0">
                  <a:solidFill>
                    <a:schemeClr val="tx2"/>
                  </a:solidFill>
                  <a:latin typeface="+mj-ea"/>
                  <a:ea typeface="+mj-ea"/>
                  <a:cs typeface="Arial" pitchFamily="34" charset="0"/>
                </a:rPr>
                <a:t>手順３：クラスの獲得</a:t>
              </a:r>
            </a:p>
          </p:txBody>
        </p:sp>
        <p:sp>
          <p:nvSpPr>
            <p:cNvPr id="49180" name="テキスト ボックス 61"/>
            <p:cNvSpPr txBox="1">
              <a:spLocks noChangeArrowheads="1"/>
            </p:cNvSpPr>
            <p:nvPr/>
          </p:nvSpPr>
          <p:spPr bwMode="auto">
            <a:xfrm>
              <a:off x="4160550" y="3152001"/>
              <a:ext cx="863402" cy="24182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ja-JP" sz="1400"/>
                <a:t>rdfs:domain</a:t>
              </a:r>
              <a:endParaRPr lang="ja-JP" altLang="en-US" sz="1400"/>
            </a:p>
          </p:txBody>
        </p:sp>
        <p:sp>
          <p:nvSpPr>
            <p:cNvPr id="49181" name="テキスト ボックス 62"/>
            <p:cNvSpPr txBox="1">
              <a:spLocks noChangeArrowheads="1"/>
            </p:cNvSpPr>
            <p:nvPr/>
          </p:nvSpPr>
          <p:spPr bwMode="auto">
            <a:xfrm>
              <a:off x="4263142" y="3571876"/>
              <a:ext cx="763236" cy="24182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ja-JP" sz="1400"/>
                <a:t>rdfs:range</a:t>
              </a:r>
              <a:endParaRPr lang="ja-JP" altLang="en-US" sz="1400"/>
            </a:p>
          </p:txBody>
        </p:sp>
        <p:cxnSp>
          <p:nvCxnSpPr>
            <p:cNvPr id="64" name="直線矢印コネクタ 63"/>
            <p:cNvCxnSpPr>
              <a:stCxn id="66" idx="6"/>
            </p:cNvCxnSpPr>
            <p:nvPr/>
          </p:nvCxnSpPr>
          <p:spPr>
            <a:xfrm flipV="1">
              <a:off x="4589553" y="3357449"/>
              <a:ext cx="678457" cy="143443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直線矢印コネクタ 64"/>
            <p:cNvCxnSpPr>
              <a:stCxn id="66" idx="6"/>
            </p:cNvCxnSpPr>
            <p:nvPr/>
          </p:nvCxnSpPr>
          <p:spPr>
            <a:xfrm>
              <a:off x="4589553" y="3500892"/>
              <a:ext cx="678457" cy="213293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6" name="円/楕円 65"/>
            <p:cNvSpPr/>
            <p:nvPr/>
          </p:nvSpPr>
          <p:spPr>
            <a:xfrm>
              <a:off x="3062413" y="3357449"/>
              <a:ext cx="1527140" cy="285639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ja-JP" altLang="en-US" dirty="0">
                  <a:solidFill>
                    <a:schemeClr val="tx1"/>
                  </a:solidFill>
                  <a:cs typeface="Arial" pitchFamily="34" charset="0"/>
                </a:rPr>
                <a:t>プロパティ</a:t>
              </a:r>
            </a:p>
          </p:txBody>
        </p:sp>
        <p:cxnSp>
          <p:nvCxnSpPr>
            <p:cNvPr id="94" name="直線矢印コネクタ 93"/>
            <p:cNvCxnSpPr>
              <a:stCxn id="38" idx="3"/>
              <a:endCxn id="4" idx="1"/>
            </p:cNvCxnSpPr>
            <p:nvPr/>
          </p:nvCxnSpPr>
          <p:spPr bwMode="auto">
            <a:xfrm>
              <a:off x="6857608" y="2249820"/>
              <a:ext cx="286568" cy="540094"/>
            </a:xfrm>
            <a:prstGeom prst="straightConnector1">
              <a:avLst/>
            </a:prstGeom>
            <a:ln w="63500" cap="flat">
              <a:miter lim="800000"/>
              <a:tailEnd type="triangle"/>
            </a:ln>
            <a:effectLst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7" name="直線矢印コネクタ 96"/>
            <p:cNvCxnSpPr>
              <a:stCxn id="4" idx="1"/>
              <a:endCxn id="57" idx="3"/>
            </p:cNvCxnSpPr>
            <p:nvPr/>
          </p:nvCxnSpPr>
          <p:spPr bwMode="auto">
            <a:xfrm rot="10800000" flipV="1">
              <a:off x="6857608" y="2789914"/>
              <a:ext cx="286568" cy="602460"/>
            </a:xfrm>
            <a:prstGeom prst="straightConnector1">
              <a:avLst/>
            </a:prstGeom>
            <a:ln w="63500" cap="flat">
              <a:miter lim="800000"/>
              <a:tailEnd type="triangle"/>
            </a:ln>
            <a:effectLst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0" name="直線矢印コネクタ 99"/>
            <p:cNvCxnSpPr>
              <a:stCxn id="57" idx="1"/>
              <a:endCxn id="52" idx="3"/>
            </p:cNvCxnSpPr>
            <p:nvPr/>
          </p:nvCxnSpPr>
          <p:spPr bwMode="auto">
            <a:xfrm rot="10800000">
              <a:off x="2056974" y="3389879"/>
              <a:ext cx="514354" cy="3742"/>
            </a:xfrm>
            <a:prstGeom prst="straightConnector1">
              <a:avLst/>
            </a:prstGeom>
            <a:ln w="63500" cap="flat">
              <a:miter lim="800000"/>
              <a:tailEnd type="triangle"/>
            </a:ln>
            <a:effectLst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04" name="角丸四角形 103"/>
            <p:cNvSpPr/>
            <p:nvPr/>
          </p:nvSpPr>
          <p:spPr>
            <a:xfrm>
              <a:off x="2571328" y="570913"/>
              <a:ext cx="4286280" cy="1072704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ja-JP" altLang="en-US" sz="2000" dirty="0">
                <a:solidFill>
                  <a:schemeClr val="tx1"/>
                </a:solidFill>
                <a:cs typeface="Arial" pitchFamily="34" charset="0"/>
              </a:endParaRPr>
            </a:p>
          </p:txBody>
        </p:sp>
        <p:sp>
          <p:nvSpPr>
            <p:cNvPr id="141" name="角丸四角形 140"/>
            <p:cNvSpPr/>
            <p:nvPr/>
          </p:nvSpPr>
          <p:spPr>
            <a:xfrm>
              <a:off x="2285984" y="4001071"/>
              <a:ext cx="4643878" cy="35673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ja-JP" altLang="en-US" sz="2000" b="1" dirty="0">
                  <a:solidFill>
                    <a:schemeClr val="tx2"/>
                  </a:solidFill>
                  <a:cs typeface="Arial" pitchFamily="34" charset="0"/>
                </a:rPr>
                <a:t>手順４：オントロジーの獲得</a:t>
              </a:r>
            </a:p>
          </p:txBody>
        </p:sp>
        <p:sp>
          <p:nvSpPr>
            <p:cNvPr id="171" name="角丸四角形 170"/>
            <p:cNvSpPr/>
            <p:nvPr/>
          </p:nvSpPr>
          <p:spPr>
            <a:xfrm>
              <a:off x="2285984" y="5358166"/>
              <a:ext cx="4643878" cy="35673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ja-JP" altLang="en-US" sz="2000" b="1" dirty="0">
                  <a:solidFill>
                    <a:schemeClr val="tx2"/>
                  </a:solidFill>
                  <a:cs typeface="Arial" pitchFamily="34" charset="0"/>
                </a:rPr>
                <a:t>手順５：既存オントロジーからの要素抽出</a:t>
              </a:r>
            </a:p>
          </p:txBody>
        </p:sp>
        <p:sp>
          <p:nvSpPr>
            <p:cNvPr id="172" name="角丸四角形 171"/>
            <p:cNvSpPr/>
            <p:nvPr/>
          </p:nvSpPr>
          <p:spPr>
            <a:xfrm>
              <a:off x="2285984" y="6000541"/>
              <a:ext cx="4643878" cy="357983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ja-JP" altLang="en-US" sz="2000" b="1" dirty="0">
                  <a:solidFill>
                    <a:schemeClr val="tx2"/>
                  </a:solidFill>
                  <a:cs typeface="Arial" pitchFamily="34" charset="0"/>
                </a:rPr>
                <a:t>手順６：不要プロパティの除去</a:t>
              </a:r>
            </a:p>
          </p:txBody>
        </p:sp>
        <p:sp>
          <p:nvSpPr>
            <p:cNvPr id="173" name="角丸四角形 172"/>
            <p:cNvSpPr/>
            <p:nvPr/>
          </p:nvSpPr>
          <p:spPr>
            <a:xfrm>
              <a:off x="2285984" y="6644164"/>
              <a:ext cx="4643878" cy="35673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ja-JP" altLang="en-US" sz="2000" b="1" dirty="0">
                  <a:solidFill>
                    <a:schemeClr val="tx2"/>
                  </a:solidFill>
                  <a:cs typeface="Arial" pitchFamily="34" charset="0"/>
                </a:rPr>
                <a:t>手順７：既存オントロジーのランキング</a:t>
              </a:r>
            </a:p>
          </p:txBody>
        </p:sp>
        <p:sp>
          <p:nvSpPr>
            <p:cNvPr id="49193" name="テキスト ボックス 254"/>
            <p:cNvSpPr txBox="1">
              <a:spLocks noChangeArrowheads="1"/>
            </p:cNvSpPr>
            <p:nvPr/>
          </p:nvSpPr>
          <p:spPr bwMode="auto">
            <a:xfrm>
              <a:off x="4429124" y="785794"/>
              <a:ext cx="702643" cy="24182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ja-JP" sz="1400"/>
                <a:t>rdfs:label</a:t>
              </a:r>
              <a:endParaRPr lang="ja-JP" altLang="en-US" sz="1400"/>
            </a:p>
          </p:txBody>
        </p:sp>
        <p:sp>
          <p:nvSpPr>
            <p:cNvPr id="103" name="正方形/長方形 102"/>
            <p:cNvSpPr/>
            <p:nvPr/>
          </p:nvSpPr>
          <p:spPr>
            <a:xfrm>
              <a:off x="2593371" y="570913"/>
              <a:ext cx="4291179" cy="314327"/>
            </a:xfrm>
            <a:prstGeom prst="rect">
              <a:avLst/>
            </a:prstGeom>
          </p:spPr>
          <p:txBody>
            <a:bodyPr>
              <a:spAutoFit/>
            </a:bodyPr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r>
                <a:rPr lang="ja-JP" altLang="en-US" sz="2000" b="1">
                  <a:solidFill>
                    <a:schemeClr val="tx2"/>
                  </a:solidFill>
                  <a:latin typeface="ＭＳ Ｐゴシック" charset="-128"/>
                </a:rPr>
                <a:t>手順１</a:t>
              </a:r>
              <a:r>
                <a:rPr lang="en-US" altLang="ja-JP" sz="2000" b="1">
                  <a:solidFill>
                    <a:schemeClr val="tx2"/>
                  </a:solidFill>
                  <a:latin typeface="ＭＳ Ｐゴシック" charset="-128"/>
                </a:rPr>
                <a:t>: </a:t>
              </a:r>
              <a:r>
                <a:rPr lang="ja-JP" altLang="en-US" sz="2000" b="1">
                  <a:solidFill>
                    <a:schemeClr val="tx2"/>
                  </a:solidFill>
                  <a:latin typeface="ＭＳ Ｐゴシック" charset="-128"/>
                </a:rPr>
                <a:t>クラス及びプロパティの獲得</a:t>
              </a:r>
            </a:p>
          </p:txBody>
        </p:sp>
        <p:sp>
          <p:nvSpPr>
            <p:cNvPr id="123" name="円/楕円 122"/>
            <p:cNvSpPr/>
            <p:nvPr/>
          </p:nvSpPr>
          <p:spPr>
            <a:xfrm>
              <a:off x="3072210" y="1285634"/>
              <a:ext cx="1285884" cy="285638"/>
            </a:xfrm>
            <a:prstGeom prst="ellipse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ja-JP" altLang="en-US" b="1" dirty="0">
                  <a:solidFill>
                    <a:schemeClr val="tx1"/>
                  </a:solidFill>
                  <a:cs typeface="Arial" pitchFamily="34" charset="0"/>
                </a:rPr>
                <a:t>プロパティ</a:t>
              </a:r>
            </a:p>
          </p:txBody>
        </p:sp>
        <p:sp>
          <p:nvSpPr>
            <p:cNvPr id="49196" name="テキスト ボックス 124"/>
            <p:cNvSpPr txBox="1">
              <a:spLocks noChangeArrowheads="1"/>
            </p:cNvSpPr>
            <p:nvPr/>
          </p:nvSpPr>
          <p:spPr bwMode="auto">
            <a:xfrm>
              <a:off x="5304456" y="1329458"/>
              <a:ext cx="649468" cy="24182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ja-JP" sz="1400"/>
                <a:t>“</a:t>
              </a:r>
              <a:r>
                <a:rPr lang="ja-JP" altLang="en-US" sz="1400"/>
                <a:t>入力語</a:t>
              </a:r>
              <a:r>
                <a:rPr lang="en-US" altLang="ja-JP" sz="1400"/>
                <a:t>”</a:t>
              </a:r>
              <a:endParaRPr lang="ja-JP" altLang="en-US" sz="1400"/>
            </a:p>
          </p:txBody>
        </p:sp>
        <p:cxnSp>
          <p:nvCxnSpPr>
            <p:cNvPr id="126" name="直線矢印コネクタ 125"/>
            <p:cNvCxnSpPr>
              <a:endCxn id="49199" idx="1"/>
            </p:cNvCxnSpPr>
            <p:nvPr/>
          </p:nvCxnSpPr>
          <p:spPr>
            <a:xfrm>
              <a:off x="4358095" y="1071093"/>
              <a:ext cx="946655" cy="19957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2" name="正方形/長方形 121"/>
            <p:cNvSpPr/>
            <p:nvPr/>
          </p:nvSpPr>
          <p:spPr>
            <a:xfrm>
              <a:off x="3072210" y="928897"/>
              <a:ext cx="1285884" cy="285638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ja-JP" altLang="en-US" b="1" dirty="0">
                  <a:solidFill>
                    <a:schemeClr val="tx1"/>
                  </a:solidFill>
                  <a:cs typeface="Arial" pitchFamily="34" charset="0"/>
                </a:rPr>
                <a:t>クラス</a:t>
              </a:r>
            </a:p>
          </p:txBody>
        </p:sp>
        <p:sp>
          <p:nvSpPr>
            <p:cNvPr id="49199" name="テキスト ボックス 123"/>
            <p:cNvSpPr txBox="1">
              <a:spLocks noChangeArrowheads="1"/>
            </p:cNvSpPr>
            <p:nvPr/>
          </p:nvSpPr>
          <p:spPr bwMode="auto">
            <a:xfrm>
              <a:off x="5304456" y="970229"/>
              <a:ext cx="696454" cy="2418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ja-JP" sz="1400"/>
                <a:t>“</a:t>
              </a:r>
              <a:r>
                <a:rPr lang="ja-JP" altLang="en-US" sz="1400"/>
                <a:t>入力語</a:t>
              </a:r>
              <a:r>
                <a:rPr lang="en-US" altLang="ja-JP" sz="1400"/>
                <a:t>”</a:t>
              </a:r>
              <a:endParaRPr lang="ja-JP" altLang="en-US" sz="1400"/>
            </a:p>
          </p:txBody>
        </p:sp>
        <p:sp>
          <p:nvSpPr>
            <p:cNvPr id="49200" name="テキスト ボックス 255"/>
            <p:cNvSpPr txBox="1">
              <a:spLocks noChangeArrowheads="1"/>
            </p:cNvSpPr>
            <p:nvPr/>
          </p:nvSpPr>
          <p:spPr bwMode="auto">
            <a:xfrm>
              <a:off x="4429124" y="1142984"/>
              <a:ext cx="702643" cy="24182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ja-JP" sz="1400"/>
                <a:t>rdfs:label</a:t>
              </a:r>
              <a:endParaRPr lang="ja-JP" altLang="en-US" sz="1400"/>
            </a:p>
          </p:txBody>
        </p:sp>
        <p:sp>
          <p:nvSpPr>
            <p:cNvPr id="44" name="正方形/長方形 43"/>
            <p:cNvSpPr/>
            <p:nvPr/>
          </p:nvSpPr>
          <p:spPr>
            <a:xfrm>
              <a:off x="5340265" y="2071452"/>
              <a:ext cx="1017685" cy="28563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ja-JP" altLang="en-US" dirty="0">
                  <a:solidFill>
                    <a:schemeClr val="tx1"/>
                  </a:solidFill>
                  <a:cs typeface="Arial" pitchFamily="34" charset="0"/>
                </a:rPr>
                <a:t>クラス</a:t>
              </a:r>
            </a:p>
          </p:txBody>
        </p:sp>
        <p:sp>
          <p:nvSpPr>
            <p:cNvPr id="45" name="正方形/長方形 44"/>
            <p:cNvSpPr/>
            <p:nvPr/>
          </p:nvSpPr>
          <p:spPr>
            <a:xfrm>
              <a:off x="5340265" y="2429435"/>
              <a:ext cx="1017685" cy="28563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ja-JP" altLang="en-US" dirty="0">
                  <a:solidFill>
                    <a:schemeClr val="tx1"/>
                  </a:solidFill>
                  <a:cs typeface="Arial" pitchFamily="34" charset="0"/>
                </a:rPr>
                <a:t>クラス</a:t>
              </a:r>
            </a:p>
          </p:txBody>
        </p:sp>
        <p:sp>
          <p:nvSpPr>
            <p:cNvPr id="60" name="正方形/長方形 59"/>
            <p:cNvSpPr/>
            <p:nvPr/>
          </p:nvSpPr>
          <p:spPr>
            <a:xfrm>
              <a:off x="5268010" y="3215253"/>
              <a:ext cx="1018910" cy="28563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ja-JP" altLang="en-US" b="1" dirty="0">
                  <a:solidFill>
                    <a:schemeClr val="tx1"/>
                  </a:solidFill>
                  <a:cs typeface="Arial" pitchFamily="34" charset="0"/>
                </a:rPr>
                <a:t>クラス</a:t>
              </a:r>
            </a:p>
          </p:txBody>
        </p:sp>
        <p:sp>
          <p:nvSpPr>
            <p:cNvPr id="61" name="正方形/長方形 60"/>
            <p:cNvSpPr/>
            <p:nvPr/>
          </p:nvSpPr>
          <p:spPr>
            <a:xfrm>
              <a:off x="5268010" y="3571989"/>
              <a:ext cx="1018910" cy="28563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ja-JP" altLang="en-US" b="1" dirty="0">
                  <a:solidFill>
                    <a:schemeClr val="tx1"/>
                  </a:solidFill>
                  <a:cs typeface="Arial" pitchFamily="34" charset="0"/>
                </a:rPr>
                <a:t>クラス</a:t>
              </a:r>
            </a:p>
          </p:txBody>
        </p:sp>
        <p:cxnSp>
          <p:nvCxnSpPr>
            <p:cNvPr id="129" name="直線矢印コネクタ 128"/>
            <p:cNvCxnSpPr>
              <a:stCxn id="123" idx="6"/>
              <a:endCxn id="49196" idx="1"/>
            </p:cNvCxnSpPr>
            <p:nvPr/>
          </p:nvCxnSpPr>
          <p:spPr>
            <a:xfrm>
              <a:off x="4358095" y="1429076"/>
              <a:ext cx="946655" cy="2120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2" name="Text Box 6"/>
          <p:cNvSpPr txBox="1">
            <a:spLocks noChangeArrowheads="1"/>
          </p:cNvSpPr>
          <p:nvPr/>
        </p:nvSpPr>
        <p:spPr bwMode="auto">
          <a:xfrm>
            <a:off x="1219201" y="3408364"/>
            <a:ext cx="1666875" cy="706437"/>
          </a:xfrm>
          <a:prstGeom prst="rect">
            <a:avLst/>
          </a:prstGeom>
          <a:ln>
            <a:headEnd/>
            <a:tailEnd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>
            <a:spAutoFit/>
          </a:bodyPr>
          <a:lstStyle/>
          <a:p>
            <a:pPr algn="ctr">
              <a:defRPr/>
            </a:pPr>
            <a:r>
              <a:rPr lang="ja-JP" altLang="en-US" sz="2000" dirty="0">
                <a:cs typeface="Arial" pitchFamily="34" charset="0"/>
              </a:rPr>
              <a:t>クラスの</a:t>
            </a:r>
            <a:endParaRPr lang="en-US" altLang="ja-JP" sz="2000" dirty="0">
              <a:cs typeface="Arial" pitchFamily="34" charset="0"/>
            </a:endParaRPr>
          </a:p>
          <a:p>
            <a:pPr algn="ctr">
              <a:defRPr/>
            </a:pPr>
            <a:r>
              <a:rPr lang="en-US" altLang="ja-JP" sz="2000" dirty="0">
                <a:cs typeface="Arial" pitchFamily="34" charset="0"/>
              </a:rPr>
              <a:t>URI</a:t>
            </a:r>
            <a:r>
              <a:rPr lang="ja-JP" altLang="en-US" sz="2000" dirty="0">
                <a:cs typeface="Arial" pitchFamily="34" charset="0"/>
              </a:rPr>
              <a:t>セット</a:t>
            </a:r>
            <a:endParaRPr lang="en-US" altLang="ja-JP" sz="2000" dirty="0">
              <a:cs typeface="Arial" pitchFamily="34" charset="0"/>
            </a:endParaRPr>
          </a:p>
        </p:txBody>
      </p:sp>
      <p:cxnSp>
        <p:nvCxnSpPr>
          <p:cNvPr id="73" name="直線矢印コネクタ 72"/>
          <p:cNvCxnSpPr>
            <a:stCxn id="3" idx="2"/>
            <a:endCxn id="52" idx="0"/>
          </p:cNvCxnSpPr>
          <p:nvPr/>
        </p:nvCxnSpPr>
        <p:spPr bwMode="auto">
          <a:xfrm rot="5400000">
            <a:off x="1683545" y="3037683"/>
            <a:ext cx="739775" cy="1587"/>
          </a:xfrm>
          <a:prstGeom prst="straightConnector1">
            <a:avLst/>
          </a:prstGeom>
          <a:ln w="63500" cap="flat">
            <a:miter lim="800000"/>
            <a:tailEnd type="triangle"/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Box 5">
            <a:extLst>
              <a:ext uri="{FF2B5EF4-FFF2-40B4-BE49-F238E27FC236}">
                <a16:creationId xmlns:a16="http://schemas.microsoft.com/office/drawing/2014/main" id="{185D3147-171B-C4D7-6974-81570ADCE72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18744" y="22761"/>
            <a:ext cx="4463256" cy="400110"/>
          </a:xfrm>
          <a:prstGeom prst="rect">
            <a:avLst/>
          </a:prstGeom>
          <a:ln>
            <a:headEnd/>
            <a:tailEnd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anchor="ctr">
            <a:spAutoFit/>
          </a:bodyPr>
          <a:lstStyle/>
          <a:p>
            <a:pPr algn="ctr">
              <a:defRPr/>
            </a:pPr>
            <a:r>
              <a:rPr lang="ja-JP" altLang="en-US" sz="2000" dirty="0">
                <a:latin typeface="Meiryo" panose="020B0604030504040204" pitchFamily="34" charset="-128"/>
                <a:ea typeface="Meiryo" panose="020B0604030504040204" pitchFamily="34" charset="-128"/>
                <a:cs typeface="Arial" pitchFamily="34" charset="0"/>
              </a:rPr>
              <a:t>入力語セット</a:t>
            </a:r>
          </a:p>
        </p:txBody>
      </p:sp>
      <p:sp>
        <p:nvSpPr>
          <p:cNvPr id="4" name="Text Box 6">
            <a:extLst>
              <a:ext uri="{FF2B5EF4-FFF2-40B4-BE49-F238E27FC236}">
                <a16:creationId xmlns:a16="http://schemas.microsoft.com/office/drawing/2014/main" id="{3DD6FB3A-8719-03F6-4FA8-805EE3F25E9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2000" y="1800639"/>
            <a:ext cx="2159396" cy="400110"/>
          </a:xfrm>
          <a:prstGeom prst="rect">
            <a:avLst/>
          </a:prstGeom>
          <a:ln>
            <a:headEnd/>
            <a:tailEnd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anchor="ctr">
            <a:spAutoFit/>
          </a:bodyPr>
          <a:lstStyle/>
          <a:p>
            <a:pPr algn="ctr">
              <a:defRPr/>
            </a:pPr>
            <a:r>
              <a:rPr lang="ja-JP" altLang="en-US" sz="2000">
                <a:latin typeface="Meiryo" panose="020B0604030504040204" pitchFamily="34" charset="-128"/>
                <a:ea typeface="Meiryo" panose="020B0604030504040204" pitchFamily="34" charset="-128"/>
                <a:cs typeface="Arial" pitchFamily="34" charset="0"/>
              </a:rPr>
              <a:t>クラスのセット</a:t>
            </a:r>
            <a:endParaRPr lang="en-US" altLang="ja-JP" sz="2000" dirty="0">
              <a:latin typeface="Meiryo" panose="020B0604030504040204" pitchFamily="34" charset="-128"/>
              <a:ea typeface="Meiryo" panose="020B0604030504040204" pitchFamily="34" charset="-128"/>
              <a:cs typeface="Arial" pitchFamily="34" charset="0"/>
            </a:endParaRPr>
          </a:p>
        </p:txBody>
      </p:sp>
      <p:sp>
        <p:nvSpPr>
          <p:cNvPr id="5" name="Text Box 9">
            <a:extLst>
              <a:ext uri="{FF2B5EF4-FFF2-40B4-BE49-F238E27FC236}">
                <a16:creationId xmlns:a16="http://schemas.microsoft.com/office/drawing/2014/main" id="{C0EF2172-51BA-3035-CA1B-544633925F4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088653" y="1800639"/>
            <a:ext cx="2523295" cy="400110"/>
          </a:xfrm>
          <a:prstGeom prst="rect">
            <a:avLst/>
          </a:prstGeom>
          <a:ln>
            <a:headEnd/>
            <a:tailEnd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anchor="ctr">
            <a:spAutoFit/>
          </a:bodyPr>
          <a:lstStyle/>
          <a:p>
            <a:pPr algn="ctr">
              <a:defRPr/>
            </a:pPr>
            <a:r>
              <a:rPr lang="ja-JP" altLang="en-US" sz="2000">
                <a:latin typeface="Meiryo" panose="020B0604030504040204" pitchFamily="34" charset="-128"/>
                <a:ea typeface="Meiryo" panose="020B0604030504040204" pitchFamily="34" charset="-128"/>
                <a:cs typeface="Arial" pitchFamily="34" charset="0"/>
              </a:rPr>
              <a:t>プロパティのセット</a:t>
            </a:r>
            <a:endParaRPr lang="ja-JP" altLang="en-US" sz="2000" dirty="0">
              <a:latin typeface="Meiryo" panose="020B0604030504040204" pitchFamily="34" charset="-128"/>
              <a:ea typeface="Meiryo" panose="020B0604030504040204" pitchFamily="34" charset="-128"/>
              <a:cs typeface="Arial" pitchFamily="34" charset="0"/>
            </a:endParaRPr>
          </a:p>
        </p:txBody>
      </p:sp>
      <p:sp>
        <p:nvSpPr>
          <p:cNvPr id="6" name="Text Box 13">
            <a:extLst>
              <a:ext uri="{FF2B5EF4-FFF2-40B4-BE49-F238E27FC236}">
                <a16:creationId xmlns:a16="http://schemas.microsoft.com/office/drawing/2014/main" id="{3C687D10-9306-8E47-7EB8-1ABC2EE7A25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27960" y="3580873"/>
            <a:ext cx="4452488" cy="400110"/>
          </a:xfrm>
          <a:prstGeom prst="rect">
            <a:avLst/>
          </a:prstGeom>
          <a:ln>
            <a:headEnd/>
            <a:tailEnd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anchor="ctr">
            <a:spAutoFit/>
          </a:bodyPr>
          <a:lstStyle/>
          <a:p>
            <a:pPr algn="ctr">
              <a:defRPr/>
            </a:pPr>
            <a:r>
              <a:rPr lang="ja-JP" altLang="en-US" sz="2000" dirty="0">
                <a:latin typeface="Meiryo" panose="020B0604030504040204" pitchFamily="34" charset="-128"/>
                <a:ea typeface="Meiryo" panose="020B0604030504040204" pitchFamily="34" charset="-128"/>
                <a:cs typeface="Arial" pitchFamily="34" charset="0"/>
              </a:rPr>
              <a:t>既存オントロジー</a:t>
            </a:r>
          </a:p>
        </p:txBody>
      </p:sp>
      <p:cxnSp>
        <p:nvCxnSpPr>
          <p:cNvPr id="7" name="AutoShape 21">
            <a:extLst>
              <a:ext uri="{FF2B5EF4-FFF2-40B4-BE49-F238E27FC236}">
                <a16:creationId xmlns:a16="http://schemas.microsoft.com/office/drawing/2014/main" id="{0F13793A-7FAF-9D7C-7A04-33778B4F3848}"/>
              </a:ext>
            </a:extLst>
          </p:cNvPr>
          <p:cNvCxnSpPr>
            <a:cxnSpLocks noChangeShapeType="1"/>
            <a:stCxn id="34" idx="3"/>
            <a:endCxn id="5" idx="0"/>
          </p:cNvCxnSpPr>
          <p:nvPr/>
        </p:nvCxnSpPr>
        <p:spPr bwMode="auto">
          <a:xfrm>
            <a:off x="8382000" y="940266"/>
            <a:ext cx="1968301" cy="860373"/>
          </a:xfrm>
          <a:prstGeom prst="bentConnector2">
            <a:avLst/>
          </a:prstGeom>
          <a:ln w="63500">
            <a:headEnd/>
            <a:tailEnd type="triangle" w="med" len="med"/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AutoShape 22">
            <a:extLst>
              <a:ext uri="{FF2B5EF4-FFF2-40B4-BE49-F238E27FC236}">
                <a16:creationId xmlns:a16="http://schemas.microsoft.com/office/drawing/2014/main" id="{2D3CADD5-B2D6-DE75-5B33-526581C9824C}"/>
              </a:ext>
            </a:extLst>
          </p:cNvPr>
          <p:cNvCxnSpPr>
            <a:cxnSpLocks noChangeShapeType="1"/>
            <a:stCxn id="34" idx="1"/>
            <a:endCxn id="4" idx="0"/>
          </p:cNvCxnSpPr>
          <p:nvPr/>
        </p:nvCxnSpPr>
        <p:spPr bwMode="auto">
          <a:xfrm rot="10800000" flipV="1">
            <a:off x="1841698" y="940265"/>
            <a:ext cx="2077046" cy="860373"/>
          </a:xfrm>
          <a:prstGeom prst="bentConnector2">
            <a:avLst/>
          </a:prstGeom>
          <a:ln w="63500">
            <a:solidFill>
              <a:schemeClr val="tx1"/>
            </a:solidFill>
            <a:headEnd/>
            <a:tailEnd type="triangle" w="med" len="med"/>
          </a:ln>
          <a:effectLst/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9" name="直線矢印コネクタ 8">
            <a:extLst>
              <a:ext uri="{FF2B5EF4-FFF2-40B4-BE49-F238E27FC236}">
                <a16:creationId xmlns:a16="http://schemas.microsoft.com/office/drawing/2014/main" id="{5102E740-737C-4856-890D-AFED90338B0B}"/>
              </a:ext>
            </a:extLst>
          </p:cNvPr>
          <p:cNvCxnSpPr>
            <a:cxnSpLocks/>
            <a:stCxn id="4" idx="3"/>
            <a:endCxn id="17" idx="1"/>
          </p:cNvCxnSpPr>
          <p:nvPr/>
        </p:nvCxnSpPr>
        <p:spPr bwMode="auto">
          <a:xfrm flipV="1">
            <a:off x="2921396" y="1646701"/>
            <a:ext cx="984648" cy="353993"/>
          </a:xfrm>
          <a:prstGeom prst="straightConnector1">
            <a:avLst/>
          </a:prstGeom>
          <a:ln w="63500" cap="flat">
            <a:miter lim="800000"/>
            <a:tailEnd type="triangle"/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728DF033-ED7B-E751-D69A-384AE08910DB}"/>
              </a:ext>
            </a:extLst>
          </p:cNvPr>
          <p:cNvCxnSpPr>
            <a:cxnSpLocks/>
            <a:stCxn id="34" idx="0"/>
            <a:endCxn id="3" idx="2"/>
          </p:cNvCxnSpPr>
          <p:nvPr/>
        </p:nvCxnSpPr>
        <p:spPr bwMode="auto">
          <a:xfrm flipV="1">
            <a:off x="6150372" y="422871"/>
            <a:ext cx="0" cy="247395"/>
          </a:xfrm>
          <a:prstGeom prst="straightConnector1">
            <a:avLst/>
          </a:prstGeom>
          <a:ln w="63500">
            <a:headEnd type="triangle"/>
            <a:tailEnd type="none"/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AutoShape 22">
            <a:extLst>
              <a:ext uri="{FF2B5EF4-FFF2-40B4-BE49-F238E27FC236}">
                <a16:creationId xmlns:a16="http://schemas.microsoft.com/office/drawing/2014/main" id="{29485E4B-0992-DFD4-EB4E-8A2176FE62A1}"/>
              </a:ext>
            </a:extLst>
          </p:cNvPr>
          <p:cNvCxnSpPr>
            <a:cxnSpLocks noChangeShapeType="1"/>
            <a:stCxn id="4" idx="2"/>
            <a:endCxn id="35" idx="1"/>
          </p:cNvCxnSpPr>
          <p:nvPr/>
        </p:nvCxnSpPr>
        <p:spPr bwMode="auto">
          <a:xfrm rot="16200000" flipH="1">
            <a:off x="2462623" y="1579824"/>
            <a:ext cx="835197" cy="2077046"/>
          </a:xfrm>
          <a:prstGeom prst="bentConnector2">
            <a:avLst/>
          </a:prstGeom>
          <a:ln w="63500">
            <a:headEnd/>
            <a:tailEnd type="triangle" w="med" len="med"/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AutoShape 22">
            <a:extLst>
              <a:ext uri="{FF2B5EF4-FFF2-40B4-BE49-F238E27FC236}">
                <a16:creationId xmlns:a16="http://schemas.microsoft.com/office/drawing/2014/main" id="{D596D598-06DC-A7F4-C4F8-7CA6020EC418}"/>
              </a:ext>
            </a:extLst>
          </p:cNvPr>
          <p:cNvCxnSpPr>
            <a:cxnSpLocks noChangeShapeType="1"/>
            <a:stCxn id="5" idx="2"/>
            <a:endCxn id="35" idx="3"/>
          </p:cNvCxnSpPr>
          <p:nvPr/>
        </p:nvCxnSpPr>
        <p:spPr bwMode="auto">
          <a:xfrm rot="5400000">
            <a:off x="8948553" y="1634197"/>
            <a:ext cx="835197" cy="1968301"/>
          </a:xfrm>
          <a:prstGeom prst="bentConnector2">
            <a:avLst/>
          </a:prstGeom>
          <a:ln w="63500">
            <a:headEnd/>
            <a:tailEnd type="triangle" w="med" len="med"/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65608E89-4B85-EBC1-D34C-F0729ADBFFAC}"/>
              </a:ext>
            </a:extLst>
          </p:cNvPr>
          <p:cNvCxnSpPr>
            <a:cxnSpLocks/>
            <a:stCxn id="36" idx="0"/>
            <a:endCxn id="6" idx="2"/>
          </p:cNvCxnSpPr>
          <p:nvPr/>
        </p:nvCxnSpPr>
        <p:spPr bwMode="auto">
          <a:xfrm flipV="1">
            <a:off x="6152462" y="3980983"/>
            <a:ext cx="1742" cy="287780"/>
          </a:xfrm>
          <a:prstGeom prst="straightConnector1">
            <a:avLst/>
          </a:prstGeom>
          <a:ln w="63500">
            <a:headEnd type="triangle"/>
            <a:tailEnd type="none"/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直線矢印コネクタ 14">
            <a:extLst>
              <a:ext uri="{FF2B5EF4-FFF2-40B4-BE49-F238E27FC236}">
                <a16:creationId xmlns:a16="http://schemas.microsoft.com/office/drawing/2014/main" id="{5150F959-661E-EBA7-5125-AAF42D396FB1}"/>
              </a:ext>
            </a:extLst>
          </p:cNvPr>
          <p:cNvCxnSpPr>
            <a:cxnSpLocks/>
            <a:stCxn id="37" idx="0"/>
            <a:endCxn id="36" idx="2"/>
          </p:cNvCxnSpPr>
          <p:nvPr/>
        </p:nvCxnSpPr>
        <p:spPr bwMode="auto">
          <a:xfrm flipV="1">
            <a:off x="6143246" y="4808763"/>
            <a:ext cx="9216" cy="287780"/>
          </a:xfrm>
          <a:prstGeom prst="straightConnector1">
            <a:avLst/>
          </a:prstGeom>
          <a:ln w="63500">
            <a:headEnd type="triangle"/>
            <a:tailEnd type="none"/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直線矢印コネクタ 15">
            <a:extLst>
              <a:ext uri="{FF2B5EF4-FFF2-40B4-BE49-F238E27FC236}">
                <a16:creationId xmlns:a16="http://schemas.microsoft.com/office/drawing/2014/main" id="{857E113D-4EB6-15F9-AFDF-7A5A4746DFE7}"/>
              </a:ext>
            </a:extLst>
          </p:cNvPr>
          <p:cNvCxnSpPr>
            <a:cxnSpLocks/>
            <a:stCxn id="38" idx="0"/>
            <a:endCxn id="37" idx="2"/>
          </p:cNvCxnSpPr>
          <p:nvPr/>
        </p:nvCxnSpPr>
        <p:spPr bwMode="auto">
          <a:xfrm flipV="1">
            <a:off x="6141504" y="5636543"/>
            <a:ext cx="1742" cy="287780"/>
          </a:xfrm>
          <a:prstGeom prst="straightConnector1">
            <a:avLst/>
          </a:prstGeom>
          <a:ln w="63500">
            <a:headEnd type="triangle"/>
            <a:tailEnd type="none"/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角丸四角形 16">
            <a:extLst>
              <a:ext uri="{FF2B5EF4-FFF2-40B4-BE49-F238E27FC236}">
                <a16:creationId xmlns:a16="http://schemas.microsoft.com/office/drawing/2014/main" id="{C59CCFC7-7A66-7805-50D9-2CD514C8F42A}"/>
              </a:ext>
            </a:extLst>
          </p:cNvPr>
          <p:cNvSpPr/>
          <p:nvPr/>
        </p:nvSpPr>
        <p:spPr bwMode="auto">
          <a:xfrm>
            <a:off x="3906044" y="1376701"/>
            <a:ext cx="4474404" cy="54000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defRPr/>
            </a:pPr>
            <a:r>
              <a:rPr lang="en-US" altLang="ja-JP" sz="2000" dirty="0">
                <a:solidFill>
                  <a:schemeClr val="tx2"/>
                </a:solidFill>
                <a:latin typeface="Meiryo" panose="020B0604030504040204" pitchFamily="34" charset="-128"/>
                <a:ea typeface="Meiryo" panose="020B0604030504040204" pitchFamily="34" charset="-128"/>
                <a:cs typeface="Arial" pitchFamily="34" charset="0"/>
              </a:rPr>
              <a:t>2. </a:t>
            </a:r>
            <a:r>
              <a:rPr lang="ja-JP" altLang="en-US" sz="2000">
                <a:solidFill>
                  <a:schemeClr val="tx2"/>
                </a:solidFill>
                <a:latin typeface="Meiryo" panose="020B0604030504040204" pitchFamily="34" charset="-128"/>
                <a:ea typeface="Meiryo" panose="020B0604030504040204" pitchFamily="34" charset="-128"/>
                <a:cs typeface="Arial" pitchFamily="34" charset="0"/>
              </a:rPr>
              <a:t>プロパティの獲得</a:t>
            </a:r>
          </a:p>
        </p:txBody>
      </p:sp>
      <p:sp>
        <p:nvSpPr>
          <p:cNvPr id="24" name="角丸四角形 23">
            <a:extLst>
              <a:ext uri="{FF2B5EF4-FFF2-40B4-BE49-F238E27FC236}">
                <a16:creationId xmlns:a16="http://schemas.microsoft.com/office/drawing/2014/main" id="{28255F54-1160-3B09-9355-CED59538742B}"/>
              </a:ext>
            </a:extLst>
          </p:cNvPr>
          <p:cNvSpPr/>
          <p:nvPr/>
        </p:nvSpPr>
        <p:spPr bwMode="auto">
          <a:xfrm>
            <a:off x="3918744" y="2083136"/>
            <a:ext cx="4463256" cy="54000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defRPr/>
            </a:pPr>
            <a:r>
              <a:rPr lang="en-US" altLang="ja-JP" sz="2000" dirty="0">
                <a:solidFill>
                  <a:schemeClr val="tx2"/>
                </a:solidFill>
                <a:latin typeface="Meiryo" panose="020B0604030504040204" pitchFamily="34" charset="-128"/>
                <a:ea typeface="Meiryo" panose="020B0604030504040204" pitchFamily="34" charset="-128"/>
                <a:cs typeface="Arial" pitchFamily="34" charset="0"/>
              </a:rPr>
              <a:t>3. </a:t>
            </a:r>
            <a:r>
              <a:rPr lang="ja-JP" altLang="en-US" sz="2000">
                <a:solidFill>
                  <a:schemeClr val="tx2"/>
                </a:solidFill>
                <a:latin typeface="Meiryo" panose="020B0604030504040204" pitchFamily="34" charset="-128"/>
                <a:ea typeface="Meiryo" panose="020B0604030504040204" pitchFamily="34" charset="-128"/>
                <a:cs typeface="Arial" pitchFamily="34" charset="0"/>
              </a:rPr>
              <a:t>クラスの獲得</a:t>
            </a:r>
          </a:p>
        </p:txBody>
      </p:sp>
      <p:cxnSp>
        <p:nvCxnSpPr>
          <p:cNvPr id="31" name="直線矢印コネクタ 30">
            <a:extLst>
              <a:ext uri="{FF2B5EF4-FFF2-40B4-BE49-F238E27FC236}">
                <a16:creationId xmlns:a16="http://schemas.microsoft.com/office/drawing/2014/main" id="{7D2F115E-DDD7-2577-365F-7814DF82B594}"/>
              </a:ext>
            </a:extLst>
          </p:cNvPr>
          <p:cNvCxnSpPr>
            <a:cxnSpLocks/>
            <a:stCxn id="17" idx="3"/>
            <a:endCxn id="5" idx="1"/>
          </p:cNvCxnSpPr>
          <p:nvPr/>
        </p:nvCxnSpPr>
        <p:spPr bwMode="auto">
          <a:xfrm>
            <a:off x="8380448" y="1646701"/>
            <a:ext cx="708205" cy="353993"/>
          </a:xfrm>
          <a:prstGeom prst="straightConnector1">
            <a:avLst/>
          </a:prstGeom>
          <a:ln w="63500" cap="flat">
            <a:miter lim="800000"/>
            <a:tailEnd type="triangle"/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直線矢印コネクタ 31">
            <a:extLst>
              <a:ext uri="{FF2B5EF4-FFF2-40B4-BE49-F238E27FC236}">
                <a16:creationId xmlns:a16="http://schemas.microsoft.com/office/drawing/2014/main" id="{CDE5D070-7A76-E656-52FB-CCA655658FC7}"/>
              </a:ext>
            </a:extLst>
          </p:cNvPr>
          <p:cNvCxnSpPr>
            <a:cxnSpLocks/>
            <a:stCxn id="5" idx="1"/>
            <a:endCxn id="24" idx="3"/>
          </p:cNvCxnSpPr>
          <p:nvPr/>
        </p:nvCxnSpPr>
        <p:spPr bwMode="auto">
          <a:xfrm flipH="1">
            <a:off x="8382000" y="2000694"/>
            <a:ext cx="706653" cy="352442"/>
          </a:xfrm>
          <a:prstGeom prst="straightConnector1">
            <a:avLst/>
          </a:prstGeom>
          <a:ln w="63500" cap="flat">
            <a:miter lim="800000"/>
            <a:tailEnd type="triangle"/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直線矢印コネクタ 32">
            <a:extLst>
              <a:ext uri="{FF2B5EF4-FFF2-40B4-BE49-F238E27FC236}">
                <a16:creationId xmlns:a16="http://schemas.microsoft.com/office/drawing/2014/main" id="{54C4D6FC-0500-6C90-18BC-009CCFB73833}"/>
              </a:ext>
            </a:extLst>
          </p:cNvPr>
          <p:cNvCxnSpPr>
            <a:cxnSpLocks/>
            <a:stCxn id="24" idx="1"/>
            <a:endCxn id="4" idx="3"/>
          </p:cNvCxnSpPr>
          <p:nvPr/>
        </p:nvCxnSpPr>
        <p:spPr bwMode="auto">
          <a:xfrm flipH="1" flipV="1">
            <a:off x="2921396" y="2000694"/>
            <a:ext cx="997348" cy="352442"/>
          </a:xfrm>
          <a:prstGeom prst="straightConnector1">
            <a:avLst/>
          </a:prstGeom>
          <a:ln w="63500" cap="flat">
            <a:miter lim="800000"/>
            <a:tailEnd type="triangle"/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" name="角丸四角形 33">
            <a:extLst>
              <a:ext uri="{FF2B5EF4-FFF2-40B4-BE49-F238E27FC236}">
                <a16:creationId xmlns:a16="http://schemas.microsoft.com/office/drawing/2014/main" id="{D0C97D2F-D318-41B3-951C-D5966503D80B}"/>
              </a:ext>
            </a:extLst>
          </p:cNvPr>
          <p:cNvSpPr/>
          <p:nvPr/>
        </p:nvSpPr>
        <p:spPr bwMode="auto">
          <a:xfrm>
            <a:off x="3918744" y="670266"/>
            <a:ext cx="4463256" cy="54000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defRPr/>
            </a:pPr>
            <a:r>
              <a:rPr lang="en-US" altLang="ja-JP" sz="2000" dirty="0">
                <a:solidFill>
                  <a:schemeClr val="tx2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1. </a:t>
            </a:r>
            <a:r>
              <a:rPr lang="ja-JP" altLang="en-US" sz="2000">
                <a:solidFill>
                  <a:schemeClr val="tx2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クラスとプロパティの獲得</a:t>
            </a:r>
          </a:p>
        </p:txBody>
      </p:sp>
      <p:sp>
        <p:nvSpPr>
          <p:cNvPr id="35" name="角丸四角形 34">
            <a:extLst>
              <a:ext uri="{FF2B5EF4-FFF2-40B4-BE49-F238E27FC236}">
                <a16:creationId xmlns:a16="http://schemas.microsoft.com/office/drawing/2014/main" id="{510BFDE0-DB9D-6FBF-2C24-63A37819B571}"/>
              </a:ext>
            </a:extLst>
          </p:cNvPr>
          <p:cNvSpPr/>
          <p:nvPr/>
        </p:nvSpPr>
        <p:spPr bwMode="auto">
          <a:xfrm>
            <a:off x="3918744" y="2765946"/>
            <a:ext cx="4463256" cy="54000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defRPr/>
            </a:pPr>
            <a:r>
              <a:rPr lang="en-US" altLang="ja-JP" sz="2000" dirty="0">
                <a:solidFill>
                  <a:schemeClr val="tx2"/>
                </a:solidFill>
                <a:latin typeface="Meiryo" panose="020B0604030504040204" pitchFamily="34" charset="-128"/>
                <a:ea typeface="Meiryo" panose="020B0604030504040204" pitchFamily="34" charset="-128"/>
                <a:cs typeface="Arial" pitchFamily="34" charset="0"/>
              </a:rPr>
              <a:t>4. </a:t>
            </a:r>
            <a:r>
              <a:rPr lang="ja-JP" altLang="en-US" sz="2000">
                <a:solidFill>
                  <a:schemeClr val="tx2"/>
                </a:solidFill>
                <a:latin typeface="Meiryo" panose="020B0604030504040204" pitchFamily="34" charset="-128"/>
                <a:ea typeface="Meiryo" panose="020B0604030504040204" pitchFamily="34" charset="-128"/>
                <a:cs typeface="Arial" pitchFamily="34" charset="0"/>
              </a:rPr>
              <a:t>オントロジー</a:t>
            </a:r>
            <a:r>
              <a:rPr lang="ja-JP" altLang="en-US" sz="2000" dirty="0">
                <a:solidFill>
                  <a:schemeClr val="tx2"/>
                </a:solidFill>
                <a:latin typeface="Meiryo" panose="020B0604030504040204" pitchFamily="34" charset="-128"/>
                <a:ea typeface="Meiryo" panose="020B0604030504040204" pitchFamily="34" charset="-128"/>
                <a:cs typeface="Arial" pitchFamily="34" charset="0"/>
              </a:rPr>
              <a:t>の獲得</a:t>
            </a:r>
          </a:p>
        </p:txBody>
      </p:sp>
      <p:sp>
        <p:nvSpPr>
          <p:cNvPr id="36" name="角丸四角形 35">
            <a:extLst>
              <a:ext uri="{FF2B5EF4-FFF2-40B4-BE49-F238E27FC236}">
                <a16:creationId xmlns:a16="http://schemas.microsoft.com/office/drawing/2014/main" id="{BFAB00F2-B529-2A01-2E51-EA0F08CD75FB}"/>
              </a:ext>
            </a:extLst>
          </p:cNvPr>
          <p:cNvSpPr/>
          <p:nvPr/>
        </p:nvSpPr>
        <p:spPr bwMode="auto">
          <a:xfrm>
            <a:off x="3915260" y="4268763"/>
            <a:ext cx="4474404" cy="54000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defRPr/>
            </a:pPr>
            <a:r>
              <a:rPr lang="en-US" altLang="ja-JP" sz="2000" dirty="0">
                <a:solidFill>
                  <a:schemeClr val="tx2"/>
                </a:solidFill>
                <a:latin typeface="Meiryo" panose="020B0604030504040204" pitchFamily="34" charset="-128"/>
                <a:ea typeface="Meiryo" panose="020B0604030504040204" pitchFamily="34" charset="-128"/>
                <a:cs typeface="Arial" pitchFamily="34" charset="0"/>
              </a:rPr>
              <a:t>5. </a:t>
            </a:r>
            <a:r>
              <a:rPr lang="ja-JP" altLang="en-US" sz="2000">
                <a:solidFill>
                  <a:schemeClr val="tx2"/>
                </a:solidFill>
                <a:latin typeface="Meiryo" panose="020B0604030504040204" pitchFamily="34" charset="-128"/>
                <a:ea typeface="Meiryo" panose="020B0604030504040204" pitchFamily="34" charset="-128"/>
                <a:cs typeface="Arial" pitchFamily="34" charset="0"/>
              </a:rPr>
              <a:t>既存</a:t>
            </a:r>
            <a:r>
              <a:rPr lang="ja-JP" altLang="en-US" sz="2000" dirty="0">
                <a:solidFill>
                  <a:schemeClr val="tx2"/>
                </a:solidFill>
                <a:latin typeface="Meiryo" panose="020B0604030504040204" pitchFamily="34" charset="-128"/>
                <a:ea typeface="Meiryo" panose="020B0604030504040204" pitchFamily="34" charset="-128"/>
                <a:cs typeface="Arial" pitchFamily="34" charset="0"/>
              </a:rPr>
              <a:t>オントロジーからの要素抽出</a:t>
            </a:r>
          </a:p>
        </p:txBody>
      </p:sp>
      <p:sp>
        <p:nvSpPr>
          <p:cNvPr id="37" name="角丸四角形 36">
            <a:extLst>
              <a:ext uri="{FF2B5EF4-FFF2-40B4-BE49-F238E27FC236}">
                <a16:creationId xmlns:a16="http://schemas.microsoft.com/office/drawing/2014/main" id="{5ECDA5A7-13EA-1BF2-46E4-5667B98E4EA0}"/>
              </a:ext>
            </a:extLst>
          </p:cNvPr>
          <p:cNvSpPr/>
          <p:nvPr/>
        </p:nvSpPr>
        <p:spPr bwMode="auto">
          <a:xfrm>
            <a:off x="3906044" y="5096543"/>
            <a:ext cx="4474404" cy="54000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defRPr/>
            </a:pPr>
            <a:r>
              <a:rPr lang="en-US" altLang="ja-JP" sz="2000" dirty="0">
                <a:solidFill>
                  <a:schemeClr val="tx2"/>
                </a:solidFill>
                <a:latin typeface="Meiryo" panose="020B0604030504040204" pitchFamily="34" charset="-128"/>
                <a:ea typeface="Meiryo" panose="020B0604030504040204" pitchFamily="34" charset="-128"/>
                <a:cs typeface="Arial" pitchFamily="34" charset="0"/>
              </a:rPr>
              <a:t>6. </a:t>
            </a:r>
            <a:r>
              <a:rPr lang="ja-JP" altLang="en-US" sz="2000">
                <a:solidFill>
                  <a:schemeClr val="tx2"/>
                </a:solidFill>
                <a:latin typeface="Meiryo" panose="020B0604030504040204" pitchFamily="34" charset="-128"/>
                <a:ea typeface="Meiryo" panose="020B0604030504040204" pitchFamily="34" charset="-128"/>
                <a:cs typeface="Arial" pitchFamily="34" charset="0"/>
              </a:rPr>
              <a:t>不要</a:t>
            </a:r>
            <a:r>
              <a:rPr lang="ja-JP" altLang="en-US" sz="2000" dirty="0">
                <a:solidFill>
                  <a:schemeClr val="tx2"/>
                </a:solidFill>
                <a:latin typeface="Meiryo" panose="020B0604030504040204" pitchFamily="34" charset="-128"/>
                <a:ea typeface="Meiryo" panose="020B0604030504040204" pitchFamily="34" charset="-128"/>
                <a:cs typeface="Arial" pitchFamily="34" charset="0"/>
              </a:rPr>
              <a:t>プロパティの除去</a:t>
            </a:r>
          </a:p>
        </p:txBody>
      </p:sp>
      <p:sp>
        <p:nvSpPr>
          <p:cNvPr id="38" name="角丸四角形 37">
            <a:extLst>
              <a:ext uri="{FF2B5EF4-FFF2-40B4-BE49-F238E27FC236}">
                <a16:creationId xmlns:a16="http://schemas.microsoft.com/office/drawing/2014/main" id="{E5A2DA6A-0501-6C39-87D0-D6C5DBCF0D72}"/>
              </a:ext>
            </a:extLst>
          </p:cNvPr>
          <p:cNvSpPr/>
          <p:nvPr/>
        </p:nvSpPr>
        <p:spPr bwMode="auto">
          <a:xfrm>
            <a:off x="3915260" y="5924323"/>
            <a:ext cx="4452488" cy="54000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defRPr/>
            </a:pPr>
            <a:r>
              <a:rPr lang="en-US" altLang="ja-JP" sz="2000" dirty="0">
                <a:solidFill>
                  <a:schemeClr val="tx2"/>
                </a:solidFill>
                <a:latin typeface="Meiryo" panose="020B0604030504040204" pitchFamily="34" charset="-128"/>
                <a:ea typeface="Meiryo" panose="020B0604030504040204" pitchFamily="34" charset="-128"/>
                <a:cs typeface="Arial" pitchFamily="34" charset="0"/>
              </a:rPr>
              <a:t>7. </a:t>
            </a:r>
            <a:r>
              <a:rPr lang="ja-JP" altLang="en-US" sz="2000">
                <a:solidFill>
                  <a:schemeClr val="tx2"/>
                </a:solidFill>
                <a:latin typeface="Meiryo" panose="020B0604030504040204" pitchFamily="34" charset="-128"/>
                <a:ea typeface="Meiryo" panose="020B0604030504040204" pitchFamily="34" charset="-128"/>
                <a:cs typeface="Arial" pitchFamily="34" charset="0"/>
              </a:rPr>
              <a:t>既存</a:t>
            </a:r>
            <a:r>
              <a:rPr lang="ja-JP" altLang="en-US" sz="2000" dirty="0">
                <a:solidFill>
                  <a:schemeClr val="tx2"/>
                </a:solidFill>
                <a:latin typeface="Meiryo" panose="020B0604030504040204" pitchFamily="34" charset="-128"/>
                <a:ea typeface="Meiryo" panose="020B0604030504040204" pitchFamily="34" charset="-128"/>
                <a:cs typeface="Arial" pitchFamily="34" charset="0"/>
              </a:rPr>
              <a:t>オントロジーのランキング</a:t>
            </a:r>
          </a:p>
        </p:txBody>
      </p:sp>
      <p:cxnSp>
        <p:nvCxnSpPr>
          <p:cNvPr id="154" name="直線矢印コネクタ 153">
            <a:extLst>
              <a:ext uri="{FF2B5EF4-FFF2-40B4-BE49-F238E27FC236}">
                <a16:creationId xmlns:a16="http://schemas.microsoft.com/office/drawing/2014/main" id="{48080034-6165-CC4C-F30C-6EA6977D122B}"/>
              </a:ext>
            </a:extLst>
          </p:cNvPr>
          <p:cNvCxnSpPr>
            <a:cxnSpLocks/>
            <a:stCxn id="6" idx="0"/>
            <a:endCxn id="35" idx="2"/>
          </p:cNvCxnSpPr>
          <p:nvPr/>
        </p:nvCxnSpPr>
        <p:spPr bwMode="auto">
          <a:xfrm flipH="1" flipV="1">
            <a:off x="6150372" y="3305946"/>
            <a:ext cx="3832" cy="274927"/>
          </a:xfrm>
          <a:prstGeom prst="straightConnector1">
            <a:avLst/>
          </a:prstGeom>
          <a:ln w="63500">
            <a:headEnd type="triangle"/>
            <a:tailEnd type="none"/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7" name="Text Box 13">
            <a:extLst>
              <a:ext uri="{FF2B5EF4-FFF2-40B4-BE49-F238E27FC236}">
                <a16:creationId xmlns:a16="http://schemas.microsoft.com/office/drawing/2014/main" id="{53129D44-49A7-9543-C185-5B5849697ED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15260" y="6781800"/>
            <a:ext cx="4452488" cy="400110"/>
          </a:xfrm>
          <a:prstGeom prst="rect">
            <a:avLst/>
          </a:prstGeom>
          <a:ln>
            <a:headEnd/>
            <a:tailEnd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anchor="ctr">
            <a:spAutoFit/>
          </a:bodyPr>
          <a:lstStyle/>
          <a:p>
            <a:pPr algn="ctr">
              <a:defRPr/>
            </a:pPr>
            <a:r>
              <a:rPr lang="ja-JP" altLang="en-US" sz="2000">
                <a:latin typeface="Meiryo" panose="020B0604030504040204" pitchFamily="34" charset="-128"/>
                <a:ea typeface="Meiryo" panose="020B0604030504040204" pitchFamily="34" charset="-128"/>
                <a:cs typeface="Arial" pitchFamily="34" charset="0"/>
              </a:rPr>
              <a:t>既存オントロジーのランキング結果</a:t>
            </a:r>
            <a:endParaRPr lang="ja-JP" altLang="en-US" sz="2000" dirty="0">
              <a:latin typeface="Meiryo" panose="020B0604030504040204" pitchFamily="34" charset="-128"/>
              <a:ea typeface="Meiryo" panose="020B0604030504040204" pitchFamily="34" charset="-128"/>
              <a:cs typeface="Arial" pitchFamily="34" charset="0"/>
            </a:endParaRPr>
          </a:p>
        </p:txBody>
      </p:sp>
      <p:cxnSp>
        <p:nvCxnSpPr>
          <p:cNvPr id="208" name="直線矢印コネクタ 207">
            <a:extLst>
              <a:ext uri="{FF2B5EF4-FFF2-40B4-BE49-F238E27FC236}">
                <a16:creationId xmlns:a16="http://schemas.microsoft.com/office/drawing/2014/main" id="{49E2491F-12B7-04EE-0000-3C69318401A1}"/>
              </a:ext>
            </a:extLst>
          </p:cNvPr>
          <p:cNvCxnSpPr>
            <a:cxnSpLocks/>
            <a:stCxn id="207" idx="0"/>
            <a:endCxn id="38" idx="2"/>
          </p:cNvCxnSpPr>
          <p:nvPr/>
        </p:nvCxnSpPr>
        <p:spPr bwMode="auto">
          <a:xfrm flipV="1">
            <a:off x="6141504" y="6464323"/>
            <a:ext cx="0" cy="317477"/>
          </a:xfrm>
          <a:prstGeom prst="straightConnector1">
            <a:avLst/>
          </a:prstGeom>
          <a:ln w="63500">
            <a:headEnd type="triangle"/>
            <a:tailEnd type="none"/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509611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178" name="グループ化 41"/>
          <p:cNvGrpSpPr>
            <a:grpSpLocks/>
          </p:cNvGrpSpPr>
          <p:nvPr/>
        </p:nvGrpSpPr>
        <p:grpSpPr bwMode="auto">
          <a:xfrm>
            <a:off x="1600200" y="1752600"/>
            <a:ext cx="8915400" cy="4267200"/>
            <a:chOff x="76200" y="2133600"/>
            <a:chExt cx="8915400" cy="4267200"/>
          </a:xfrm>
        </p:grpSpPr>
        <p:sp>
          <p:nvSpPr>
            <p:cNvPr id="120" name="正方形/長方形 119"/>
            <p:cNvSpPr/>
            <p:nvPr/>
          </p:nvSpPr>
          <p:spPr>
            <a:xfrm>
              <a:off x="76200" y="4343400"/>
              <a:ext cx="8915400" cy="2057400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defRPr/>
              </a:pPr>
              <a:endParaRPr lang="ja-JP" altLang="en-US"/>
            </a:p>
          </p:txBody>
        </p:sp>
        <p:sp>
          <p:nvSpPr>
            <p:cNvPr id="119" name="正方形/長方形 118"/>
            <p:cNvSpPr/>
            <p:nvPr/>
          </p:nvSpPr>
          <p:spPr>
            <a:xfrm>
              <a:off x="4343400" y="2286000"/>
              <a:ext cx="4648200" cy="1828800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defRPr/>
              </a:pPr>
              <a:endParaRPr lang="ja-JP" altLang="en-US"/>
            </a:p>
          </p:txBody>
        </p:sp>
        <p:sp>
          <p:nvSpPr>
            <p:cNvPr id="118" name="正方形/長方形 117"/>
            <p:cNvSpPr/>
            <p:nvPr/>
          </p:nvSpPr>
          <p:spPr>
            <a:xfrm>
              <a:off x="76200" y="2286000"/>
              <a:ext cx="4191000" cy="1828800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defRPr/>
              </a:pPr>
              <a:endParaRPr lang="ja-JP" altLang="en-US"/>
            </a:p>
          </p:txBody>
        </p:sp>
        <p:sp>
          <p:nvSpPr>
            <p:cNvPr id="50182" name="Rectangle 5"/>
            <p:cNvSpPr>
              <a:spLocks noChangeArrowheads="1"/>
            </p:cNvSpPr>
            <p:nvPr/>
          </p:nvSpPr>
          <p:spPr bwMode="auto">
            <a:xfrm>
              <a:off x="1338263" y="4581525"/>
              <a:ext cx="2014537" cy="5842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r>
                <a:rPr lang="en-US" altLang="ja-JP" sz="1600"/>
                <a:t>wn20schema:</a:t>
              </a:r>
            </a:p>
            <a:p>
              <a:pPr algn="ctr" eaLnBrk="1" hangingPunct="1"/>
              <a:r>
                <a:rPr lang="en-US" altLang="ja-JP" sz="1600"/>
                <a:t>containsWordSense</a:t>
              </a:r>
            </a:p>
          </p:txBody>
        </p:sp>
        <p:sp>
          <p:nvSpPr>
            <p:cNvPr id="50183" name="Rectangle 7"/>
            <p:cNvSpPr>
              <a:spLocks noChangeArrowheads="1"/>
            </p:cNvSpPr>
            <p:nvPr/>
          </p:nvSpPr>
          <p:spPr bwMode="auto">
            <a:xfrm>
              <a:off x="4418013" y="4648200"/>
              <a:ext cx="1449387" cy="5842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r>
                <a:rPr lang="en-US" altLang="ja-JP" sz="1600"/>
                <a:t>wn20schema:</a:t>
              </a:r>
            </a:p>
            <a:p>
              <a:pPr algn="ctr" eaLnBrk="1" hangingPunct="1"/>
              <a:r>
                <a:rPr lang="en-US" altLang="ja-JP" sz="1600"/>
                <a:t>word</a:t>
              </a:r>
            </a:p>
          </p:txBody>
        </p:sp>
        <p:sp>
          <p:nvSpPr>
            <p:cNvPr id="50184" name="Rectangle 9"/>
            <p:cNvSpPr>
              <a:spLocks noChangeArrowheads="1"/>
            </p:cNvSpPr>
            <p:nvPr/>
          </p:nvSpPr>
          <p:spPr bwMode="auto">
            <a:xfrm>
              <a:off x="6172200" y="4572000"/>
              <a:ext cx="1449388" cy="5842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r>
                <a:rPr lang="en-US" altLang="ja-JP" sz="1600"/>
                <a:t>wn20schema:</a:t>
              </a:r>
            </a:p>
            <a:p>
              <a:pPr algn="ctr" eaLnBrk="1" hangingPunct="1"/>
              <a:r>
                <a:rPr lang="en-US" altLang="ja-JP" sz="1600"/>
                <a:t>lexicalForm</a:t>
              </a:r>
            </a:p>
          </p:txBody>
        </p:sp>
        <p:cxnSp>
          <p:nvCxnSpPr>
            <p:cNvPr id="50185" name="AutoShape 11"/>
            <p:cNvCxnSpPr>
              <a:cxnSpLocks noChangeShapeType="1"/>
              <a:stCxn id="51" idx="6"/>
              <a:endCxn id="52" idx="2"/>
            </p:cNvCxnSpPr>
            <p:nvPr/>
          </p:nvCxnSpPr>
          <p:spPr bwMode="auto">
            <a:xfrm>
              <a:off x="1981200" y="5295900"/>
              <a:ext cx="533400" cy="1588"/>
            </a:xfrm>
            <a:prstGeom prst="straightConnector1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0186" name="AutoShape 12"/>
            <p:cNvCxnSpPr>
              <a:cxnSpLocks noChangeShapeType="1"/>
              <a:stCxn id="52" idx="6"/>
              <a:endCxn id="53" idx="2"/>
            </p:cNvCxnSpPr>
            <p:nvPr/>
          </p:nvCxnSpPr>
          <p:spPr bwMode="auto">
            <a:xfrm>
              <a:off x="4876800" y="5295900"/>
              <a:ext cx="609600" cy="1588"/>
            </a:xfrm>
            <a:prstGeom prst="straightConnector1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0187" name="AutoShape 13"/>
            <p:cNvCxnSpPr>
              <a:cxnSpLocks noChangeShapeType="1"/>
              <a:stCxn id="53" idx="6"/>
              <a:endCxn id="55" idx="1"/>
            </p:cNvCxnSpPr>
            <p:nvPr/>
          </p:nvCxnSpPr>
          <p:spPr bwMode="auto">
            <a:xfrm>
              <a:off x="6858000" y="5295900"/>
              <a:ext cx="381000" cy="1588"/>
            </a:xfrm>
            <a:prstGeom prst="straightConnector1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0188" name="AutoShape 17"/>
            <p:cNvCxnSpPr>
              <a:cxnSpLocks noChangeShapeType="1"/>
              <a:stCxn id="25" idx="6"/>
              <a:endCxn id="26" idx="1"/>
            </p:cNvCxnSpPr>
            <p:nvPr/>
          </p:nvCxnSpPr>
          <p:spPr bwMode="auto">
            <a:xfrm>
              <a:off x="1981200" y="3314700"/>
              <a:ext cx="457200" cy="152400"/>
            </a:xfrm>
            <a:prstGeom prst="straightConnector1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50189" name="Rectangle 18"/>
            <p:cNvSpPr>
              <a:spLocks noChangeArrowheads="1"/>
            </p:cNvSpPr>
            <p:nvPr/>
          </p:nvSpPr>
          <p:spPr bwMode="auto">
            <a:xfrm>
              <a:off x="1447800" y="3505200"/>
              <a:ext cx="1016000" cy="3381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ja-JP" sz="1600"/>
                <a:t>rdfs:label</a:t>
              </a:r>
            </a:p>
          </p:txBody>
        </p:sp>
        <p:sp>
          <p:nvSpPr>
            <p:cNvPr id="25" name="円/楕円 24"/>
            <p:cNvSpPr/>
            <p:nvPr/>
          </p:nvSpPr>
          <p:spPr>
            <a:xfrm>
              <a:off x="152400" y="3124200"/>
              <a:ext cx="1828800" cy="381000"/>
            </a:xfrm>
            <a:prstGeom prst="ellipse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en-US" altLang="ja-JP" sz="2000" dirty="0" err="1"/>
                <a:t>aConcept</a:t>
              </a:r>
              <a:endParaRPr lang="ja-JP" altLang="en-US" sz="2000" dirty="0"/>
            </a:p>
          </p:txBody>
        </p:sp>
        <p:sp>
          <p:nvSpPr>
            <p:cNvPr id="26" name="正方形/長方形 25"/>
            <p:cNvSpPr/>
            <p:nvPr/>
          </p:nvSpPr>
          <p:spPr>
            <a:xfrm>
              <a:off x="2438400" y="3276600"/>
              <a:ext cx="1676400" cy="381000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ja-JP" altLang="en-US" sz="2000" dirty="0"/>
                <a:t>概念の見出し</a:t>
              </a:r>
            </a:p>
          </p:txBody>
        </p:sp>
        <p:sp>
          <p:nvSpPr>
            <p:cNvPr id="31" name="円/楕円 30"/>
            <p:cNvSpPr/>
            <p:nvPr/>
          </p:nvSpPr>
          <p:spPr>
            <a:xfrm>
              <a:off x="2438400" y="2743200"/>
              <a:ext cx="1828800" cy="381000"/>
            </a:xfrm>
            <a:prstGeom prst="ellipse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en-US" altLang="ja-JP" sz="2000" dirty="0" err="1"/>
                <a:t>owl:Class</a:t>
              </a:r>
              <a:endParaRPr lang="ja-JP" altLang="en-US" sz="2000" dirty="0"/>
            </a:p>
          </p:txBody>
        </p:sp>
        <p:cxnSp>
          <p:nvCxnSpPr>
            <p:cNvPr id="50193" name="AutoShape 17"/>
            <p:cNvCxnSpPr>
              <a:cxnSpLocks noChangeShapeType="1"/>
              <a:stCxn id="25" idx="6"/>
              <a:endCxn id="31" idx="2"/>
            </p:cNvCxnSpPr>
            <p:nvPr/>
          </p:nvCxnSpPr>
          <p:spPr bwMode="auto">
            <a:xfrm flipV="1">
              <a:off x="1981200" y="2933700"/>
              <a:ext cx="457200" cy="381000"/>
            </a:xfrm>
            <a:prstGeom prst="straightConnector1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50194" name="Rectangle 18"/>
            <p:cNvSpPr>
              <a:spLocks noChangeArrowheads="1"/>
            </p:cNvSpPr>
            <p:nvPr/>
          </p:nvSpPr>
          <p:spPr bwMode="auto">
            <a:xfrm>
              <a:off x="1447800" y="2743200"/>
              <a:ext cx="871538" cy="3381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ja-JP" sz="1600"/>
                <a:t>rdf:type</a:t>
              </a:r>
            </a:p>
          </p:txBody>
        </p:sp>
        <p:cxnSp>
          <p:nvCxnSpPr>
            <p:cNvPr id="50195" name="AutoShape 17"/>
            <p:cNvCxnSpPr>
              <a:cxnSpLocks noChangeShapeType="1"/>
              <a:stCxn id="39" idx="6"/>
              <a:endCxn id="40" idx="1"/>
            </p:cNvCxnSpPr>
            <p:nvPr/>
          </p:nvCxnSpPr>
          <p:spPr bwMode="auto">
            <a:xfrm>
              <a:off x="6248400" y="3322638"/>
              <a:ext cx="533400" cy="220662"/>
            </a:xfrm>
            <a:prstGeom prst="straightConnector1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50196" name="Rectangle 18"/>
            <p:cNvSpPr>
              <a:spLocks noChangeArrowheads="1"/>
            </p:cNvSpPr>
            <p:nvPr/>
          </p:nvSpPr>
          <p:spPr bwMode="auto">
            <a:xfrm>
              <a:off x="5187950" y="3548063"/>
              <a:ext cx="1517650" cy="338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ja-JP" sz="1600"/>
                <a:t>skos:prefLabel</a:t>
              </a:r>
            </a:p>
          </p:txBody>
        </p:sp>
        <p:sp>
          <p:nvSpPr>
            <p:cNvPr id="39" name="円/楕円 38"/>
            <p:cNvSpPr/>
            <p:nvPr/>
          </p:nvSpPr>
          <p:spPr>
            <a:xfrm>
              <a:off x="4419600" y="3132138"/>
              <a:ext cx="1828800" cy="381000"/>
            </a:xfrm>
            <a:prstGeom prst="ellipse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en-US" altLang="ja-JP" sz="2000" dirty="0" err="1"/>
                <a:t>aConcept</a:t>
              </a:r>
              <a:endParaRPr lang="ja-JP" altLang="en-US" sz="2000" dirty="0"/>
            </a:p>
          </p:txBody>
        </p:sp>
        <p:sp>
          <p:nvSpPr>
            <p:cNvPr id="40" name="正方形/長方形 39"/>
            <p:cNvSpPr/>
            <p:nvPr/>
          </p:nvSpPr>
          <p:spPr>
            <a:xfrm>
              <a:off x="6781800" y="3352800"/>
              <a:ext cx="1676400" cy="381000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ja-JP" altLang="en-US" sz="2000" dirty="0"/>
                <a:t>概念の見出し</a:t>
              </a:r>
            </a:p>
          </p:txBody>
        </p:sp>
        <p:sp>
          <p:nvSpPr>
            <p:cNvPr id="41" name="円/楕円 40"/>
            <p:cNvSpPr/>
            <p:nvPr/>
          </p:nvSpPr>
          <p:spPr>
            <a:xfrm>
              <a:off x="6477000" y="2663825"/>
              <a:ext cx="2438400" cy="381000"/>
            </a:xfrm>
            <a:prstGeom prst="ellipse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en-US" altLang="ja-JP" sz="2000" dirty="0" err="1"/>
                <a:t>skos:Concept</a:t>
              </a:r>
              <a:endParaRPr lang="ja-JP" altLang="en-US" sz="2000" dirty="0"/>
            </a:p>
          </p:txBody>
        </p:sp>
        <p:cxnSp>
          <p:nvCxnSpPr>
            <p:cNvPr id="50200" name="AutoShape 17"/>
            <p:cNvCxnSpPr>
              <a:cxnSpLocks noChangeShapeType="1"/>
              <a:stCxn id="39" idx="6"/>
              <a:endCxn id="41" idx="2"/>
            </p:cNvCxnSpPr>
            <p:nvPr/>
          </p:nvCxnSpPr>
          <p:spPr bwMode="auto">
            <a:xfrm flipV="1">
              <a:off x="6248400" y="2854325"/>
              <a:ext cx="228600" cy="468313"/>
            </a:xfrm>
            <a:prstGeom prst="straightConnector1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50201" name="Rectangle 18"/>
            <p:cNvSpPr>
              <a:spLocks noChangeArrowheads="1"/>
            </p:cNvSpPr>
            <p:nvPr/>
          </p:nvSpPr>
          <p:spPr bwMode="auto">
            <a:xfrm>
              <a:off x="5562600" y="2667000"/>
              <a:ext cx="871538" cy="3381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ja-JP" sz="1600"/>
                <a:t>rdf:type</a:t>
              </a:r>
            </a:p>
          </p:txBody>
        </p:sp>
        <p:sp>
          <p:nvSpPr>
            <p:cNvPr id="51" name="円/楕円 50"/>
            <p:cNvSpPr/>
            <p:nvPr/>
          </p:nvSpPr>
          <p:spPr>
            <a:xfrm>
              <a:off x="304800" y="5105400"/>
              <a:ext cx="1676400" cy="381000"/>
            </a:xfrm>
            <a:prstGeom prst="ellipse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en-US" altLang="ja-JP" sz="2000" dirty="0" err="1"/>
                <a:t>aSynset</a:t>
              </a:r>
              <a:endParaRPr lang="ja-JP" altLang="en-US" sz="2000" dirty="0"/>
            </a:p>
          </p:txBody>
        </p:sp>
        <p:sp>
          <p:nvSpPr>
            <p:cNvPr id="52" name="円/楕円 51"/>
            <p:cNvSpPr/>
            <p:nvPr/>
          </p:nvSpPr>
          <p:spPr>
            <a:xfrm>
              <a:off x="2514600" y="5105400"/>
              <a:ext cx="2362200" cy="381000"/>
            </a:xfrm>
            <a:prstGeom prst="ellipse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en-US" altLang="ja-JP" sz="2000" dirty="0" err="1"/>
                <a:t>aWordSense</a:t>
              </a:r>
              <a:endParaRPr lang="ja-JP" altLang="en-US" sz="2000" dirty="0"/>
            </a:p>
          </p:txBody>
        </p:sp>
        <p:sp>
          <p:nvSpPr>
            <p:cNvPr id="53" name="円/楕円 52"/>
            <p:cNvSpPr/>
            <p:nvPr/>
          </p:nvSpPr>
          <p:spPr>
            <a:xfrm>
              <a:off x="5486400" y="5105400"/>
              <a:ext cx="1371600" cy="381000"/>
            </a:xfrm>
            <a:prstGeom prst="ellipse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en-US" altLang="ja-JP" sz="2000" dirty="0" err="1"/>
                <a:t>aWord</a:t>
              </a:r>
              <a:endParaRPr lang="ja-JP" altLang="en-US" sz="2000" dirty="0"/>
            </a:p>
          </p:txBody>
        </p:sp>
        <p:sp>
          <p:nvSpPr>
            <p:cNvPr id="55" name="正方形/長方形 54"/>
            <p:cNvSpPr/>
            <p:nvPr/>
          </p:nvSpPr>
          <p:spPr>
            <a:xfrm>
              <a:off x="7239000" y="5105400"/>
              <a:ext cx="1676400" cy="381000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ja-JP" altLang="en-US" sz="2000" dirty="0"/>
                <a:t>概念の見出し</a:t>
              </a:r>
            </a:p>
          </p:txBody>
        </p:sp>
        <p:sp>
          <p:nvSpPr>
            <p:cNvPr id="68" name="円/楕円 67"/>
            <p:cNvSpPr/>
            <p:nvPr/>
          </p:nvSpPr>
          <p:spPr>
            <a:xfrm>
              <a:off x="76200" y="5791200"/>
              <a:ext cx="2133600" cy="533400"/>
            </a:xfrm>
            <a:prstGeom prst="ellipse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en-US" altLang="ja-JP" sz="1600" dirty="0"/>
                <a:t>wn20schema:</a:t>
              </a:r>
            </a:p>
            <a:p>
              <a:pPr algn="ctr">
                <a:defRPr/>
              </a:pPr>
              <a:r>
                <a:rPr lang="en-US" altLang="ja-JP" sz="1600" dirty="0" err="1"/>
                <a:t>NounSynset</a:t>
              </a:r>
              <a:endParaRPr lang="en-US" altLang="ja-JP" sz="1600" dirty="0"/>
            </a:p>
          </p:txBody>
        </p:sp>
        <p:sp>
          <p:nvSpPr>
            <p:cNvPr id="70" name="円/楕円 69"/>
            <p:cNvSpPr/>
            <p:nvPr/>
          </p:nvSpPr>
          <p:spPr>
            <a:xfrm>
              <a:off x="2438400" y="5791200"/>
              <a:ext cx="2514600" cy="533400"/>
            </a:xfrm>
            <a:prstGeom prst="ellipse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en-US" altLang="ja-JP" sz="1600" dirty="0"/>
                <a:t>wn20schema:</a:t>
              </a:r>
            </a:p>
            <a:p>
              <a:pPr algn="ctr">
                <a:defRPr/>
              </a:pPr>
              <a:r>
                <a:rPr lang="en-US" altLang="ja-JP" sz="1600" dirty="0" err="1"/>
                <a:t>NounWordSense</a:t>
              </a:r>
              <a:endParaRPr lang="en-US" altLang="ja-JP" sz="1600" dirty="0"/>
            </a:p>
          </p:txBody>
        </p:sp>
        <p:sp>
          <p:nvSpPr>
            <p:cNvPr id="71" name="円/楕円 70"/>
            <p:cNvSpPr/>
            <p:nvPr/>
          </p:nvSpPr>
          <p:spPr>
            <a:xfrm>
              <a:off x="5105400" y="5791200"/>
              <a:ext cx="2133600" cy="533400"/>
            </a:xfrm>
            <a:prstGeom prst="ellipse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en-US" altLang="ja-JP" sz="1600" dirty="0"/>
                <a:t>wn20schema:</a:t>
              </a:r>
            </a:p>
            <a:p>
              <a:pPr algn="ctr">
                <a:defRPr/>
              </a:pPr>
              <a:r>
                <a:rPr lang="en-US" altLang="ja-JP" sz="1600" dirty="0"/>
                <a:t>Word</a:t>
              </a:r>
            </a:p>
          </p:txBody>
        </p:sp>
        <p:cxnSp>
          <p:nvCxnSpPr>
            <p:cNvPr id="50209" name="AutoShape 11"/>
            <p:cNvCxnSpPr>
              <a:cxnSpLocks noChangeShapeType="1"/>
              <a:stCxn id="51" idx="4"/>
              <a:endCxn id="68" idx="0"/>
            </p:cNvCxnSpPr>
            <p:nvPr/>
          </p:nvCxnSpPr>
          <p:spPr bwMode="auto">
            <a:xfrm rot="5400000">
              <a:off x="990601" y="5638800"/>
              <a:ext cx="304800" cy="3175"/>
            </a:xfrm>
            <a:prstGeom prst="straightConnector1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0210" name="AutoShape 11"/>
            <p:cNvCxnSpPr>
              <a:cxnSpLocks noChangeShapeType="1"/>
              <a:stCxn id="52" idx="4"/>
              <a:endCxn id="70" idx="0"/>
            </p:cNvCxnSpPr>
            <p:nvPr/>
          </p:nvCxnSpPr>
          <p:spPr bwMode="auto">
            <a:xfrm rot="5400000">
              <a:off x="3543301" y="5638800"/>
              <a:ext cx="304800" cy="3175"/>
            </a:xfrm>
            <a:prstGeom prst="straightConnector1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0211" name="AutoShape 11"/>
            <p:cNvCxnSpPr>
              <a:cxnSpLocks noChangeShapeType="1"/>
              <a:stCxn id="53" idx="4"/>
              <a:endCxn id="71" idx="0"/>
            </p:cNvCxnSpPr>
            <p:nvPr/>
          </p:nvCxnSpPr>
          <p:spPr bwMode="auto">
            <a:xfrm rot="5400000">
              <a:off x="6019801" y="5638800"/>
              <a:ext cx="304800" cy="3175"/>
            </a:xfrm>
            <a:prstGeom prst="straightConnector1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50212" name="Rectangle 18"/>
            <p:cNvSpPr>
              <a:spLocks noChangeArrowheads="1"/>
            </p:cNvSpPr>
            <p:nvPr/>
          </p:nvSpPr>
          <p:spPr bwMode="auto">
            <a:xfrm>
              <a:off x="1143000" y="5486400"/>
              <a:ext cx="871538" cy="3381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ja-JP" sz="1600"/>
                <a:t>rdf:type</a:t>
              </a:r>
            </a:p>
          </p:txBody>
        </p:sp>
        <p:sp>
          <p:nvSpPr>
            <p:cNvPr id="50213" name="Rectangle 18"/>
            <p:cNvSpPr>
              <a:spLocks noChangeArrowheads="1"/>
            </p:cNvSpPr>
            <p:nvPr/>
          </p:nvSpPr>
          <p:spPr bwMode="auto">
            <a:xfrm>
              <a:off x="3733800" y="5486400"/>
              <a:ext cx="871538" cy="3381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ja-JP" sz="1600"/>
                <a:t>rdf:type</a:t>
              </a:r>
            </a:p>
          </p:txBody>
        </p:sp>
        <p:sp>
          <p:nvSpPr>
            <p:cNvPr id="50214" name="Rectangle 18"/>
            <p:cNvSpPr>
              <a:spLocks noChangeArrowheads="1"/>
            </p:cNvSpPr>
            <p:nvPr/>
          </p:nvSpPr>
          <p:spPr bwMode="auto">
            <a:xfrm>
              <a:off x="6248400" y="5486400"/>
              <a:ext cx="871538" cy="3381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ja-JP" sz="1600"/>
                <a:t>rdf:type</a:t>
              </a:r>
            </a:p>
          </p:txBody>
        </p:sp>
        <p:sp>
          <p:nvSpPr>
            <p:cNvPr id="88" name="Text Box 21"/>
            <p:cNvSpPr txBox="1">
              <a:spLocks noChangeArrowheads="1"/>
            </p:cNvSpPr>
            <p:nvPr/>
          </p:nvSpPr>
          <p:spPr bwMode="auto">
            <a:xfrm>
              <a:off x="4419600" y="2133600"/>
              <a:ext cx="2743200" cy="400050"/>
            </a:xfrm>
            <a:prstGeom prst="rect">
              <a:avLst/>
            </a:prstGeom>
            <a:ln>
              <a:headEnd/>
              <a:tailEnd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>
              <a:spAutoFit/>
            </a:bodyPr>
            <a:lstStyle/>
            <a:p>
              <a:pPr algn="ctr">
                <a:defRPr/>
              </a:pPr>
              <a:r>
                <a:rPr lang="en-US" altLang="ja-JP" sz="2000" b="1" dirty="0"/>
                <a:t>SKOS</a:t>
              </a:r>
            </a:p>
          </p:txBody>
        </p:sp>
        <p:sp>
          <p:nvSpPr>
            <p:cNvPr id="17428" name="Text Box 20"/>
            <p:cNvSpPr txBox="1">
              <a:spLocks noChangeArrowheads="1"/>
            </p:cNvSpPr>
            <p:nvPr/>
          </p:nvSpPr>
          <p:spPr bwMode="auto">
            <a:xfrm>
              <a:off x="152400" y="2133600"/>
              <a:ext cx="3048000" cy="400050"/>
            </a:xfrm>
            <a:prstGeom prst="rect">
              <a:avLst/>
            </a:prstGeom>
            <a:ln>
              <a:headEnd/>
              <a:tailEnd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>
              <a:spAutoFit/>
            </a:bodyPr>
            <a:lstStyle/>
            <a:p>
              <a:pPr algn="ctr">
                <a:defRPr/>
              </a:pPr>
              <a:r>
                <a:rPr lang="en-US" altLang="ja-JP" sz="2000" b="1" dirty="0"/>
                <a:t>OWL</a:t>
              </a:r>
              <a:r>
                <a:rPr lang="ja-JP" altLang="en-US" sz="2000" b="1" dirty="0"/>
                <a:t>基本語彙</a:t>
              </a:r>
              <a:endParaRPr lang="en-US" altLang="ja-JP" sz="2000" b="1" dirty="0"/>
            </a:p>
          </p:txBody>
        </p:sp>
        <p:sp>
          <p:nvSpPr>
            <p:cNvPr id="17429" name="Text Box 21"/>
            <p:cNvSpPr txBox="1">
              <a:spLocks noChangeArrowheads="1"/>
            </p:cNvSpPr>
            <p:nvPr/>
          </p:nvSpPr>
          <p:spPr bwMode="auto">
            <a:xfrm>
              <a:off x="152400" y="4191000"/>
              <a:ext cx="2743200" cy="400050"/>
            </a:xfrm>
            <a:prstGeom prst="rect">
              <a:avLst/>
            </a:prstGeom>
            <a:ln>
              <a:headEnd/>
              <a:tailEnd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>
              <a:spAutoFit/>
            </a:bodyPr>
            <a:lstStyle/>
            <a:p>
              <a:pPr algn="ctr">
                <a:defRPr/>
              </a:pPr>
              <a:r>
                <a:rPr lang="en-US" altLang="ja-JP" sz="2000" b="1" dirty="0" err="1"/>
                <a:t>WordNet</a:t>
              </a:r>
              <a:r>
                <a:rPr lang="en-US" altLang="ja-JP" sz="2000" b="1" dirty="0"/>
                <a:t> RDF/OWL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6" name="AutoShape 52"/>
          <p:cNvSpPr>
            <a:spLocks noChangeArrowheads="1"/>
          </p:cNvSpPr>
          <p:nvPr/>
        </p:nvSpPr>
        <p:spPr bwMode="auto">
          <a:xfrm>
            <a:off x="3429000" y="2667000"/>
            <a:ext cx="5181600" cy="1143000"/>
          </a:xfrm>
          <a:prstGeom prst="roundRect">
            <a:avLst>
              <a:gd name="adj" fmla="val 16667"/>
            </a:avLst>
          </a:prstGeom>
          <a:ln>
            <a:headEnd/>
            <a:tailEnd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 lIns="90000" tIns="46800" rIns="90000" bIns="46800" anchor="ctr"/>
          <a:lstStyle/>
          <a:p>
            <a:pPr algn="ctr">
              <a:defRPr/>
            </a:pPr>
            <a:endParaRPr lang="ja-JP" altLang="ja-JP" sz="1000" b="1">
              <a:solidFill>
                <a:srgbClr val="000066"/>
              </a:solidFill>
            </a:endParaRPr>
          </a:p>
        </p:txBody>
      </p:sp>
      <p:sp>
        <p:nvSpPr>
          <p:cNvPr id="43044" name="AutoShape 85"/>
          <p:cNvSpPr>
            <a:spLocks noChangeArrowheads="1"/>
          </p:cNvSpPr>
          <p:nvPr/>
        </p:nvSpPr>
        <p:spPr bwMode="auto">
          <a:xfrm>
            <a:off x="4343400" y="914400"/>
            <a:ext cx="3200400" cy="533400"/>
          </a:xfrm>
          <a:prstGeom prst="roundRect">
            <a:avLst>
              <a:gd name="adj" fmla="val 16667"/>
            </a:avLst>
          </a:prstGeom>
          <a:ln>
            <a:headEnd/>
            <a:tailEnd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 lIns="90000" tIns="46800" rIns="90000" bIns="46800" anchor="ctr"/>
          <a:lstStyle/>
          <a:p>
            <a:pPr algn="ctr">
              <a:defRPr/>
            </a:pPr>
            <a:endParaRPr lang="ja-JP" altLang="ja-JP" sz="1000" b="1">
              <a:solidFill>
                <a:srgbClr val="000066"/>
              </a:solidFill>
            </a:endParaRPr>
          </a:p>
        </p:txBody>
      </p:sp>
      <p:sp>
        <p:nvSpPr>
          <p:cNvPr id="43048" name="AutoShape 89"/>
          <p:cNvSpPr>
            <a:spLocks noChangeArrowheads="1"/>
          </p:cNvSpPr>
          <p:nvPr/>
        </p:nvSpPr>
        <p:spPr bwMode="auto">
          <a:xfrm>
            <a:off x="4343400" y="4876800"/>
            <a:ext cx="3200400" cy="1371600"/>
          </a:xfrm>
          <a:prstGeom prst="roundRect">
            <a:avLst>
              <a:gd name="adj" fmla="val 16667"/>
            </a:avLst>
          </a:prstGeom>
          <a:ln>
            <a:headEnd/>
            <a:tailEnd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 lIns="90000" tIns="46800" rIns="90000" bIns="46800" anchor="ctr"/>
          <a:lstStyle/>
          <a:p>
            <a:pPr algn="ctr">
              <a:defRPr/>
            </a:pPr>
            <a:endParaRPr lang="ja-JP" altLang="ja-JP" sz="1000" b="1">
              <a:solidFill>
                <a:srgbClr val="000066"/>
              </a:solidFill>
            </a:endParaRPr>
          </a:p>
        </p:txBody>
      </p:sp>
      <p:sp>
        <p:nvSpPr>
          <p:cNvPr id="43012" name="AutoShape 4"/>
          <p:cNvSpPr>
            <a:spLocks noChangeArrowheads="1"/>
          </p:cNvSpPr>
          <p:nvPr/>
        </p:nvSpPr>
        <p:spPr bwMode="auto">
          <a:xfrm>
            <a:off x="7924800" y="5029200"/>
            <a:ext cx="1295400" cy="1143000"/>
          </a:xfrm>
          <a:prstGeom prst="can">
            <a:avLst>
              <a:gd name="adj" fmla="val 25000"/>
            </a:avLst>
          </a:prstGeom>
          <a:ln>
            <a:headEnd/>
            <a:tailEnd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anchor="ctr"/>
          <a:lstStyle/>
          <a:p>
            <a:pPr algn="ctr">
              <a:defRPr/>
            </a:pPr>
            <a:r>
              <a:rPr lang="ja-JP" altLang="en-US" sz="1600" b="1" dirty="0">
                <a:solidFill>
                  <a:srgbClr val="006600"/>
                </a:solidFill>
              </a:rPr>
              <a:t>参照</a:t>
            </a:r>
            <a:endParaRPr lang="en-US" altLang="ja-JP" sz="1600" b="1" dirty="0">
              <a:solidFill>
                <a:srgbClr val="006600"/>
              </a:solidFill>
            </a:endParaRPr>
          </a:p>
          <a:p>
            <a:pPr algn="ctr">
              <a:defRPr/>
            </a:pPr>
            <a:r>
              <a:rPr lang="ja-JP" altLang="en-US" sz="1600" b="1" dirty="0">
                <a:solidFill>
                  <a:srgbClr val="006600"/>
                </a:solidFill>
              </a:rPr>
              <a:t>オントロジー</a:t>
            </a:r>
            <a:endParaRPr lang="en-US" altLang="ja-JP" sz="1600" b="1" dirty="0">
              <a:solidFill>
                <a:srgbClr val="006600"/>
              </a:solidFill>
            </a:endParaRPr>
          </a:p>
        </p:txBody>
      </p:sp>
      <p:grpSp>
        <p:nvGrpSpPr>
          <p:cNvPr id="51206" name="グループ化 93"/>
          <p:cNvGrpSpPr>
            <a:grpSpLocks/>
          </p:cNvGrpSpPr>
          <p:nvPr/>
        </p:nvGrpSpPr>
        <p:grpSpPr bwMode="auto">
          <a:xfrm>
            <a:off x="5257800" y="-609600"/>
            <a:ext cx="1447800" cy="990600"/>
            <a:chOff x="3733800" y="-609600"/>
            <a:chExt cx="1447800" cy="990600"/>
          </a:xfrm>
        </p:grpSpPr>
        <p:grpSp>
          <p:nvGrpSpPr>
            <p:cNvPr id="51259" name="グループ化 89"/>
            <p:cNvGrpSpPr>
              <a:grpSpLocks/>
            </p:cNvGrpSpPr>
            <p:nvPr/>
          </p:nvGrpSpPr>
          <p:grpSpPr bwMode="auto">
            <a:xfrm>
              <a:off x="3733800" y="-609600"/>
              <a:ext cx="1197926" cy="836507"/>
              <a:chOff x="3733800" y="-609600"/>
              <a:chExt cx="1197926" cy="836507"/>
            </a:xfrm>
          </p:grpSpPr>
          <p:sp>
            <p:nvSpPr>
              <p:cNvPr id="51290" name="Rectangle 11"/>
              <p:cNvSpPr>
                <a:spLocks noChangeArrowheads="1"/>
              </p:cNvSpPr>
              <p:nvPr/>
            </p:nvSpPr>
            <p:spPr bwMode="auto">
              <a:xfrm>
                <a:off x="3825746" y="-545394"/>
                <a:ext cx="1105980" cy="772301"/>
              </a:xfrm>
              <a:prstGeom prst="rect">
                <a:avLst/>
              </a:prstGeom>
              <a:solidFill>
                <a:srgbClr val="B2B2B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254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1pPr>
                <a:lvl2pPr marL="742950" indent="-28575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2pPr>
                <a:lvl3pPr marL="11430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3pPr>
                <a:lvl4pPr marL="16002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4pPr>
                <a:lvl5pPr marL="20574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9pPr>
              </a:lstStyle>
              <a:p>
                <a:pPr eaLnBrk="1" hangingPunct="1"/>
                <a:endParaRPr lang="ja-JP" altLang="en-US"/>
              </a:p>
            </p:txBody>
          </p:sp>
          <p:sp>
            <p:nvSpPr>
              <p:cNvPr id="51291" name="Rectangle 12"/>
              <p:cNvSpPr>
                <a:spLocks noChangeArrowheads="1"/>
              </p:cNvSpPr>
              <p:nvPr/>
            </p:nvSpPr>
            <p:spPr bwMode="auto">
              <a:xfrm>
                <a:off x="3733800" y="-609600"/>
                <a:ext cx="1105980" cy="772301"/>
              </a:xfrm>
              <a:prstGeom prst="rect">
                <a:avLst/>
              </a:prstGeom>
              <a:solidFill>
                <a:schemeClr val="bg1"/>
              </a:solidFill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Ctr="1"/>
              <a:lstStyle>
                <a:lvl1pPr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1pPr>
                <a:lvl2pPr marL="742950" indent="-28575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2pPr>
                <a:lvl3pPr marL="11430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3pPr>
                <a:lvl4pPr marL="16002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4pPr>
                <a:lvl5pPr marL="20574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9pPr>
              </a:lstStyle>
              <a:p>
                <a:pPr algn="ctr" eaLnBrk="1" hangingPunct="1"/>
                <a:endParaRPr lang="ja-JP" altLang="ja-JP" sz="1200">
                  <a:latin typeface="ＭＳ Ｐゴシック" charset="-128"/>
                </a:endParaRPr>
              </a:p>
            </p:txBody>
          </p:sp>
          <p:sp>
            <p:nvSpPr>
              <p:cNvPr id="51292" name="Line 13"/>
              <p:cNvSpPr>
                <a:spLocks noChangeShapeType="1"/>
              </p:cNvSpPr>
              <p:nvPr/>
            </p:nvSpPr>
            <p:spPr bwMode="auto">
              <a:xfrm>
                <a:off x="3825746" y="-159244"/>
                <a:ext cx="922088" cy="0"/>
              </a:xfrm>
              <a:prstGeom prst="line">
                <a:avLst/>
              </a:prstGeom>
              <a:noFill/>
              <a:ln w="25400">
                <a:solidFill>
                  <a:srgbClr val="96969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 anchorCtr="1"/>
              <a:lstStyle/>
              <a:p>
                <a:endParaRPr lang="ja-JP" altLang="en-US"/>
              </a:p>
            </p:txBody>
          </p:sp>
          <p:sp>
            <p:nvSpPr>
              <p:cNvPr id="51293" name="Line 14"/>
              <p:cNvSpPr>
                <a:spLocks noChangeShapeType="1"/>
              </p:cNvSpPr>
              <p:nvPr/>
            </p:nvSpPr>
            <p:spPr bwMode="auto">
              <a:xfrm>
                <a:off x="3825746" y="-95038"/>
                <a:ext cx="922088" cy="0"/>
              </a:xfrm>
              <a:prstGeom prst="line">
                <a:avLst/>
              </a:prstGeom>
              <a:noFill/>
              <a:ln w="25400">
                <a:solidFill>
                  <a:srgbClr val="96969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 anchorCtr="1"/>
              <a:lstStyle/>
              <a:p>
                <a:endParaRPr lang="ja-JP" altLang="en-US"/>
              </a:p>
            </p:txBody>
          </p:sp>
          <p:sp>
            <p:nvSpPr>
              <p:cNvPr id="51294" name="Line 15"/>
              <p:cNvSpPr>
                <a:spLocks noChangeShapeType="1"/>
              </p:cNvSpPr>
              <p:nvPr/>
            </p:nvSpPr>
            <p:spPr bwMode="auto">
              <a:xfrm>
                <a:off x="3825746" y="-30833"/>
                <a:ext cx="922088" cy="0"/>
              </a:xfrm>
              <a:prstGeom prst="line">
                <a:avLst/>
              </a:prstGeom>
              <a:noFill/>
              <a:ln w="25400">
                <a:solidFill>
                  <a:srgbClr val="96969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 anchorCtr="1"/>
              <a:lstStyle/>
              <a:p>
                <a:endParaRPr lang="ja-JP" altLang="en-US"/>
              </a:p>
            </p:txBody>
          </p:sp>
          <p:sp>
            <p:nvSpPr>
              <p:cNvPr id="51295" name="Line 16"/>
              <p:cNvSpPr>
                <a:spLocks noChangeShapeType="1"/>
              </p:cNvSpPr>
              <p:nvPr/>
            </p:nvSpPr>
            <p:spPr bwMode="auto">
              <a:xfrm>
                <a:off x="3825746" y="34290"/>
                <a:ext cx="922088" cy="0"/>
              </a:xfrm>
              <a:prstGeom prst="line">
                <a:avLst/>
              </a:prstGeom>
              <a:noFill/>
              <a:ln w="25400">
                <a:solidFill>
                  <a:srgbClr val="96969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 anchorCtr="1"/>
              <a:lstStyle/>
              <a:p>
                <a:endParaRPr lang="ja-JP" altLang="en-US"/>
              </a:p>
            </p:txBody>
          </p:sp>
          <p:sp>
            <p:nvSpPr>
              <p:cNvPr id="51296" name="Line 17"/>
              <p:cNvSpPr>
                <a:spLocks noChangeShapeType="1"/>
              </p:cNvSpPr>
              <p:nvPr/>
            </p:nvSpPr>
            <p:spPr bwMode="auto">
              <a:xfrm>
                <a:off x="3825746" y="98496"/>
                <a:ext cx="922088" cy="0"/>
              </a:xfrm>
              <a:prstGeom prst="line">
                <a:avLst/>
              </a:prstGeom>
              <a:noFill/>
              <a:ln w="25400">
                <a:solidFill>
                  <a:srgbClr val="96969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 anchorCtr="1"/>
              <a:lstStyle/>
              <a:p>
                <a:endParaRPr lang="ja-JP" altLang="en-US"/>
              </a:p>
            </p:txBody>
          </p:sp>
          <p:sp>
            <p:nvSpPr>
              <p:cNvPr id="51297" name="Line 18"/>
              <p:cNvSpPr>
                <a:spLocks noChangeShapeType="1"/>
              </p:cNvSpPr>
              <p:nvPr/>
            </p:nvSpPr>
            <p:spPr bwMode="auto">
              <a:xfrm>
                <a:off x="3825746" y="-223449"/>
                <a:ext cx="922088" cy="0"/>
              </a:xfrm>
              <a:prstGeom prst="line">
                <a:avLst/>
              </a:prstGeom>
              <a:noFill/>
              <a:ln w="25400">
                <a:solidFill>
                  <a:srgbClr val="96969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 anchorCtr="1"/>
              <a:lstStyle/>
              <a:p>
                <a:endParaRPr lang="ja-JP" altLang="en-US"/>
              </a:p>
            </p:txBody>
          </p:sp>
          <p:sp>
            <p:nvSpPr>
              <p:cNvPr id="51298" name="Line 19"/>
              <p:cNvSpPr>
                <a:spLocks noChangeShapeType="1"/>
              </p:cNvSpPr>
              <p:nvPr/>
            </p:nvSpPr>
            <p:spPr bwMode="auto">
              <a:xfrm>
                <a:off x="3825746" y="-287655"/>
                <a:ext cx="922088" cy="0"/>
              </a:xfrm>
              <a:prstGeom prst="line">
                <a:avLst/>
              </a:prstGeom>
              <a:noFill/>
              <a:ln w="25400">
                <a:solidFill>
                  <a:srgbClr val="96969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 anchorCtr="1"/>
              <a:lstStyle/>
              <a:p>
                <a:endParaRPr lang="ja-JP" altLang="en-US"/>
              </a:p>
            </p:txBody>
          </p:sp>
        </p:grpSp>
        <p:grpSp>
          <p:nvGrpSpPr>
            <p:cNvPr id="51260" name="グループ化 90"/>
            <p:cNvGrpSpPr>
              <a:grpSpLocks/>
            </p:cNvGrpSpPr>
            <p:nvPr/>
          </p:nvGrpSpPr>
          <p:grpSpPr bwMode="auto">
            <a:xfrm>
              <a:off x="3816479" y="-556305"/>
              <a:ext cx="1197926" cy="836507"/>
              <a:chOff x="3816479" y="-556305"/>
              <a:chExt cx="1197926" cy="836507"/>
            </a:xfrm>
          </p:grpSpPr>
          <p:sp>
            <p:nvSpPr>
              <p:cNvPr id="51281" name="Rectangle 21"/>
              <p:cNvSpPr>
                <a:spLocks noChangeArrowheads="1"/>
              </p:cNvSpPr>
              <p:nvPr/>
            </p:nvSpPr>
            <p:spPr bwMode="auto">
              <a:xfrm>
                <a:off x="3908425" y="-492099"/>
                <a:ext cx="1105980" cy="772301"/>
              </a:xfrm>
              <a:prstGeom prst="rect">
                <a:avLst/>
              </a:prstGeom>
              <a:solidFill>
                <a:srgbClr val="B2B2B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254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1pPr>
                <a:lvl2pPr marL="742950" indent="-28575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2pPr>
                <a:lvl3pPr marL="11430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3pPr>
                <a:lvl4pPr marL="16002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4pPr>
                <a:lvl5pPr marL="20574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9pPr>
              </a:lstStyle>
              <a:p>
                <a:pPr eaLnBrk="1" hangingPunct="1"/>
                <a:endParaRPr lang="ja-JP" altLang="en-US"/>
              </a:p>
            </p:txBody>
          </p:sp>
          <p:sp>
            <p:nvSpPr>
              <p:cNvPr id="51282" name="Rectangle 22"/>
              <p:cNvSpPr>
                <a:spLocks noChangeArrowheads="1"/>
              </p:cNvSpPr>
              <p:nvPr/>
            </p:nvSpPr>
            <p:spPr bwMode="auto">
              <a:xfrm>
                <a:off x="3816479" y="-556305"/>
                <a:ext cx="1105980" cy="772301"/>
              </a:xfrm>
              <a:prstGeom prst="rect">
                <a:avLst/>
              </a:prstGeom>
              <a:solidFill>
                <a:schemeClr val="bg1"/>
              </a:solidFill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Ctr="1"/>
              <a:lstStyle>
                <a:lvl1pPr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1pPr>
                <a:lvl2pPr marL="742950" indent="-28575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2pPr>
                <a:lvl3pPr marL="11430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3pPr>
                <a:lvl4pPr marL="16002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4pPr>
                <a:lvl5pPr marL="20574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9pPr>
              </a:lstStyle>
              <a:p>
                <a:pPr algn="ctr" eaLnBrk="1" hangingPunct="1"/>
                <a:endParaRPr lang="ja-JP" altLang="ja-JP" sz="1200">
                  <a:latin typeface="ＭＳ Ｐゴシック" charset="-128"/>
                </a:endParaRPr>
              </a:p>
            </p:txBody>
          </p:sp>
          <p:sp>
            <p:nvSpPr>
              <p:cNvPr id="51283" name="Line 23"/>
              <p:cNvSpPr>
                <a:spLocks noChangeShapeType="1"/>
              </p:cNvSpPr>
              <p:nvPr/>
            </p:nvSpPr>
            <p:spPr bwMode="auto">
              <a:xfrm>
                <a:off x="3908425" y="-105949"/>
                <a:ext cx="922088" cy="0"/>
              </a:xfrm>
              <a:prstGeom prst="line">
                <a:avLst/>
              </a:prstGeom>
              <a:noFill/>
              <a:ln w="25400">
                <a:solidFill>
                  <a:srgbClr val="96969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 anchorCtr="1"/>
              <a:lstStyle/>
              <a:p>
                <a:endParaRPr lang="ja-JP" altLang="en-US"/>
              </a:p>
            </p:txBody>
          </p:sp>
          <p:sp>
            <p:nvSpPr>
              <p:cNvPr id="51284" name="Line 24"/>
              <p:cNvSpPr>
                <a:spLocks noChangeShapeType="1"/>
              </p:cNvSpPr>
              <p:nvPr/>
            </p:nvSpPr>
            <p:spPr bwMode="auto">
              <a:xfrm>
                <a:off x="3908425" y="-41743"/>
                <a:ext cx="922088" cy="0"/>
              </a:xfrm>
              <a:prstGeom prst="line">
                <a:avLst/>
              </a:prstGeom>
              <a:noFill/>
              <a:ln w="25400">
                <a:solidFill>
                  <a:srgbClr val="96969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 anchorCtr="1"/>
              <a:lstStyle/>
              <a:p>
                <a:endParaRPr lang="ja-JP" altLang="en-US"/>
              </a:p>
            </p:txBody>
          </p:sp>
          <p:sp>
            <p:nvSpPr>
              <p:cNvPr id="51285" name="Line 25"/>
              <p:cNvSpPr>
                <a:spLocks noChangeShapeType="1"/>
              </p:cNvSpPr>
              <p:nvPr/>
            </p:nvSpPr>
            <p:spPr bwMode="auto">
              <a:xfrm>
                <a:off x="3908425" y="22462"/>
                <a:ext cx="922088" cy="0"/>
              </a:xfrm>
              <a:prstGeom prst="line">
                <a:avLst/>
              </a:prstGeom>
              <a:noFill/>
              <a:ln w="25400">
                <a:solidFill>
                  <a:srgbClr val="96969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 anchorCtr="1"/>
              <a:lstStyle/>
              <a:p>
                <a:endParaRPr lang="ja-JP" altLang="en-US"/>
              </a:p>
            </p:txBody>
          </p:sp>
          <p:sp>
            <p:nvSpPr>
              <p:cNvPr id="51286" name="Line 26"/>
              <p:cNvSpPr>
                <a:spLocks noChangeShapeType="1"/>
              </p:cNvSpPr>
              <p:nvPr/>
            </p:nvSpPr>
            <p:spPr bwMode="auto">
              <a:xfrm>
                <a:off x="3908425" y="87585"/>
                <a:ext cx="922088" cy="0"/>
              </a:xfrm>
              <a:prstGeom prst="line">
                <a:avLst/>
              </a:prstGeom>
              <a:noFill/>
              <a:ln w="25400">
                <a:solidFill>
                  <a:srgbClr val="96969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 anchorCtr="1"/>
              <a:lstStyle/>
              <a:p>
                <a:endParaRPr lang="ja-JP" altLang="en-US"/>
              </a:p>
            </p:txBody>
          </p:sp>
          <p:sp>
            <p:nvSpPr>
              <p:cNvPr id="51287" name="Line 27"/>
              <p:cNvSpPr>
                <a:spLocks noChangeShapeType="1"/>
              </p:cNvSpPr>
              <p:nvPr/>
            </p:nvSpPr>
            <p:spPr bwMode="auto">
              <a:xfrm>
                <a:off x="3908425" y="151791"/>
                <a:ext cx="922088" cy="0"/>
              </a:xfrm>
              <a:prstGeom prst="line">
                <a:avLst/>
              </a:prstGeom>
              <a:noFill/>
              <a:ln w="25400">
                <a:solidFill>
                  <a:srgbClr val="96969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 anchorCtr="1"/>
              <a:lstStyle/>
              <a:p>
                <a:endParaRPr lang="ja-JP" altLang="en-US"/>
              </a:p>
            </p:txBody>
          </p:sp>
          <p:sp>
            <p:nvSpPr>
              <p:cNvPr id="51288" name="Line 28"/>
              <p:cNvSpPr>
                <a:spLocks noChangeShapeType="1"/>
              </p:cNvSpPr>
              <p:nvPr/>
            </p:nvSpPr>
            <p:spPr bwMode="auto">
              <a:xfrm>
                <a:off x="3908425" y="-170154"/>
                <a:ext cx="922088" cy="0"/>
              </a:xfrm>
              <a:prstGeom prst="line">
                <a:avLst/>
              </a:prstGeom>
              <a:noFill/>
              <a:ln w="25400">
                <a:solidFill>
                  <a:srgbClr val="96969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 anchorCtr="1"/>
              <a:lstStyle/>
              <a:p>
                <a:endParaRPr lang="ja-JP" altLang="en-US"/>
              </a:p>
            </p:txBody>
          </p:sp>
          <p:sp>
            <p:nvSpPr>
              <p:cNvPr id="51289" name="Line 29"/>
              <p:cNvSpPr>
                <a:spLocks noChangeShapeType="1"/>
              </p:cNvSpPr>
              <p:nvPr/>
            </p:nvSpPr>
            <p:spPr bwMode="auto">
              <a:xfrm>
                <a:off x="3908425" y="-234360"/>
                <a:ext cx="922088" cy="0"/>
              </a:xfrm>
              <a:prstGeom prst="line">
                <a:avLst/>
              </a:prstGeom>
              <a:noFill/>
              <a:ln w="25400">
                <a:solidFill>
                  <a:srgbClr val="96969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 anchorCtr="1"/>
              <a:lstStyle/>
              <a:p>
                <a:endParaRPr lang="ja-JP" altLang="en-US"/>
              </a:p>
            </p:txBody>
          </p:sp>
        </p:grpSp>
        <p:grpSp>
          <p:nvGrpSpPr>
            <p:cNvPr id="51261" name="グループ化 91"/>
            <p:cNvGrpSpPr>
              <a:grpSpLocks/>
            </p:cNvGrpSpPr>
            <p:nvPr/>
          </p:nvGrpSpPr>
          <p:grpSpPr bwMode="auto">
            <a:xfrm>
              <a:off x="3900995" y="-508802"/>
              <a:ext cx="1197926" cy="836507"/>
              <a:chOff x="3900995" y="-508802"/>
              <a:chExt cx="1197926" cy="836507"/>
            </a:xfrm>
          </p:grpSpPr>
          <p:sp>
            <p:nvSpPr>
              <p:cNvPr id="51272" name="Rectangle 31"/>
              <p:cNvSpPr>
                <a:spLocks noChangeArrowheads="1"/>
              </p:cNvSpPr>
              <p:nvPr/>
            </p:nvSpPr>
            <p:spPr bwMode="auto">
              <a:xfrm>
                <a:off x="3992941" y="-444596"/>
                <a:ext cx="1105980" cy="772301"/>
              </a:xfrm>
              <a:prstGeom prst="rect">
                <a:avLst/>
              </a:prstGeom>
              <a:solidFill>
                <a:srgbClr val="B2B2B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254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1pPr>
                <a:lvl2pPr marL="742950" indent="-28575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2pPr>
                <a:lvl3pPr marL="11430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3pPr>
                <a:lvl4pPr marL="16002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4pPr>
                <a:lvl5pPr marL="20574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9pPr>
              </a:lstStyle>
              <a:p>
                <a:pPr eaLnBrk="1" hangingPunct="1"/>
                <a:endParaRPr lang="ja-JP" altLang="en-US"/>
              </a:p>
            </p:txBody>
          </p:sp>
          <p:sp>
            <p:nvSpPr>
              <p:cNvPr id="51273" name="Rectangle 32"/>
              <p:cNvSpPr>
                <a:spLocks noChangeArrowheads="1"/>
              </p:cNvSpPr>
              <p:nvPr/>
            </p:nvSpPr>
            <p:spPr bwMode="auto">
              <a:xfrm>
                <a:off x="3900995" y="-508802"/>
                <a:ext cx="1105980" cy="772301"/>
              </a:xfrm>
              <a:prstGeom prst="rect">
                <a:avLst/>
              </a:prstGeom>
              <a:solidFill>
                <a:schemeClr val="bg1"/>
              </a:solidFill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Ctr="1"/>
              <a:lstStyle>
                <a:lvl1pPr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1pPr>
                <a:lvl2pPr marL="742950" indent="-28575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2pPr>
                <a:lvl3pPr marL="11430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3pPr>
                <a:lvl4pPr marL="16002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4pPr>
                <a:lvl5pPr marL="20574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9pPr>
              </a:lstStyle>
              <a:p>
                <a:pPr algn="ctr" eaLnBrk="1" hangingPunct="1"/>
                <a:endParaRPr lang="ja-JP" altLang="ja-JP" sz="1200">
                  <a:latin typeface="ＭＳ Ｐゴシック" charset="-128"/>
                </a:endParaRPr>
              </a:p>
            </p:txBody>
          </p:sp>
          <p:sp>
            <p:nvSpPr>
              <p:cNvPr id="51274" name="Line 33"/>
              <p:cNvSpPr>
                <a:spLocks noChangeShapeType="1"/>
              </p:cNvSpPr>
              <p:nvPr/>
            </p:nvSpPr>
            <p:spPr bwMode="auto">
              <a:xfrm>
                <a:off x="3992941" y="-58446"/>
                <a:ext cx="922088" cy="0"/>
              </a:xfrm>
              <a:prstGeom prst="line">
                <a:avLst/>
              </a:prstGeom>
              <a:noFill/>
              <a:ln w="25400">
                <a:solidFill>
                  <a:srgbClr val="96969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 anchorCtr="1"/>
              <a:lstStyle/>
              <a:p>
                <a:endParaRPr lang="ja-JP" altLang="en-US"/>
              </a:p>
            </p:txBody>
          </p:sp>
          <p:sp>
            <p:nvSpPr>
              <p:cNvPr id="51275" name="Line 34"/>
              <p:cNvSpPr>
                <a:spLocks noChangeShapeType="1"/>
              </p:cNvSpPr>
              <p:nvPr/>
            </p:nvSpPr>
            <p:spPr bwMode="auto">
              <a:xfrm>
                <a:off x="3992941" y="5760"/>
                <a:ext cx="922088" cy="0"/>
              </a:xfrm>
              <a:prstGeom prst="line">
                <a:avLst/>
              </a:prstGeom>
              <a:noFill/>
              <a:ln w="25400">
                <a:solidFill>
                  <a:srgbClr val="96969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 anchorCtr="1"/>
              <a:lstStyle/>
              <a:p>
                <a:endParaRPr lang="ja-JP" altLang="en-US"/>
              </a:p>
            </p:txBody>
          </p:sp>
          <p:sp>
            <p:nvSpPr>
              <p:cNvPr id="51276" name="Line 35"/>
              <p:cNvSpPr>
                <a:spLocks noChangeShapeType="1"/>
              </p:cNvSpPr>
              <p:nvPr/>
            </p:nvSpPr>
            <p:spPr bwMode="auto">
              <a:xfrm>
                <a:off x="3992941" y="69965"/>
                <a:ext cx="922088" cy="0"/>
              </a:xfrm>
              <a:prstGeom prst="line">
                <a:avLst/>
              </a:prstGeom>
              <a:noFill/>
              <a:ln w="25400">
                <a:solidFill>
                  <a:srgbClr val="96969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 anchorCtr="1"/>
              <a:lstStyle/>
              <a:p>
                <a:endParaRPr lang="ja-JP" altLang="en-US"/>
              </a:p>
            </p:txBody>
          </p:sp>
          <p:sp>
            <p:nvSpPr>
              <p:cNvPr id="51277" name="Line 36"/>
              <p:cNvSpPr>
                <a:spLocks noChangeShapeType="1"/>
              </p:cNvSpPr>
              <p:nvPr/>
            </p:nvSpPr>
            <p:spPr bwMode="auto">
              <a:xfrm>
                <a:off x="3992941" y="135088"/>
                <a:ext cx="922088" cy="0"/>
              </a:xfrm>
              <a:prstGeom prst="line">
                <a:avLst/>
              </a:prstGeom>
              <a:noFill/>
              <a:ln w="25400">
                <a:solidFill>
                  <a:srgbClr val="96969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 anchorCtr="1"/>
              <a:lstStyle/>
              <a:p>
                <a:endParaRPr lang="ja-JP" altLang="en-US"/>
              </a:p>
            </p:txBody>
          </p:sp>
          <p:sp>
            <p:nvSpPr>
              <p:cNvPr id="51278" name="Line 37"/>
              <p:cNvSpPr>
                <a:spLocks noChangeShapeType="1"/>
              </p:cNvSpPr>
              <p:nvPr/>
            </p:nvSpPr>
            <p:spPr bwMode="auto">
              <a:xfrm>
                <a:off x="3992941" y="199294"/>
                <a:ext cx="922088" cy="0"/>
              </a:xfrm>
              <a:prstGeom prst="line">
                <a:avLst/>
              </a:prstGeom>
              <a:noFill/>
              <a:ln w="25400">
                <a:solidFill>
                  <a:srgbClr val="96969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 anchorCtr="1"/>
              <a:lstStyle/>
              <a:p>
                <a:endParaRPr lang="ja-JP" altLang="en-US"/>
              </a:p>
            </p:txBody>
          </p:sp>
          <p:sp>
            <p:nvSpPr>
              <p:cNvPr id="51279" name="Line 38"/>
              <p:cNvSpPr>
                <a:spLocks noChangeShapeType="1"/>
              </p:cNvSpPr>
              <p:nvPr/>
            </p:nvSpPr>
            <p:spPr bwMode="auto">
              <a:xfrm>
                <a:off x="3992941" y="-122651"/>
                <a:ext cx="922088" cy="0"/>
              </a:xfrm>
              <a:prstGeom prst="line">
                <a:avLst/>
              </a:prstGeom>
              <a:noFill/>
              <a:ln w="25400">
                <a:solidFill>
                  <a:srgbClr val="96969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 anchorCtr="1"/>
              <a:lstStyle/>
              <a:p>
                <a:endParaRPr lang="ja-JP" altLang="en-US"/>
              </a:p>
            </p:txBody>
          </p:sp>
          <p:sp>
            <p:nvSpPr>
              <p:cNvPr id="51280" name="Line 39"/>
              <p:cNvSpPr>
                <a:spLocks noChangeShapeType="1"/>
              </p:cNvSpPr>
              <p:nvPr/>
            </p:nvSpPr>
            <p:spPr bwMode="auto">
              <a:xfrm>
                <a:off x="3992941" y="-186857"/>
                <a:ext cx="922088" cy="0"/>
              </a:xfrm>
              <a:prstGeom prst="line">
                <a:avLst/>
              </a:prstGeom>
              <a:noFill/>
              <a:ln w="25400">
                <a:solidFill>
                  <a:srgbClr val="96969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 anchorCtr="1"/>
              <a:lstStyle/>
              <a:p>
                <a:endParaRPr lang="ja-JP" altLang="en-US"/>
              </a:p>
            </p:txBody>
          </p:sp>
        </p:grpSp>
        <p:sp>
          <p:nvSpPr>
            <p:cNvPr id="51262" name="Rectangle 41"/>
            <p:cNvSpPr>
              <a:spLocks noChangeArrowheads="1"/>
            </p:cNvSpPr>
            <p:nvPr/>
          </p:nvSpPr>
          <p:spPr bwMode="auto">
            <a:xfrm>
              <a:off x="4075620" y="-391301"/>
              <a:ext cx="1105980" cy="772301"/>
            </a:xfrm>
            <a:prstGeom prst="rect">
              <a:avLst/>
            </a:prstGeom>
            <a:solidFill>
              <a:srgbClr val="B2B2B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endParaRPr lang="ja-JP" altLang="en-US"/>
            </a:p>
          </p:txBody>
        </p:sp>
        <p:sp>
          <p:nvSpPr>
            <p:cNvPr id="51263" name="Rectangle 42"/>
            <p:cNvSpPr>
              <a:spLocks noChangeArrowheads="1"/>
            </p:cNvSpPr>
            <p:nvPr/>
          </p:nvSpPr>
          <p:spPr bwMode="auto">
            <a:xfrm>
              <a:off x="3983674" y="-455507"/>
              <a:ext cx="1105980" cy="772301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Ctr="1"/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ja-JP" altLang="ja-JP" sz="1200">
                <a:latin typeface="ＭＳ Ｐゴシック" charset="-128"/>
              </a:endParaRPr>
            </a:p>
          </p:txBody>
        </p:sp>
        <p:sp>
          <p:nvSpPr>
            <p:cNvPr id="51264" name="Line 43"/>
            <p:cNvSpPr>
              <a:spLocks noChangeShapeType="1"/>
            </p:cNvSpPr>
            <p:nvPr/>
          </p:nvSpPr>
          <p:spPr bwMode="auto">
            <a:xfrm>
              <a:off x="4075620" y="-5151"/>
              <a:ext cx="922088" cy="0"/>
            </a:xfrm>
            <a:prstGeom prst="line">
              <a:avLst/>
            </a:prstGeom>
            <a:noFill/>
            <a:ln w="25400">
              <a:solidFill>
                <a:srgbClr val="969696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 anchorCtr="1"/>
            <a:lstStyle/>
            <a:p>
              <a:endParaRPr lang="ja-JP" altLang="en-US"/>
            </a:p>
          </p:txBody>
        </p:sp>
        <p:sp>
          <p:nvSpPr>
            <p:cNvPr id="51265" name="Line 44"/>
            <p:cNvSpPr>
              <a:spLocks noChangeShapeType="1"/>
            </p:cNvSpPr>
            <p:nvPr/>
          </p:nvSpPr>
          <p:spPr bwMode="auto">
            <a:xfrm>
              <a:off x="4075620" y="59055"/>
              <a:ext cx="922088" cy="0"/>
            </a:xfrm>
            <a:prstGeom prst="line">
              <a:avLst/>
            </a:prstGeom>
            <a:noFill/>
            <a:ln w="25400">
              <a:solidFill>
                <a:srgbClr val="969696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 anchorCtr="1"/>
            <a:lstStyle/>
            <a:p>
              <a:endParaRPr lang="ja-JP" altLang="en-US"/>
            </a:p>
          </p:txBody>
        </p:sp>
        <p:sp>
          <p:nvSpPr>
            <p:cNvPr id="51266" name="Line 45"/>
            <p:cNvSpPr>
              <a:spLocks noChangeShapeType="1"/>
            </p:cNvSpPr>
            <p:nvPr/>
          </p:nvSpPr>
          <p:spPr bwMode="auto">
            <a:xfrm>
              <a:off x="4075620" y="123260"/>
              <a:ext cx="922088" cy="0"/>
            </a:xfrm>
            <a:prstGeom prst="line">
              <a:avLst/>
            </a:prstGeom>
            <a:noFill/>
            <a:ln w="25400">
              <a:solidFill>
                <a:srgbClr val="969696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 anchorCtr="1"/>
            <a:lstStyle/>
            <a:p>
              <a:endParaRPr lang="ja-JP" altLang="en-US"/>
            </a:p>
          </p:txBody>
        </p:sp>
        <p:sp>
          <p:nvSpPr>
            <p:cNvPr id="51267" name="Line 46"/>
            <p:cNvSpPr>
              <a:spLocks noChangeShapeType="1"/>
            </p:cNvSpPr>
            <p:nvPr/>
          </p:nvSpPr>
          <p:spPr bwMode="auto">
            <a:xfrm>
              <a:off x="4075620" y="188383"/>
              <a:ext cx="922088" cy="0"/>
            </a:xfrm>
            <a:prstGeom prst="line">
              <a:avLst/>
            </a:prstGeom>
            <a:noFill/>
            <a:ln w="25400">
              <a:solidFill>
                <a:srgbClr val="969696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 anchorCtr="1"/>
            <a:lstStyle/>
            <a:p>
              <a:endParaRPr lang="ja-JP" altLang="en-US"/>
            </a:p>
          </p:txBody>
        </p:sp>
        <p:sp>
          <p:nvSpPr>
            <p:cNvPr id="51268" name="Line 47"/>
            <p:cNvSpPr>
              <a:spLocks noChangeShapeType="1"/>
            </p:cNvSpPr>
            <p:nvPr/>
          </p:nvSpPr>
          <p:spPr bwMode="auto">
            <a:xfrm>
              <a:off x="4075620" y="252589"/>
              <a:ext cx="922088" cy="0"/>
            </a:xfrm>
            <a:prstGeom prst="line">
              <a:avLst/>
            </a:prstGeom>
            <a:noFill/>
            <a:ln w="25400">
              <a:solidFill>
                <a:srgbClr val="969696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 anchorCtr="1"/>
            <a:lstStyle/>
            <a:p>
              <a:endParaRPr lang="ja-JP" altLang="en-US"/>
            </a:p>
          </p:txBody>
        </p:sp>
        <p:sp>
          <p:nvSpPr>
            <p:cNvPr id="51269" name="Line 48"/>
            <p:cNvSpPr>
              <a:spLocks noChangeShapeType="1"/>
            </p:cNvSpPr>
            <p:nvPr/>
          </p:nvSpPr>
          <p:spPr bwMode="auto">
            <a:xfrm>
              <a:off x="4075620" y="-69356"/>
              <a:ext cx="922088" cy="0"/>
            </a:xfrm>
            <a:prstGeom prst="line">
              <a:avLst/>
            </a:prstGeom>
            <a:noFill/>
            <a:ln w="25400">
              <a:solidFill>
                <a:srgbClr val="969696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 anchorCtr="1"/>
            <a:lstStyle/>
            <a:p>
              <a:endParaRPr lang="ja-JP" altLang="en-US"/>
            </a:p>
          </p:txBody>
        </p:sp>
        <p:sp>
          <p:nvSpPr>
            <p:cNvPr id="51270" name="Line 49"/>
            <p:cNvSpPr>
              <a:spLocks noChangeShapeType="1"/>
            </p:cNvSpPr>
            <p:nvPr/>
          </p:nvSpPr>
          <p:spPr bwMode="auto">
            <a:xfrm>
              <a:off x="4075620" y="-133562"/>
              <a:ext cx="922088" cy="0"/>
            </a:xfrm>
            <a:prstGeom prst="line">
              <a:avLst/>
            </a:prstGeom>
            <a:noFill/>
            <a:ln w="25400">
              <a:solidFill>
                <a:srgbClr val="969696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 anchorCtr="1"/>
            <a:lstStyle/>
            <a:p>
              <a:endParaRPr lang="ja-JP" altLang="en-US"/>
            </a:p>
          </p:txBody>
        </p:sp>
        <p:sp>
          <p:nvSpPr>
            <p:cNvPr id="51271" name="Text Box 50"/>
            <p:cNvSpPr txBox="1">
              <a:spLocks noChangeArrowheads="1"/>
            </p:cNvSpPr>
            <p:nvPr/>
          </p:nvSpPr>
          <p:spPr bwMode="auto">
            <a:xfrm>
              <a:off x="3962400" y="-457200"/>
              <a:ext cx="1143000" cy="27699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58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r>
                <a:rPr lang="ja-JP" altLang="en-US" sz="1200"/>
                <a:t>領域専門文書</a:t>
              </a:r>
              <a:endParaRPr lang="en-US" altLang="ja-JP" sz="1200"/>
            </a:p>
          </p:txBody>
        </p:sp>
      </p:grpSp>
      <p:graphicFrame>
        <p:nvGraphicFramePr>
          <p:cNvPr id="12396" name="Group 10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2113415"/>
              </p:ext>
            </p:extLst>
          </p:nvPr>
        </p:nvGraphicFramePr>
        <p:xfrm>
          <a:off x="3505200" y="2747963"/>
          <a:ext cx="5029200" cy="822960"/>
        </p:xfrm>
        <a:graphic>
          <a:graphicData uri="http://schemas.openxmlformats.org/drawingml/2006/table">
            <a:tbl>
              <a:tblPr/>
              <a:tblGrid>
                <a:gridCol w="6381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1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913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5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7788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17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77800"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ja-JP" altLang="en-US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用語</a:t>
                      </a:r>
                      <a:endParaRPr kumimoji="1" lang="en-US" altLang="ja-JP" sz="12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ja-JP" altLang="en-US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品詞</a:t>
                      </a:r>
                      <a:endParaRPr kumimoji="1" lang="en-US" altLang="ja-JP" sz="12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ja-JP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TF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ja-JP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IDF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ja-JP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TF-IDF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ja-JP" altLang="en-US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上位概念</a:t>
                      </a:r>
                      <a:endParaRPr kumimoji="1" lang="en-US" altLang="ja-JP" sz="12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3513"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ja-JP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T1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ja-JP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名詞－一般</a:t>
                      </a:r>
                      <a:endParaRPr kumimoji="1" lang="en-US" altLang="ja-JP" sz="12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ja-JP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211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ja-JP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0.14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ja-JP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30.11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ja-JP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[</a:t>
                      </a:r>
                      <a:r>
                        <a:rPr kumimoji="1" lang="ja-JP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職業，肩書</a:t>
                      </a:r>
                      <a:r>
                        <a:rPr kumimoji="1" lang="en-US" altLang="ja-JP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]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1925"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ja-JP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T2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ja-JP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名詞－一般</a:t>
                      </a:r>
                      <a:endParaRPr kumimoji="1" lang="en-US" altLang="ja-JP" sz="12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ja-JP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59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ja-JP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0.10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ja-JP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5.68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ja-JP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[</a:t>
                      </a:r>
                      <a:r>
                        <a:rPr kumimoji="1" lang="ja-JP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抽象物</a:t>
                      </a:r>
                      <a:r>
                        <a:rPr kumimoji="1" lang="en-US" altLang="ja-JP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]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1236" name="Text Box 84"/>
          <p:cNvSpPr txBox="1">
            <a:spLocks noChangeArrowheads="1"/>
          </p:cNvSpPr>
          <p:nvPr/>
        </p:nvSpPr>
        <p:spPr bwMode="auto">
          <a:xfrm>
            <a:off x="4684714" y="1066801"/>
            <a:ext cx="2478087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587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ja-JP" altLang="en-US" sz="1400"/>
              <a:t>形態素解析および複合語抽出</a:t>
            </a:r>
            <a:endParaRPr lang="en-US" altLang="ja-JP" sz="1400"/>
          </a:p>
        </p:txBody>
      </p:sp>
      <p:sp>
        <p:nvSpPr>
          <p:cNvPr id="43045" name="AutoShape 86"/>
          <p:cNvSpPr>
            <a:spLocks noChangeArrowheads="1"/>
          </p:cNvSpPr>
          <p:nvPr/>
        </p:nvSpPr>
        <p:spPr bwMode="auto">
          <a:xfrm>
            <a:off x="5029200" y="685800"/>
            <a:ext cx="1752600" cy="381000"/>
          </a:xfrm>
          <a:prstGeom prst="roundRect">
            <a:avLst>
              <a:gd name="adj" fmla="val 16667"/>
            </a:avLst>
          </a:prstGeom>
          <a:ln>
            <a:headEnd/>
            <a:tailEnd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anchor="ctr"/>
          <a:lstStyle/>
          <a:p>
            <a:pPr algn="ctr">
              <a:defRPr/>
            </a:pPr>
            <a:r>
              <a:rPr lang="ja-JP" altLang="en-US" sz="1600" b="1" dirty="0">
                <a:solidFill>
                  <a:srgbClr val="006600"/>
                </a:solidFill>
              </a:rPr>
              <a:t>入力文書選択</a:t>
            </a:r>
            <a:endParaRPr lang="en-US" altLang="ja-JP" sz="1600" b="1" dirty="0">
              <a:solidFill>
                <a:srgbClr val="006600"/>
              </a:solidFill>
            </a:endParaRPr>
          </a:p>
        </p:txBody>
      </p:sp>
      <p:sp>
        <p:nvSpPr>
          <p:cNvPr id="51238" name="Text Box 87"/>
          <p:cNvSpPr txBox="1">
            <a:spLocks noChangeArrowheads="1"/>
          </p:cNvSpPr>
          <p:nvPr/>
        </p:nvSpPr>
        <p:spPr bwMode="auto">
          <a:xfrm>
            <a:off x="4495801" y="3505201"/>
            <a:ext cx="3470275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ja-JP" sz="1200"/>
              <a:t>………………………………………..</a:t>
            </a:r>
          </a:p>
        </p:txBody>
      </p:sp>
      <p:sp>
        <p:nvSpPr>
          <p:cNvPr id="51239" name="Line 95"/>
          <p:cNvSpPr>
            <a:spLocks noChangeShapeType="1"/>
          </p:cNvSpPr>
          <p:nvPr/>
        </p:nvSpPr>
        <p:spPr bwMode="auto">
          <a:xfrm>
            <a:off x="5181600" y="5410200"/>
            <a:ext cx="762000" cy="0"/>
          </a:xfrm>
          <a:prstGeom prst="line">
            <a:avLst/>
          </a:prstGeom>
          <a:noFill/>
          <a:ln w="635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ja-JP" altLang="en-US"/>
          </a:p>
        </p:txBody>
      </p:sp>
      <p:sp>
        <p:nvSpPr>
          <p:cNvPr id="51240" name="Line 96"/>
          <p:cNvSpPr>
            <a:spLocks noChangeShapeType="1"/>
          </p:cNvSpPr>
          <p:nvPr/>
        </p:nvSpPr>
        <p:spPr bwMode="auto">
          <a:xfrm>
            <a:off x="5181600" y="5638800"/>
            <a:ext cx="762000" cy="0"/>
          </a:xfrm>
          <a:prstGeom prst="line">
            <a:avLst/>
          </a:prstGeom>
          <a:noFill/>
          <a:ln w="635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ja-JP" altLang="en-US"/>
          </a:p>
        </p:txBody>
      </p:sp>
      <p:sp>
        <p:nvSpPr>
          <p:cNvPr id="51241" name="Line 97"/>
          <p:cNvSpPr>
            <a:spLocks noChangeShapeType="1"/>
          </p:cNvSpPr>
          <p:nvPr/>
        </p:nvSpPr>
        <p:spPr bwMode="auto">
          <a:xfrm>
            <a:off x="5181600" y="5867400"/>
            <a:ext cx="762000" cy="0"/>
          </a:xfrm>
          <a:prstGeom prst="line">
            <a:avLst/>
          </a:prstGeom>
          <a:noFill/>
          <a:ln w="635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ja-JP" altLang="en-US"/>
          </a:p>
        </p:txBody>
      </p:sp>
      <p:sp>
        <p:nvSpPr>
          <p:cNvPr id="51242" name="Rectangle 98"/>
          <p:cNvSpPr>
            <a:spLocks noChangeArrowheads="1"/>
          </p:cNvSpPr>
          <p:nvPr/>
        </p:nvSpPr>
        <p:spPr bwMode="auto">
          <a:xfrm>
            <a:off x="4572000" y="5257800"/>
            <a:ext cx="762000" cy="7620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en-US" altLang="ja-JP" sz="1600"/>
              <a:t>T1</a:t>
            </a:r>
          </a:p>
          <a:p>
            <a:pPr algn="ctr" eaLnBrk="1" hangingPunct="1"/>
            <a:r>
              <a:rPr lang="en-US" altLang="ja-JP" sz="1600"/>
              <a:t>T2</a:t>
            </a:r>
          </a:p>
          <a:p>
            <a:pPr algn="ctr" eaLnBrk="1" hangingPunct="1"/>
            <a:r>
              <a:rPr lang="en-US" altLang="ja-JP" sz="1600"/>
              <a:t>T3</a:t>
            </a:r>
          </a:p>
        </p:txBody>
      </p:sp>
      <p:sp>
        <p:nvSpPr>
          <p:cNvPr id="51243" name="Rectangle 99"/>
          <p:cNvSpPr>
            <a:spLocks noChangeArrowheads="1"/>
          </p:cNvSpPr>
          <p:nvPr/>
        </p:nvSpPr>
        <p:spPr bwMode="auto">
          <a:xfrm>
            <a:off x="5791200" y="5257800"/>
            <a:ext cx="1371600" cy="7620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ja-JP" sz="1400"/>
              <a:t>  EDR : Ci</a:t>
            </a:r>
          </a:p>
          <a:p>
            <a:pPr eaLnBrk="1" hangingPunct="1"/>
            <a:r>
              <a:rPr lang="en-US" altLang="ja-JP" sz="1400"/>
              <a:t>  WordNet: Cj</a:t>
            </a:r>
          </a:p>
          <a:p>
            <a:pPr eaLnBrk="1" hangingPunct="1"/>
            <a:r>
              <a:rPr lang="en-US" altLang="ja-JP" sz="1400"/>
              <a:t>  EDR : Ck</a:t>
            </a:r>
          </a:p>
        </p:txBody>
      </p:sp>
      <p:sp>
        <p:nvSpPr>
          <p:cNvPr id="51244" name="Text Box 100"/>
          <p:cNvSpPr txBox="1">
            <a:spLocks noChangeArrowheads="1"/>
          </p:cNvSpPr>
          <p:nvPr/>
        </p:nvSpPr>
        <p:spPr bwMode="auto">
          <a:xfrm>
            <a:off x="4513264" y="5943600"/>
            <a:ext cx="3106737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ja-JP" sz="1400"/>
              <a:t>………………………………………..</a:t>
            </a:r>
          </a:p>
        </p:txBody>
      </p:sp>
      <p:sp>
        <p:nvSpPr>
          <p:cNvPr id="51245" name="Text Box 101"/>
          <p:cNvSpPr txBox="1">
            <a:spLocks noChangeArrowheads="1"/>
          </p:cNvSpPr>
          <p:nvPr/>
        </p:nvSpPr>
        <p:spPr bwMode="auto">
          <a:xfrm>
            <a:off x="4495800" y="5029201"/>
            <a:ext cx="954088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ja-JP" altLang="en-US" sz="1200" b="1"/>
              <a:t>入力語集合</a:t>
            </a:r>
            <a:endParaRPr lang="en-US" altLang="ja-JP" sz="1200" b="1"/>
          </a:p>
        </p:txBody>
      </p:sp>
      <p:sp>
        <p:nvSpPr>
          <p:cNvPr id="51246" name="Text Box 102"/>
          <p:cNvSpPr txBox="1">
            <a:spLocks noChangeArrowheads="1"/>
          </p:cNvSpPr>
          <p:nvPr/>
        </p:nvSpPr>
        <p:spPr bwMode="auto">
          <a:xfrm>
            <a:off x="5867401" y="5029201"/>
            <a:ext cx="1108075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ja-JP" altLang="en-US" sz="1200" b="1"/>
              <a:t>入力概念集合</a:t>
            </a:r>
            <a:endParaRPr lang="en-US" altLang="ja-JP" sz="1200" b="1"/>
          </a:p>
        </p:txBody>
      </p:sp>
      <p:sp>
        <p:nvSpPr>
          <p:cNvPr id="78" name="左右矢印 77"/>
          <p:cNvSpPr/>
          <p:nvPr/>
        </p:nvSpPr>
        <p:spPr>
          <a:xfrm>
            <a:off x="7162800" y="5486400"/>
            <a:ext cx="762000" cy="304800"/>
          </a:xfrm>
          <a:prstGeom prst="leftRightArrow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ja-JP" altLang="en-US"/>
          </a:p>
        </p:txBody>
      </p:sp>
      <p:sp>
        <p:nvSpPr>
          <p:cNvPr id="79" name="AutoShape 51"/>
          <p:cNvSpPr>
            <a:spLocks noChangeArrowheads="1"/>
          </p:cNvSpPr>
          <p:nvPr/>
        </p:nvSpPr>
        <p:spPr bwMode="auto">
          <a:xfrm>
            <a:off x="5791200" y="355600"/>
            <a:ext cx="457200" cy="330200"/>
          </a:xfrm>
          <a:prstGeom prst="downArrow">
            <a:avLst>
              <a:gd name="adj1" fmla="val 49769"/>
              <a:gd name="adj2" fmla="val 40625"/>
            </a:avLst>
          </a:prstGeom>
          <a:solidFill>
            <a:schemeClr val="bg1">
              <a:lumMod val="85000"/>
            </a:schemeClr>
          </a:solidFill>
          <a:ln>
            <a:headEnd/>
            <a:tailEnd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eaVert" wrap="none" anchor="ctr"/>
          <a:lstStyle/>
          <a:p>
            <a:pPr>
              <a:defRPr/>
            </a:pPr>
            <a:endParaRPr lang="ja-JP" altLang="en-US"/>
          </a:p>
        </p:txBody>
      </p:sp>
      <p:sp>
        <p:nvSpPr>
          <p:cNvPr id="80" name="正方形/長方形 79"/>
          <p:cNvSpPr/>
          <p:nvPr/>
        </p:nvSpPr>
        <p:spPr>
          <a:xfrm>
            <a:off x="5105400" y="1752600"/>
            <a:ext cx="1752600" cy="3048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r>
              <a:rPr lang="ja-JP" altLang="en-US" sz="1600" dirty="0"/>
              <a:t>用語集合</a:t>
            </a:r>
          </a:p>
        </p:txBody>
      </p:sp>
      <p:sp>
        <p:nvSpPr>
          <p:cNvPr id="81" name="正方形/長方形 80"/>
          <p:cNvSpPr/>
          <p:nvPr/>
        </p:nvSpPr>
        <p:spPr>
          <a:xfrm>
            <a:off x="5105400" y="4038600"/>
            <a:ext cx="1752600" cy="3048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r>
              <a:rPr lang="ja-JP" altLang="en-US" sz="1600" dirty="0"/>
              <a:t>入力語集合</a:t>
            </a:r>
          </a:p>
        </p:txBody>
      </p:sp>
      <p:sp>
        <p:nvSpPr>
          <p:cNvPr id="82" name="正方形/長方形 81"/>
          <p:cNvSpPr/>
          <p:nvPr/>
        </p:nvSpPr>
        <p:spPr>
          <a:xfrm>
            <a:off x="5105400" y="6553200"/>
            <a:ext cx="1752600" cy="3048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r>
              <a:rPr lang="ja-JP" altLang="en-US" sz="1600" dirty="0"/>
              <a:t>入力概念集合</a:t>
            </a:r>
          </a:p>
        </p:txBody>
      </p:sp>
      <p:sp>
        <p:nvSpPr>
          <p:cNvPr id="83" name="AutoShape 86"/>
          <p:cNvSpPr>
            <a:spLocks noChangeArrowheads="1"/>
          </p:cNvSpPr>
          <p:nvPr/>
        </p:nvSpPr>
        <p:spPr bwMode="auto">
          <a:xfrm>
            <a:off x="5105400" y="2362200"/>
            <a:ext cx="1752600" cy="381000"/>
          </a:xfrm>
          <a:prstGeom prst="roundRect">
            <a:avLst>
              <a:gd name="adj" fmla="val 16667"/>
            </a:avLst>
          </a:prstGeom>
          <a:ln>
            <a:headEnd/>
            <a:tailEnd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anchor="ctr"/>
          <a:lstStyle/>
          <a:p>
            <a:pPr algn="ctr">
              <a:defRPr/>
            </a:pPr>
            <a:r>
              <a:rPr lang="ja-JP" altLang="en-US" sz="1600" b="1" dirty="0">
                <a:solidFill>
                  <a:srgbClr val="006600"/>
                </a:solidFill>
              </a:rPr>
              <a:t>入力語選択</a:t>
            </a:r>
            <a:endParaRPr lang="en-US" altLang="ja-JP" sz="1600" b="1" dirty="0">
              <a:solidFill>
                <a:srgbClr val="006600"/>
              </a:solidFill>
            </a:endParaRPr>
          </a:p>
        </p:txBody>
      </p:sp>
      <p:sp>
        <p:nvSpPr>
          <p:cNvPr id="84" name="AutoShape 51"/>
          <p:cNvSpPr>
            <a:spLocks noChangeArrowheads="1"/>
          </p:cNvSpPr>
          <p:nvPr/>
        </p:nvSpPr>
        <p:spPr bwMode="auto">
          <a:xfrm>
            <a:off x="5791200" y="1422400"/>
            <a:ext cx="457200" cy="330200"/>
          </a:xfrm>
          <a:prstGeom prst="downArrow">
            <a:avLst>
              <a:gd name="adj1" fmla="val 49769"/>
              <a:gd name="adj2" fmla="val 40625"/>
            </a:avLst>
          </a:prstGeom>
          <a:solidFill>
            <a:schemeClr val="bg1">
              <a:lumMod val="85000"/>
            </a:schemeClr>
          </a:solidFill>
          <a:ln>
            <a:headEnd/>
            <a:tailEnd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eaVert" wrap="none" anchor="ctr"/>
          <a:lstStyle/>
          <a:p>
            <a:pPr>
              <a:defRPr/>
            </a:pPr>
            <a:endParaRPr lang="ja-JP" altLang="en-US"/>
          </a:p>
        </p:txBody>
      </p:sp>
      <p:sp>
        <p:nvSpPr>
          <p:cNvPr id="85" name="AutoShape 51"/>
          <p:cNvSpPr>
            <a:spLocks noChangeArrowheads="1"/>
          </p:cNvSpPr>
          <p:nvPr/>
        </p:nvSpPr>
        <p:spPr bwMode="auto">
          <a:xfrm>
            <a:off x="5791200" y="2057400"/>
            <a:ext cx="457200" cy="330200"/>
          </a:xfrm>
          <a:prstGeom prst="downArrow">
            <a:avLst>
              <a:gd name="adj1" fmla="val 49769"/>
              <a:gd name="adj2" fmla="val 40625"/>
            </a:avLst>
          </a:prstGeom>
          <a:solidFill>
            <a:schemeClr val="bg1">
              <a:lumMod val="85000"/>
            </a:schemeClr>
          </a:solidFill>
          <a:ln>
            <a:headEnd/>
            <a:tailEnd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eaVert" wrap="none" anchor="ctr"/>
          <a:lstStyle/>
          <a:p>
            <a:pPr>
              <a:defRPr/>
            </a:pPr>
            <a:endParaRPr lang="ja-JP" altLang="en-US"/>
          </a:p>
        </p:txBody>
      </p:sp>
      <p:sp>
        <p:nvSpPr>
          <p:cNvPr id="87" name="AutoShape 51"/>
          <p:cNvSpPr>
            <a:spLocks noChangeArrowheads="1"/>
          </p:cNvSpPr>
          <p:nvPr/>
        </p:nvSpPr>
        <p:spPr bwMode="auto">
          <a:xfrm>
            <a:off x="5791200" y="3733800"/>
            <a:ext cx="457200" cy="330200"/>
          </a:xfrm>
          <a:prstGeom prst="downArrow">
            <a:avLst>
              <a:gd name="adj1" fmla="val 49769"/>
              <a:gd name="adj2" fmla="val 40625"/>
            </a:avLst>
          </a:prstGeom>
          <a:solidFill>
            <a:schemeClr val="bg1">
              <a:lumMod val="85000"/>
            </a:schemeClr>
          </a:solidFill>
          <a:ln>
            <a:headEnd/>
            <a:tailEnd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eaVert" wrap="none" anchor="ctr"/>
          <a:lstStyle/>
          <a:p>
            <a:pPr>
              <a:defRPr/>
            </a:pPr>
            <a:endParaRPr lang="ja-JP" altLang="en-US"/>
          </a:p>
        </p:txBody>
      </p:sp>
      <p:sp>
        <p:nvSpPr>
          <p:cNvPr id="88" name="AutoShape 86"/>
          <p:cNvSpPr>
            <a:spLocks noChangeArrowheads="1"/>
          </p:cNvSpPr>
          <p:nvPr/>
        </p:nvSpPr>
        <p:spPr bwMode="auto">
          <a:xfrm>
            <a:off x="5105400" y="4648200"/>
            <a:ext cx="1752600" cy="381000"/>
          </a:xfrm>
          <a:prstGeom prst="roundRect">
            <a:avLst>
              <a:gd name="adj" fmla="val 16667"/>
            </a:avLst>
          </a:prstGeom>
          <a:ln>
            <a:headEnd/>
            <a:tailEnd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anchor="ctr"/>
          <a:lstStyle/>
          <a:p>
            <a:pPr algn="ctr">
              <a:defRPr/>
            </a:pPr>
            <a:r>
              <a:rPr lang="ja-JP" altLang="en-US" sz="1600" b="1" dirty="0">
                <a:solidFill>
                  <a:srgbClr val="006600"/>
                </a:solidFill>
              </a:rPr>
              <a:t>入力概念選択</a:t>
            </a:r>
            <a:endParaRPr lang="en-US" altLang="ja-JP" sz="1600" b="1" dirty="0">
              <a:solidFill>
                <a:srgbClr val="006600"/>
              </a:solidFill>
            </a:endParaRPr>
          </a:p>
        </p:txBody>
      </p:sp>
      <p:sp>
        <p:nvSpPr>
          <p:cNvPr id="89" name="AutoShape 51"/>
          <p:cNvSpPr>
            <a:spLocks noChangeArrowheads="1"/>
          </p:cNvSpPr>
          <p:nvPr/>
        </p:nvSpPr>
        <p:spPr bwMode="auto">
          <a:xfrm>
            <a:off x="5791200" y="6223000"/>
            <a:ext cx="457200" cy="330200"/>
          </a:xfrm>
          <a:prstGeom prst="downArrow">
            <a:avLst>
              <a:gd name="adj1" fmla="val 49769"/>
              <a:gd name="adj2" fmla="val 40625"/>
            </a:avLst>
          </a:prstGeom>
          <a:solidFill>
            <a:schemeClr val="bg1">
              <a:lumMod val="85000"/>
            </a:schemeClr>
          </a:solidFill>
          <a:ln>
            <a:headEnd/>
            <a:tailEnd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eaVert" wrap="none" anchor="ctr"/>
          <a:lstStyle/>
          <a:p>
            <a:pPr>
              <a:defRPr/>
            </a:pPr>
            <a:endParaRPr lang="ja-JP" altLang="en-US"/>
          </a:p>
        </p:txBody>
      </p:sp>
      <p:sp>
        <p:nvSpPr>
          <p:cNvPr id="86" name="AutoShape 51"/>
          <p:cNvSpPr>
            <a:spLocks noChangeArrowheads="1"/>
          </p:cNvSpPr>
          <p:nvPr/>
        </p:nvSpPr>
        <p:spPr bwMode="auto">
          <a:xfrm>
            <a:off x="5791200" y="4343400"/>
            <a:ext cx="457200" cy="330200"/>
          </a:xfrm>
          <a:prstGeom prst="downArrow">
            <a:avLst>
              <a:gd name="adj1" fmla="val 49769"/>
              <a:gd name="adj2" fmla="val 40625"/>
            </a:avLst>
          </a:prstGeom>
          <a:solidFill>
            <a:schemeClr val="bg1">
              <a:lumMod val="85000"/>
            </a:schemeClr>
          </a:solidFill>
          <a:ln>
            <a:headEnd/>
            <a:tailEnd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eaVert" wrap="none" anchor="ctr"/>
          <a:lstStyle/>
          <a:p>
            <a:pPr>
              <a:defRPr/>
            </a:pPr>
            <a:endParaRPr lang="ja-JP" alt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04" name="Rectangle 248"/>
          <p:cNvSpPr>
            <a:spLocks noChangeArrowheads="1"/>
          </p:cNvSpPr>
          <p:nvPr/>
        </p:nvSpPr>
        <p:spPr bwMode="auto">
          <a:xfrm>
            <a:off x="1524000" y="4495800"/>
            <a:ext cx="9144000" cy="2362200"/>
          </a:xfrm>
          <a:prstGeom prst="rect">
            <a:avLst/>
          </a:prstGeom>
          <a:ln>
            <a:headEnd/>
            <a:tailEnd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anchor="ctr"/>
          <a:lstStyle/>
          <a:p>
            <a:pPr>
              <a:defRPr/>
            </a:pPr>
            <a:endParaRPr lang="ja-JP" altLang="en-US"/>
          </a:p>
        </p:txBody>
      </p:sp>
      <p:sp>
        <p:nvSpPr>
          <p:cNvPr id="52227" name="Rectangle 2"/>
          <p:cNvSpPr>
            <a:spLocks noGrp="1" noChangeArrowheads="1"/>
          </p:cNvSpPr>
          <p:nvPr>
            <p:ph type="title"/>
          </p:nvPr>
        </p:nvSpPr>
        <p:spPr>
          <a:xfrm>
            <a:off x="1524001" y="1"/>
            <a:ext cx="5383213" cy="792163"/>
          </a:xfrm>
        </p:spPr>
        <p:txBody>
          <a:bodyPr/>
          <a:lstStyle/>
          <a:p>
            <a:pPr eaLnBrk="1" hangingPunct="1"/>
            <a:r>
              <a:rPr lang="ja-JP" altLang="en-US" sz="4000"/>
              <a:t>階層構築・洗練</a:t>
            </a:r>
            <a:endParaRPr lang="ja-JP" altLang="en-US"/>
          </a:p>
        </p:txBody>
      </p:sp>
      <p:sp>
        <p:nvSpPr>
          <p:cNvPr id="52228" name="Text Box 3"/>
          <p:cNvSpPr txBox="1">
            <a:spLocks noChangeArrowheads="1"/>
          </p:cNvSpPr>
          <p:nvPr/>
        </p:nvSpPr>
        <p:spPr bwMode="auto">
          <a:xfrm>
            <a:off x="2895600" y="2949576"/>
            <a:ext cx="2286000" cy="708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587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Ctr="1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ja-JP" altLang="en-US" sz="2000" b="1">
                <a:solidFill>
                  <a:srgbClr val="003300"/>
                </a:solidFill>
                <a:latin typeface="ＭＳ Ｐゴシック" charset="-128"/>
              </a:rPr>
              <a:t>参照オントロジーの</a:t>
            </a:r>
          </a:p>
          <a:p>
            <a:pPr algn="ctr" eaLnBrk="1" hangingPunct="1"/>
            <a:r>
              <a:rPr lang="ja-JP" altLang="en-US" sz="2000" b="1">
                <a:solidFill>
                  <a:srgbClr val="003300"/>
                </a:solidFill>
                <a:latin typeface="ＭＳ Ｐゴシック" charset="-128"/>
              </a:rPr>
              <a:t>概念階層</a:t>
            </a:r>
          </a:p>
        </p:txBody>
      </p:sp>
      <p:sp>
        <p:nvSpPr>
          <p:cNvPr id="52229" name="Text Box 4"/>
          <p:cNvSpPr txBox="1">
            <a:spLocks noChangeArrowheads="1"/>
          </p:cNvSpPr>
          <p:nvPr/>
        </p:nvSpPr>
        <p:spPr bwMode="auto">
          <a:xfrm>
            <a:off x="2781300" y="1647825"/>
            <a:ext cx="800100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000" tIns="46800" rIns="90000" bIns="46800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ja-JP" altLang="en-US" sz="2400" b="1">
                <a:latin typeface="ＭＳ Ｐゴシック" charset="-128"/>
              </a:rPr>
              <a:t>照合</a:t>
            </a:r>
          </a:p>
        </p:txBody>
      </p:sp>
      <p:sp>
        <p:nvSpPr>
          <p:cNvPr id="52230" name="Text Box 5"/>
          <p:cNvSpPr txBox="1">
            <a:spLocks noChangeArrowheads="1"/>
          </p:cNvSpPr>
          <p:nvPr/>
        </p:nvSpPr>
        <p:spPr bwMode="auto">
          <a:xfrm>
            <a:off x="1676400" y="2927351"/>
            <a:ext cx="1219200" cy="708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587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ja-JP" altLang="en-US" sz="2000" b="1">
                <a:solidFill>
                  <a:srgbClr val="003300"/>
                </a:solidFill>
                <a:latin typeface="ＭＳ Ｐゴシック" charset="-128"/>
              </a:rPr>
              <a:t>入力概念</a:t>
            </a:r>
            <a:endParaRPr lang="en-US" altLang="ja-JP" sz="2000" b="1">
              <a:solidFill>
                <a:srgbClr val="003300"/>
              </a:solidFill>
              <a:latin typeface="ＭＳ Ｐゴシック" charset="-128"/>
            </a:endParaRPr>
          </a:p>
          <a:p>
            <a:pPr algn="ctr" eaLnBrk="1" hangingPunct="1"/>
            <a:r>
              <a:rPr lang="ja-JP" altLang="en-US" sz="2000" b="1">
                <a:solidFill>
                  <a:srgbClr val="003300"/>
                </a:solidFill>
                <a:latin typeface="ＭＳ Ｐゴシック" charset="-128"/>
              </a:rPr>
              <a:t>集合</a:t>
            </a:r>
          </a:p>
        </p:txBody>
      </p:sp>
      <p:sp>
        <p:nvSpPr>
          <p:cNvPr id="39943" name="Rectangle 7"/>
          <p:cNvSpPr>
            <a:spLocks noChangeArrowheads="1"/>
          </p:cNvSpPr>
          <p:nvPr/>
        </p:nvSpPr>
        <p:spPr bwMode="auto">
          <a:xfrm>
            <a:off x="1676400" y="2111375"/>
            <a:ext cx="1219200" cy="685800"/>
          </a:xfrm>
          <a:prstGeom prst="rect">
            <a:avLst/>
          </a:prstGeom>
          <a:ln>
            <a:headEnd/>
            <a:tailEnd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anchor="ctr"/>
          <a:lstStyle/>
          <a:p>
            <a:pPr>
              <a:defRPr/>
            </a:pPr>
            <a:endParaRPr lang="ja-JP" altLang="en-US"/>
          </a:p>
        </p:txBody>
      </p:sp>
      <p:sp>
        <p:nvSpPr>
          <p:cNvPr id="46088" name="Oval 8"/>
          <p:cNvSpPr>
            <a:spLocks noChangeArrowheads="1"/>
          </p:cNvSpPr>
          <p:nvPr/>
        </p:nvSpPr>
        <p:spPr bwMode="auto">
          <a:xfrm>
            <a:off x="1820864" y="2243138"/>
            <a:ext cx="142875" cy="80962"/>
          </a:xfrm>
          <a:prstGeom prst="ellipse">
            <a:avLst/>
          </a:prstGeom>
          <a:solidFill>
            <a:schemeClr val="bg1">
              <a:lumMod val="50000"/>
            </a:scheme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>
              <a:defRPr/>
            </a:pPr>
            <a:endParaRPr lang="ja-JP" altLang="en-US"/>
          </a:p>
        </p:txBody>
      </p:sp>
      <p:sp>
        <p:nvSpPr>
          <p:cNvPr id="46089" name="Oval 9"/>
          <p:cNvSpPr>
            <a:spLocks noChangeArrowheads="1"/>
          </p:cNvSpPr>
          <p:nvPr/>
        </p:nvSpPr>
        <p:spPr bwMode="auto">
          <a:xfrm>
            <a:off x="2036764" y="2459038"/>
            <a:ext cx="142875" cy="80962"/>
          </a:xfrm>
          <a:prstGeom prst="ellipse">
            <a:avLst/>
          </a:prstGeom>
          <a:solidFill>
            <a:schemeClr val="bg1">
              <a:lumMod val="50000"/>
            </a:scheme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>
              <a:defRPr/>
            </a:pPr>
            <a:endParaRPr lang="ja-JP" altLang="en-US"/>
          </a:p>
        </p:txBody>
      </p:sp>
      <p:sp>
        <p:nvSpPr>
          <p:cNvPr id="46090" name="Oval 10"/>
          <p:cNvSpPr>
            <a:spLocks noChangeArrowheads="1"/>
          </p:cNvSpPr>
          <p:nvPr/>
        </p:nvSpPr>
        <p:spPr bwMode="auto">
          <a:xfrm>
            <a:off x="2324101" y="2316163"/>
            <a:ext cx="142875" cy="80962"/>
          </a:xfrm>
          <a:prstGeom prst="ellipse">
            <a:avLst/>
          </a:prstGeom>
          <a:solidFill>
            <a:schemeClr val="bg1">
              <a:lumMod val="50000"/>
            </a:scheme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>
              <a:defRPr/>
            </a:pPr>
            <a:endParaRPr lang="ja-JP" altLang="en-US"/>
          </a:p>
        </p:txBody>
      </p:sp>
      <p:sp>
        <p:nvSpPr>
          <p:cNvPr id="46091" name="Oval 11"/>
          <p:cNvSpPr>
            <a:spLocks noChangeArrowheads="1"/>
          </p:cNvSpPr>
          <p:nvPr/>
        </p:nvSpPr>
        <p:spPr bwMode="auto">
          <a:xfrm>
            <a:off x="2613026" y="2316163"/>
            <a:ext cx="142875" cy="80962"/>
          </a:xfrm>
          <a:prstGeom prst="ellipse">
            <a:avLst/>
          </a:prstGeom>
          <a:solidFill>
            <a:schemeClr val="bg1">
              <a:lumMod val="50000"/>
            </a:scheme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>
              <a:defRPr/>
            </a:pPr>
            <a:endParaRPr lang="ja-JP" altLang="en-US"/>
          </a:p>
        </p:txBody>
      </p:sp>
      <p:sp>
        <p:nvSpPr>
          <p:cNvPr id="46092" name="Oval 12"/>
          <p:cNvSpPr>
            <a:spLocks noChangeArrowheads="1"/>
          </p:cNvSpPr>
          <p:nvPr/>
        </p:nvSpPr>
        <p:spPr bwMode="auto">
          <a:xfrm>
            <a:off x="2397126" y="2532063"/>
            <a:ext cx="142875" cy="80962"/>
          </a:xfrm>
          <a:prstGeom prst="ellipse">
            <a:avLst/>
          </a:prstGeom>
          <a:solidFill>
            <a:schemeClr val="bg1">
              <a:lumMod val="50000"/>
            </a:scheme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>
              <a:defRPr/>
            </a:pPr>
            <a:endParaRPr lang="ja-JP" altLang="en-US"/>
          </a:p>
        </p:txBody>
      </p:sp>
      <p:sp>
        <p:nvSpPr>
          <p:cNvPr id="46093" name="Oval 13"/>
          <p:cNvSpPr>
            <a:spLocks noChangeArrowheads="1"/>
          </p:cNvSpPr>
          <p:nvPr/>
        </p:nvSpPr>
        <p:spPr bwMode="auto">
          <a:xfrm>
            <a:off x="2108201" y="2243138"/>
            <a:ext cx="142875" cy="80962"/>
          </a:xfrm>
          <a:prstGeom prst="ellipse">
            <a:avLst/>
          </a:prstGeom>
          <a:solidFill>
            <a:schemeClr val="bg1">
              <a:lumMod val="50000"/>
            </a:scheme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>
              <a:defRPr/>
            </a:pPr>
            <a:endParaRPr lang="ja-JP" altLang="en-US"/>
          </a:p>
        </p:txBody>
      </p:sp>
      <p:sp>
        <p:nvSpPr>
          <p:cNvPr id="46094" name="Oval 14"/>
          <p:cNvSpPr>
            <a:spLocks noChangeArrowheads="1"/>
          </p:cNvSpPr>
          <p:nvPr/>
        </p:nvSpPr>
        <p:spPr bwMode="auto">
          <a:xfrm>
            <a:off x="1820864" y="2606676"/>
            <a:ext cx="142875" cy="80963"/>
          </a:xfrm>
          <a:prstGeom prst="ellipse">
            <a:avLst/>
          </a:prstGeom>
          <a:solidFill>
            <a:schemeClr val="bg1">
              <a:lumMod val="50000"/>
            </a:scheme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>
              <a:defRPr/>
            </a:pPr>
            <a:endParaRPr lang="ja-JP" altLang="en-US"/>
          </a:p>
        </p:txBody>
      </p:sp>
      <p:sp>
        <p:nvSpPr>
          <p:cNvPr id="46095" name="Oval 15"/>
          <p:cNvSpPr>
            <a:spLocks noChangeArrowheads="1"/>
          </p:cNvSpPr>
          <p:nvPr/>
        </p:nvSpPr>
        <p:spPr bwMode="auto">
          <a:xfrm>
            <a:off x="2613026" y="2460626"/>
            <a:ext cx="142875" cy="80963"/>
          </a:xfrm>
          <a:prstGeom prst="ellipse">
            <a:avLst/>
          </a:prstGeom>
          <a:solidFill>
            <a:schemeClr val="bg1">
              <a:lumMod val="50000"/>
            </a:scheme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>
              <a:defRPr/>
            </a:pPr>
            <a:endParaRPr lang="ja-JP" altLang="en-US"/>
          </a:p>
        </p:txBody>
      </p:sp>
      <p:sp>
        <p:nvSpPr>
          <p:cNvPr id="46096" name="Oval 16"/>
          <p:cNvSpPr>
            <a:spLocks noChangeArrowheads="1"/>
          </p:cNvSpPr>
          <p:nvPr/>
        </p:nvSpPr>
        <p:spPr bwMode="auto">
          <a:xfrm>
            <a:off x="2179639" y="2606676"/>
            <a:ext cx="142875" cy="80963"/>
          </a:xfrm>
          <a:prstGeom prst="ellipse">
            <a:avLst/>
          </a:prstGeom>
          <a:solidFill>
            <a:schemeClr val="bg1">
              <a:lumMod val="50000"/>
            </a:scheme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>
              <a:defRPr/>
            </a:pPr>
            <a:endParaRPr lang="ja-JP" altLang="en-US"/>
          </a:p>
        </p:txBody>
      </p:sp>
      <p:grpSp>
        <p:nvGrpSpPr>
          <p:cNvPr id="52241" name="Group 17"/>
          <p:cNvGrpSpPr>
            <a:grpSpLocks/>
          </p:cNvGrpSpPr>
          <p:nvPr/>
        </p:nvGrpSpPr>
        <p:grpSpPr bwMode="auto">
          <a:xfrm>
            <a:off x="5410200" y="2035175"/>
            <a:ext cx="990600" cy="762000"/>
            <a:chOff x="249" y="3076"/>
            <a:chExt cx="1036" cy="602"/>
          </a:xfrm>
        </p:grpSpPr>
        <p:grpSp>
          <p:nvGrpSpPr>
            <p:cNvPr id="52393" name="Group 18"/>
            <p:cNvGrpSpPr>
              <a:grpSpLocks/>
            </p:cNvGrpSpPr>
            <p:nvPr/>
          </p:nvGrpSpPr>
          <p:grpSpPr bwMode="auto">
            <a:xfrm>
              <a:off x="983" y="3121"/>
              <a:ext cx="233" cy="467"/>
              <a:chOff x="1380" y="2668"/>
              <a:chExt cx="233" cy="467"/>
            </a:xfrm>
          </p:grpSpPr>
          <p:sp>
            <p:nvSpPr>
              <p:cNvPr id="52408" name="Oval 19"/>
              <p:cNvSpPr>
                <a:spLocks noChangeArrowheads="1"/>
              </p:cNvSpPr>
              <p:nvPr/>
            </p:nvSpPr>
            <p:spPr bwMode="auto">
              <a:xfrm>
                <a:off x="1380" y="2668"/>
                <a:ext cx="117" cy="82"/>
              </a:xfrm>
              <a:prstGeom prst="ellipse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1pPr>
                <a:lvl2pPr marL="742950" indent="-28575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2pPr>
                <a:lvl3pPr marL="11430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3pPr>
                <a:lvl4pPr marL="16002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4pPr>
                <a:lvl5pPr marL="20574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9pPr>
              </a:lstStyle>
              <a:p>
                <a:pPr eaLnBrk="1" hangingPunct="1"/>
                <a:endParaRPr lang="ja-JP" altLang="en-US"/>
              </a:p>
            </p:txBody>
          </p:sp>
          <p:sp>
            <p:nvSpPr>
              <p:cNvPr id="52409" name="Oval 22"/>
              <p:cNvSpPr>
                <a:spLocks noChangeArrowheads="1"/>
              </p:cNvSpPr>
              <p:nvPr/>
            </p:nvSpPr>
            <p:spPr bwMode="auto">
              <a:xfrm>
                <a:off x="1392" y="2926"/>
                <a:ext cx="118" cy="83"/>
              </a:xfrm>
              <a:prstGeom prst="ellipse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1pPr>
                <a:lvl2pPr marL="742950" indent="-28575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2pPr>
                <a:lvl3pPr marL="11430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3pPr>
                <a:lvl4pPr marL="16002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4pPr>
                <a:lvl5pPr marL="20574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9pPr>
              </a:lstStyle>
              <a:p>
                <a:pPr eaLnBrk="1" hangingPunct="1"/>
                <a:endParaRPr lang="ja-JP" altLang="en-US"/>
              </a:p>
            </p:txBody>
          </p:sp>
          <p:cxnSp>
            <p:nvCxnSpPr>
              <p:cNvPr id="52410" name="AutoShape 23"/>
              <p:cNvCxnSpPr>
                <a:cxnSpLocks noChangeShapeType="1"/>
                <a:stCxn id="52408" idx="4"/>
                <a:endCxn id="46259" idx="0"/>
              </p:cNvCxnSpPr>
              <p:nvPr/>
            </p:nvCxnSpPr>
            <p:spPr bwMode="auto">
              <a:xfrm rot="16200000" flipH="1">
                <a:off x="1445" y="2743"/>
                <a:ext cx="162" cy="175"/>
              </a:xfrm>
              <a:prstGeom prst="straightConnector1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52411" name="AutoShape 24"/>
              <p:cNvCxnSpPr>
                <a:cxnSpLocks noChangeShapeType="1"/>
                <a:stCxn id="52409" idx="4"/>
                <a:endCxn id="46258" idx="0"/>
              </p:cNvCxnSpPr>
              <p:nvPr/>
            </p:nvCxnSpPr>
            <p:spPr bwMode="auto">
              <a:xfrm rot="16200000" flipH="1">
                <a:off x="1390" y="3070"/>
                <a:ext cx="126" cy="3"/>
              </a:xfrm>
              <a:prstGeom prst="straightConnector1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52412" name="AutoShape 25"/>
              <p:cNvCxnSpPr>
                <a:cxnSpLocks noChangeShapeType="1"/>
                <a:stCxn id="52409" idx="0"/>
                <a:endCxn id="52408" idx="4"/>
              </p:cNvCxnSpPr>
              <p:nvPr/>
            </p:nvCxnSpPr>
            <p:spPr bwMode="auto">
              <a:xfrm rot="16200000" flipV="1">
                <a:off x="1357" y="2832"/>
                <a:ext cx="176" cy="12"/>
              </a:xfrm>
              <a:prstGeom prst="straightConnector1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grpSp>
          <p:nvGrpSpPr>
            <p:cNvPr id="52394" name="Group 26"/>
            <p:cNvGrpSpPr>
              <a:grpSpLocks/>
            </p:cNvGrpSpPr>
            <p:nvPr/>
          </p:nvGrpSpPr>
          <p:grpSpPr bwMode="auto">
            <a:xfrm>
              <a:off x="318" y="3076"/>
              <a:ext cx="350" cy="470"/>
              <a:chOff x="356" y="3171"/>
              <a:chExt cx="350" cy="470"/>
            </a:xfrm>
          </p:grpSpPr>
          <p:sp>
            <p:nvSpPr>
              <p:cNvPr id="52403" name="Oval 27"/>
              <p:cNvSpPr>
                <a:spLocks noChangeArrowheads="1"/>
              </p:cNvSpPr>
              <p:nvPr/>
            </p:nvSpPr>
            <p:spPr bwMode="auto">
              <a:xfrm>
                <a:off x="588" y="3171"/>
                <a:ext cx="118" cy="83"/>
              </a:xfrm>
              <a:prstGeom prst="ellipse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1pPr>
                <a:lvl2pPr marL="742950" indent="-28575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2pPr>
                <a:lvl3pPr marL="11430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3pPr>
                <a:lvl4pPr marL="16002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4pPr>
                <a:lvl5pPr marL="20574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9pPr>
              </a:lstStyle>
              <a:p>
                <a:pPr eaLnBrk="1" hangingPunct="1"/>
                <a:endParaRPr lang="ja-JP" altLang="en-US"/>
              </a:p>
            </p:txBody>
          </p:sp>
          <p:sp>
            <p:nvSpPr>
              <p:cNvPr id="52404" name="Oval 28"/>
              <p:cNvSpPr>
                <a:spLocks noChangeArrowheads="1"/>
              </p:cNvSpPr>
              <p:nvPr/>
            </p:nvSpPr>
            <p:spPr bwMode="auto">
              <a:xfrm>
                <a:off x="471" y="3391"/>
                <a:ext cx="117" cy="83"/>
              </a:xfrm>
              <a:prstGeom prst="ellipse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1pPr>
                <a:lvl2pPr marL="742950" indent="-28575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2pPr>
                <a:lvl3pPr marL="11430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3pPr>
                <a:lvl4pPr marL="16002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4pPr>
                <a:lvl5pPr marL="20574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9pPr>
              </a:lstStyle>
              <a:p>
                <a:pPr eaLnBrk="1" hangingPunct="1"/>
                <a:endParaRPr lang="ja-JP" altLang="en-US"/>
              </a:p>
            </p:txBody>
          </p:sp>
          <p:cxnSp>
            <p:nvCxnSpPr>
              <p:cNvPr id="52405" name="AutoShape 31"/>
              <p:cNvCxnSpPr>
                <a:cxnSpLocks noChangeShapeType="1"/>
                <a:stCxn id="52403" idx="4"/>
                <a:endCxn id="52404" idx="0"/>
              </p:cNvCxnSpPr>
              <p:nvPr/>
            </p:nvCxnSpPr>
            <p:spPr bwMode="auto">
              <a:xfrm rot="5400000">
                <a:off x="520" y="3264"/>
                <a:ext cx="137" cy="118"/>
              </a:xfrm>
              <a:prstGeom prst="straightConnector1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52406" name="AutoShape 32"/>
              <p:cNvCxnSpPr>
                <a:cxnSpLocks noChangeShapeType="1"/>
                <a:stCxn id="52404" idx="4"/>
                <a:endCxn id="46256" idx="0"/>
              </p:cNvCxnSpPr>
              <p:nvPr/>
            </p:nvCxnSpPr>
            <p:spPr bwMode="auto">
              <a:xfrm rot="5400000">
                <a:off x="360" y="3470"/>
                <a:ext cx="166" cy="174"/>
              </a:xfrm>
              <a:prstGeom prst="straightConnector1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52407" name="AutoShape 33"/>
              <p:cNvCxnSpPr>
                <a:cxnSpLocks noChangeShapeType="1"/>
                <a:stCxn id="52404" idx="4"/>
                <a:endCxn id="46255" idx="0"/>
              </p:cNvCxnSpPr>
              <p:nvPr/>
            </p:nvCxnSpPr>
            <p:spPr bwMode="auto">
              <a:xfrm rot="16200000" flipH="1">
                <a:off x="479" y="3525"/>
                <a:ext cx="166" cy="65"/>
              </a:xfrm>
              <a:prstGeom prst="straightConnector1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grpSp>
          <p:nvGrpSpPr>
            <p:cNvPr id="52395" name="Group 34"/>
            <p:cNvGrpSpPr>
              <a:grpSpLocks/>
            </p:cNvGrpSpPr>
            <p:nvPr/>
          </p:nvGrpSpPr>
          <p:grpSpPr bwMode="auto">
            <a:xfrm>
              <a:off x="756" y="3121"/>
              <a:ext cx="119" cy="213"/>
              <a:chOff x="1429" y="2704"/>
              <a:chExt cx="119" cy="213"/>
            </a:xfrm>
          </p:grpSpPr>
          <p:sp>
            <p:nvSpPr>
              <p:cNvPr id="52401" name="Oval 35"/>
              <p:cNvSpPr>
                <a:spLocks noChangeArrowheads="1"/>
              </p:cNvSpPr>
              <p:nvPr/>
            </p:nvSpPr>
            <p:spPr bwMode="auto">
              <a:xfrm>
                <a:off x="1429" y="2704"/>
                <a:ext cx="118" cy="83"/>
              </a:xfrm>
              <a:prstGeom prst="ellipse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1pPr>
                <a:lvl2pPr marL="742950" indent="-28575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2pPr>
                <a:lvl3pPr marL="11430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3pPr>
                <a:lvl4pPr marL="16002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4pPr>
                <a:lvl5pPr marL="20574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9pPr>
              </a:lstStyle>
              <a:p>
                <a:pPr eaLnBrk="1" hangingPunct="1"/>
                <a:endParaRPr lang="ja-JP" altLang="en-US"/>
              </a:p>
            </p:txBody>
          </p:sp>
          <p:cxnSp>
            <p:nvCxnSpPr>
              <p:cNvPr id="52402" name="AutoShape 37"/>
              <p:cNvCxnSpPr>
                <a:cxnSpLocks noChangeShapeType="1"/>
                <a:stCxn id="52401" idx="4"/>
                <a:endCxn id="46257" idx="0"/>
              </p:cNvCxnSpPr>
              <p:nvPr/>
            </p:nvCxnSpPr>
            <p:spPr bwMode="auto">
              <a:xfrm rot="16200000" flipH="1">
                <a:off x="1453" y="2822"/>
                <a:ext cx="130" cy="60"/>
              </a:xfrm>
              <a:prstGeom prst="straightConnector1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sp>
          <p:nvSpPr>
            <p:cNvPr id="46255" name="Oval 38"/>
            <p:cNvSpPr>
              <a:spLocks noChangeArrowheads="1"/>
            </p:cNvSpPr>
            <p:nvPr/>
          </p:nvSpPr>
          <p:spPr bwMode="auto">
            <a:xfrm>
              <a:off x="488" y="3545"/>
              <a:ext cx="136" cy="90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9525" cmpd="sng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>
                <a:defRPr/>
              </a:pPr>
              <a:endParaRPr lang="ja-JP" altLang="en-US"/>
            </a:p>
          </p:txBody>
        </p:sp>
        <p:sp>
          <p:nvSpPr>
            <p:cNvPr id="46256" name="Oval 39"/>
            <p:cNvSpPr>
              <a:spLocks noChangeArrowheads="1"/>
            </p:cNvSpPr>
            <p:nvPr/>
          </p:nvSpPr>
          <p:spPr bwMode="auto">
            <a:xfrm>
              <a:off x="249" y="3545"/>
              <a:ext cx="138" cy="90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9525" cmpd="sng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>
                <a:defRPr/>
              </a:pPr>
              <a:endParaRPr lang="ja-JP" altLang="en-US"/>
            </a:p>
          </p:txBody>
        </p:sp>
        <p:sp>
          <p:nvSpPr>
            <p:cNvPr id="46257" name="Oval 40"/>
            <p:cNvSpPr>
              <a:spLocks noChangeArrowheads="1"/>
            </p:cNvSpPr>
            <p:nvPr/>
          </p:nvSpPr>
          <p:spPr bwMode="auto">
            <a:xfrm>
              <a:off x="807" y="3334"/>
              <a:ext cx="138" cy="89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9525" cmpd="sng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>
                <a:defRPr/>
              </a:pPr>
              <a:endParaRPr lang="ja-JP" altLang="en-US"/>
            </a:p>
          </p:txBody>
        </p:sp>
        <p:sp>
          <p:nvSpPr>
            <p:cNvPr id="46258" name="Oval 41"/>
            <p:cNvSpPr>
              <a:spLocks noChangeArrowheads="1"/>
            </p:cNvSpPr>
            <p:nvPr/>
          </p:nvSpPr>
          <p:spPr bwMode="auto">
            <a:xfrm>
              <a:off x="989" y="3588"/>
              <a:ext cx="136" cy="90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9525" cmpd="sng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>
                <a:defRPr/>
              </a:pPr>
              <a:endParaRPr lang="ja-JP" altLang="en-US"/>
            </a:p>
          </p:txBody>
        </p:sp>
        <p:sp>
          <p:nvSpPr>
            <p:cNvPr id="46259" name="Oval 42"/>
            <p:cNvSpPr>
              <a:spLocks noChangeArrowheads="1"/>
            </p:cNvSpPr>
            <p:nvPr/>
          </p:nvSpPr>
          <p:spPr bwMode="auto">
            <a:xfrm>
              <a:off x="1147" y="3364"/>
              <a:ext cx="138" cy="89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9525" cmpd="sng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>
                <a:defRPr/>
              </a:pPr>
              <a:endParaRPr lang="ja-JP" altLang="en-US"/>
            </a:p>
          </p:txBody>
        </p:sp>
      </p:grpSp>
      <p:grpSp>
        <p:nvGrpSpPr>
          <p:cNvPr id="52242" name="Group 44"/>
          <p:cNvGrpSpPr>
            <a:grpSpLocks/>
          </p:cNvGrpSpPr>
          <p:nvPr/>
        </p:nvGrpSpPr>
        <p:grpSpPr bwMode="auto">
          <a:xfrm>
            <a:off x="3562350" y="1990725"/>
            <a:ext cx="1060450" cy="825500"/>
            <a:chOff x="612" y="1162"/>
            <a:chExt cx="1160" cy="792"/>
          </a:xfrm>
        </p:grpSpPr>
        <p:grpSp>
          <p:nvGrpSpPr>
            <p:cNvPr id="52361" name="Group 45"/>
            <p:cNvGrpSpPr>
              <a:grpSpLocks/>
            </p:cNvGrpSpPr>
            <p:nvPr/>
          </p:nvGrpSpPr>
          <p:grpSpPr bwMode="auto">
            <a:xfrm>
              <a:off x="867" y="1162"/>
              <a:ext cx="667" cy="701"/>
              <a:chOff x="867" y="1133"/>
              <a:chExt cx="667" cy="701"/>
            </a:xfrm>
          </p:grpSpPr>
          <p:sp>
            <p:nvSpPr>
              <p:cNvPr id="52378" name="Oval 46"/>
              <p:cNvSpPr>
                <a:spLocks noChangeArrowheads="1"/>
              </p:cNvSpPr>
              <p:nvPr/>
            </p:nvSpPr>
            <p:spPr bwMode="auto">
              <a:xfrm>
                <a:off x="1079" y="1133"/>
                <a:ext cx="118" cy="83"/>
              </a:xfrm>
              <a:prstGeom prst="ellips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1pPr>
                <a:lvl2pPr marL="742950" indent="-28575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2pPr>
                <a:lvl3pPr marL="11430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3pPr>
                <a:lvl4pPr marL="16002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4pPr>
                <a:lvl5pPr marL="20574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9pPr>
              </a:lstStyle>
              <a:p>
                <a:pPr eaLnBrk="1" hangingPunct="1"/>
                <a:endParaRPr lang="ja-JP" altLang="en-US"/>
              </a:p>
            </p:txBody>
          </p:sp>
          <p:sp>
            <p:nvSpPr>
              <p:cNvPr id="52379" name="Oval 47"/>
              <p:cNvSpPr>
                <a:spLocks noChangeArrowheads="1"/>
              </p:cNvSpPr>
              <p:nvPr/>
            </p:nvSpPr>
            <p:spPr bwMode="auto">
              <a:xfrm>
                <a:off x="1282" y="1369"/>
                <a:ext cx="117" cy="82"/>
              </a:xfrm>
              <a:prstGeom prst="ellips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1pPr>
                <a:lvl2pPr marL="742950" indent="-28575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2pPr>
                <a:lvl3pPr marL="11430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3pPr>
                <a:lvl4pPr marL="16002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4pPr>
                <a:lvl5pPr marL="20574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9pPr>
              </a:lstStyle>
              <a:p>
                <a:pPr eaLnBrk="1" hangingPunct="1"/>
                <a:endParaRPr lang="ja-JP" altLang="en-US"/>
              </a:p>
            </p:txBody>
          </p:sp>
          <p:sp>
            <p:nvSpPr>
              <p:cNvPr id="52380" name="Oval 48"/>
              <p:cNvSpPr>
                <a:spLocks noChangeArrowheads="1"/>
              </p:cNvSpPr>
              <p:nvPr/>
            </p:nvSpPr>
            <p:spPr bwMode="auto">
              <a:xfrm>
                <a:off x="962" y="1353"/>
                <a:ext cx="117" cy="83"/>
              </a:xfrm>
              <a:prstGeom prst="ellips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1pPr>
                <a:lvl2pPr marL="742950" indent="-28575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2pPr>
                <a:lvl3pPr marL="11430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3pPr>
                <a:lvl4pPr marL="16002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4pPr>
                <a:lvl5pPr marL="20574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9pPr>
              </a:lstStyle>
              <a:p>
                <a:pPr eaLnBrk="1" hangingPunct="1"/>
                <a:endParaRPr lang="ja-JP" altLang="en-US"/>
              </a:p>
            </p:txBody>
          </p:sp>
          <p:sp>
            <p:nvSpPr>
              <p:cNvPr id="52381" name="Oval 49"/>
              <p:cNvSpPr>
                <a:spLocks noChangeArrowheads="1"/>
              </p:cNvSpPr>
              <p:nvPr/>
            </p:nvSpPr>
            <p:spPr bwMode="auto">
              <a:xfrm>
                <a:off x="1129" y="1365"/>
                <a:ext cx="117" cy="82"/>
              </a:xfrm>
              <a:prstGeom prst="ellipse">
                <a:avLst/>
              </a:prstGeom>
              <a:solidFill>
                <a:schemeClr val="hlink"/>
              </a:solidFill>
              <a:ln w="28575">
                <a:solidFill>
                  <a:srgbClr val="0000FF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1pPr>
                <a:lvl2pPr marL="742950" indent="-28575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2pPr>
                <a:lvl3pPr marL="11430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3pPr>
                <a:lvl4pPr marL="16002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4pPr>
                <a:lvl5pPr marL="20574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9pPr>
              </a:lstStyle>
              <a:p>
                <a:pPr eaLnBrk="1" hangingPunct="1"/>
                <a:endParaRPr lang="ja-JP" altLang="en-US"/>
              </a:p>
            </p:txBody>
          </p:sp>
          <p:sp>
            <p:nvSpPr>
              <p:cNvPr id="52382" name="Oval 54"/>
              <p:cNvSpPr>
                <a:spLocks noChangeArrowheads="1"/>
              </p:cNvSpPr>
              <p:nvPr/>
            </p:nvSpPr>
            <p:spPr bwMode="auto">
              <a:xfrm>
                <a:off x="1138" y="1639"/>
                <a:ext cx="117" cy="82"/>
              </a:xfrm>
              <a:prstGeom prst="ellips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1pPr>
                <a:lvl2pPr marL="742950" indent="-28575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2pPr>
                <a:lvl3pPr marL="11430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3pPr>
                <a:lvl4pPr marL="16002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4pPr>
                <a:lvl5pPr marL="20574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9pPr>
              </a:lstStyle>
              <a:p>
                <a:pPr eaLnBrk="1" hangingPunct="1"/>
                <a:endParaRPr lang="ja-JP" altLang="en-US"/>
              </a:p>
            </p:txBody>
          </p:sp>
          <p:sp>
            <p:nvSpPr>
              <p:cNvPr id="52383" name="Oval 55"/>
              <p:cNvSpPr>
                <a:spLocks noChangeArrowheads="1"/>
              </p:cNvSpPr>
              <p:nvPr/>
            </p:nvSpPr>
            <p:spPr bwMode="auto">
              <a:xfrm>
                <a:off x="1294" y="1627"/>
                <a:ext cx="118" cy="83"/>
              </a:xfrm>
              <a:prstGeom prst="ellips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1pPr>
                <a:lvl2pPr marL="742950" indent="-28575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2pPr>
                <a:lvl3pPr marL="11430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3pPr>
                <a:lvl4pPr marL="16002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4pPr>
                <a:lvl5pPr marL="20574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9pPr>
              </a:lstStyle>
              <a:p>
                <a:pPr eaLnBrk="1" hangingPunct="1"/>
                <a:endParaRPr lang="ja-JP" altLang="en-US"/>
              </a:p>
            </p:txBody>
          </p:sp>
          <p:cxnSp>
            <p:nvCxnSpPr>
              <p:cNvPr id="52384" name="AutoShape 56"/>
              <p:cNvCxnSpPr>
                <a:cxnSpLocks noChangeShapeType="1"/>
                <a:stCxn id="52378" idx="4"/>
                <a:endCxn id="52380" idx="0"/>
              </p:cNvCxnSpPr>
              <p:nvPr/>
            </p:nvCxnSpPr>
            <p:spPr bwMode="auto">
              <a:xfrm rot="5400000">
                <a:off x="1011" y="1226"/>
                <a:ext cx="137" cy="118"/>
              </a:xfrm>
              <a:prstGeom prst="straightConnector1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52385" name="AutoShape 57"/>
              <p:cNvCxnSpPr>
                <a:cxnSpLocks noChangeShapeType="1"/>
                <a:stCxn id="52378" idx="5"/>
                <a:endCxn id="52379" idx="0"/>
              </p:cNvCxnSpPr>
              <p:nvPr/>
            </p:nvCxnSpPr>
            <p:spPr bwMode="auto">
              <a:xfrm rot="16200000" flipH="1">
                <a:off x="1178" y="1206"/>
                <a:ext cx="165" cy="161"/>
              </a:xfrm>
              <a:prstGeom prst="straightConnector1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52386" name="AutoShape 58"/>
              <p:cNvCxnSpPr>
                <a:cxnSpLocks noChangeShapeType="1"/>
                <a:stCxn id="52380" idx="4"/>
                <a:endCxn id="46213" idx="0"/>
              </p:cNvCxnSpPr>
              <p:nvPr/>
            </p:nvCxnSpPr>
            <p:spPr bwMode="auto">
              <a:xfrm rot="5400000">
                <a:off x="844" y="1459"/>
                <a:ext cx="199" cy="153"/>
              </a:xfrm>
              <a:prstGeom prst="straightConnector1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52387" name="AutoShape 59"/>
              <p:cNvCxnSpPr>
                <a:cxnSpLocks noChangeShapeType="1"/>
                <a:stCxn id="52380" idx="4"/>
                <a:endCxn id="46214" idx="0"/>
              </p:cNvCxnSpPr>
              <p:nvPr/>
            </p:nvCxnSpPr>
            <p:spPr bwMode="auto">
              <a:xfrm rot="16200000" flipH="1">
                <a:off x="928" y="1529"/>
                <a:ext cx="199" cy="14"/>
              </a:xfrm>
              <a:prstGeom prst="straightConnector1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52388" name="AutoShape 60"/>
              <p:cNvCxnSpPr>
                <a:cxnSpLocks noChangeShapeType="1"/>
                <a:stCxn id="52378" idx="4"/>
                <a:endCxn id="52381" idx="0"/>
              </p:cNvCxnSpPr>
              <p:nvPr/>
            </p:nvCxnSpPr>
            <p:spPr bwMode="auto">
              <a:xfrm>
                <a:off x="1138" y="1220"/>
                <a:ext cx="49" cy="141"/>
              </a:xfrm>
              <a:prstGeom prst="straightConnector1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52389" name="AutoShape 61"/>
              <p:cNvCxnSpPr>
                <a:cxnSpLocks noChangeShapeType="1"/>
                <a:stCxn id="52379" idx="4"/>
                <a:endCxn id="46212" idx="0"/>
              </p:cNvCxnSpPr>
              <p:nvPr/>
            </p:nvCxnSpPr>
            <p:spPr bwMode="auto">
              <a:xfrm rot="16200000" flipH="1">
                <a:off x="1345" y="1446"/>
                <a:ext cx="184" cy="194"/>
              </a:xfrm>
              <a:prstGeom prst="straightConnector1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52390" name="AutoShape 62"/>
              <p:cNvCxnSpPr>
                <a:cxnSpLocks noChangeShapeType="1"/>
                <a:stCxn id="52383" idx="4"/>
              </p:cNvCxnSpPr>
              <p:nvPr/>
            </p:nvCxnSpPr>
            <p:spPr bwMode="auto">
              <a:xfrm>
                <a:off x="1353" y="1714"/>
                <a:ext cx="23" cy="120"/>
              </a:xfrm>
              <a:prstGeom prst="straightConnector1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52391" name="AutoShape 63"/>
              <p:cNvCxnSpPr>
                <a:cxnSpLocks noChangeShapeType="1"/>
                <a:stCxn id="52379" idx="4"/>
                <a:endCxn id="52382" idx="0"/>
              </p:cNvCxnSpPr>
              <p:nvPr/>
            </p:nvCxnSpPr>
            <p:spPr bwMode="auto">
              <a:xfrm flipH="1">
                <a:off x="1197" y="1455"/>
                <a:ext cx="144" cy="180"/>
              </a:xfrm>
              <a:prstGeom prst="straightConnector1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52392" name="AutoShape 64"/>
              <p:cNvCxnSpPr>
                <a:cxnSpLocks noChangeShapeType="1"/>
                <a:stCxn id="52383" idx="0"/>
                <a:endCxn id="52379" idx="4"/>
              </p:cNvCxnSpPr>
              <p:nvPr/>
            </p:nvCxnSpPr>
            <p:spPr bwMode="auto">
              <a:xfrm flipH="1" flipV="1">
                <a:off x="1341" y="1455"/>
                <a:ext cx="12" cy="168"/>
              </a:xfrm>
              <a:prstGeom prst="straightConnector1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sp>
          <p:nvSpPr>
            <p:cNvPr id="52362" name="Oval 65"/>
            <p:cNvSpPr>
              <a:spLocks noChangeArrowheads="1"/>
            </p:cNvSpPr>
            <p:nvPr/>
          </p:nvSpPr>
          <p:spPr bwMode="auto">
            <a:xfrm>
              <a:off x="839" y="1871"/>
              <a:ext cx="118" cy="83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endParaRPr lang="ja-JP" altLang="en-US"/>
            </a:p>
          </p:txBody>
        </p:sp>
        <p:cxnSp>
          <p:nvCxnSpPr>
            <p:cNvPr id="52363" name="AutoShape 66"/>
            <p:cNvCxnSpPr>
              <a:cxnSpLocks noChangeShapeType="1"/>
              <a:endCxn id="52362" idx="0"/>
            </p:cNvCxnSpPr>
            <p:nvPr/>
          </p:nvCxnSpPr>
          <p:spPr bwMode="auto">
            <a:xfrm rot="10800000" flipV="1">
              <a:off x="898" y="1748"/>
              <a:ext cx="163" cy="123"/>
            </a:xfrm>
            <a:prstGeom prst="straightConnector1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2364" name="AutoShape 67"/>
            <p:cNvCxnSpPr>
              <a:cxnSpLocks noChangeShapeType="1"/>
              <a:stCxn id="52379" idx="4"/>
              <a:endCxn id="52370" idx="0"/>
            </p:cNvCxnSpPr>
            <p:nvPr/>
          </p:nvCxnSpPr>
          <p:spPr bwMode="auto">
            <a:xfrm rot="16200000" flipH="1">
              <a:off x="1445" y="1376"/>
              <a:ext cx="165" cy="373"/>
            </a:xfrm>
            <a:prstGeom prst="straightConnector1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2365" name="AutoShape 68"/>
            <p:cNvCxnSpPr>
              <a:cxnSpLocks noChangeShapeType="1"/>
              <a:stCxn id="52380" idx="4"/>
              <a:endCxn id="52372" idx="0"/>
            </p:cNvCxnSpPr>
            <p:nvPr/>
          </p:nvCxnSpPr>
          <p:spPr bwMode="auto">
            <a:xfrm rot="5400000">
              <a:off x="756" y="1380"/>
              <a:ext cx="180" cy="350"/>
            </a:xfrm>
            <a:prstGeom prst="straightConnector1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2366" name="AutoShape 69"/>
            <p:cNvCxnSpPr>
              <a:cxnSpLocks noChangeShapeType="1"/>
              <a:endCxn id="52375" idx="0"/>
            </p:cNvCxnSpPr>
            <p:nvPr/>
          </p:nvCxnSpPr>
          <p:spPr bwMode="auto">
            <a:xfrm rot="10800000" flipV="1">
              <a:off x="716" y="1748"/>
              <a:ext cx="345" cy="123"/>
            </a:xfrm>
            <a:prstGeom prst="straightConnector1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2367" name="AutoShape 70"/>
            <p:cNvCxnSpPr>
              <a:cxnSpLocks noChangeShapeType="1"/>
              <a:stCxn id="46212" idx="4"/>
            </p:cNvCxnSpPr>
            <p:nvPr/>
          </p:nvCxnSpPr>
          <p:spPr bwMode="auto">
            <a:xfrm rot="16200000" flipH="1">
              <a:off x="1559" y="1729"/>
              <a:ext cx="117" cy="167"/>
            </a:xfrm>
            <a:prstGeom prst="straightConnector1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2368" name="AutoShape 71"/>
            <p:cNvCxnSpPr>
              <a:cxnSpLocks noChangeShapeType="1"/>
              <a:stCxn id="52383" idx="4"/>
              <a:endCxn id="52374" idx="0"/>
            </p:cNvCxnSpPr>
            <p:nvPr/>
          </p:nvCxnSpPr>
          <p:spPr bwMode="auto">
            <a:xfrm rot="16200000" flipH="1">
              <a:off x="1376" y="1716"/>
              <a:ext cx="132" cy="178"/>
            </a:xfrm>
            <a:prstGeom prst="straightConnector1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2369" name="AutoShape 72"/>
            <p:cNvCxnSpPr>
              <a:cxnSpLocks noChangeShapeType="1"/>
              <a:stCxn id="52378" idx="3"/>
              <a:endCxn id="52371" idx="0"/>
            </p:cNvCxnSpPr>
            <p:nvPr/>
          </p:nvCxnSpPr>
          <p:spPr bwMode="auto">
            <a:xfrm rot="5400000">
              <a:off x="881" y="1158"/>
              <a:ext cx="140" cy="290"/>
            </a:xfrm>
            <a:prstGeom prst="straightConnector1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52370" name="Oval 73"/>
            <p:cNvSpPr>
              <a:spLocks noChangeArrowheads="1"/>
            </p:cNvSpPr>
            <p:nvPr/>
          </p:nvSpPr>
          <p:spPr bwMode="auto">
            <a:xfrm>
              <a:off x="1655" y="1645"/>
              <a:ext cx="117" cy="82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endParaRPr lang="ja-JP" altLang="en-US"/>
            </a:p>
          </p:txBody>
        </p:sp>
        <p:sp>
          <p:nvSpPr>
            <p:cNvPr id="52371" name="Oval 74"/>
            <p:cNvSpPr>
              <a:spLocks noChangeArrowheads="1"/>
            </p:cNvSpPr>
            <p:nvPr/>
          </p:nvSpPr>
          <p:spPr bwMode="auto">
            <a:xfrm>
              <a:off x="748" y="1373"/>
              <a:ext cx="117" cy="82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endParaRPr lang="ja-JP" altLang="en-US"/>
            </a:p>
          </p:txBody>
        </p:sp>
        <p:sp>
          <p:nvSpPr>
            <p:cNvPr id="52372" name="Oval 75"/>
            <p:cNvSpPr>
              <a:spLocks noChangeArrowheads="1"/>
            </p:cNvSpPr>
            <p:nvPr/>
          </p:nvSpPr>
          <p:spPr bwMode="auto">
            <a:xfrm>
              <a:off x="612" y="1645"/>
              <a:ext cx="117" cy="82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endParaRPr lang="ja-JP" altLang="en-US"/>
            </a:p>
          </p:txBody>
        </p:sp>
        <p:sp>
          <p:nvSpPr>
            <p:cNvPr id="52373" name="Oval 76"/>
            <p:cNvSpPr>
              <a:spLocks noChangeArrowheads="1"/>
            </p:cNvSpPr>
            <p:nvPr/>
          </p:nvSpPr>
          <p:spPr bwMode="auto">
            <a:xfrm>
              <a:off x="1655" y="1871"/>
              <a:ext cx="117" cy="82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endParaRPr lang="ja-JP" altLang="en-US"/>
            </a:p>
          </p:txBody>
        </p:sp>
        <p:sp>
          <p:nvSpPr>
            <p:cNvPr id="52374" name="Oval 77"/>
            <p:cNvSpPr>
              <a:spLocks noChangeArrowheads="1"/>
            </p:cNvSpPr>
            <p:nvPr/>
          </p:nvSpPr>
          <p:spPr bwMode="auto">
            <a:xfrm>
              <a:off x="1473" y="1871"/>
              <a:ext cx="117" cy="82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endParaRPr lang="ja-JP" altLang="en-US"/>
            </a:p>
          </p:txBody>
        </p:sp>
        <p:sp>
          <p:nvSpPr>
            <p:cNvPr id="52375" name="Oval 78"/>
            <p:cNvSpPr>
              <a:spLocks noChangeArrowheads="1"/>
            </p:cNvSpPr>
            <p:nvPr/>
          </p:nvSpPr>
          <p:spPr bwMode="auto">
            <a:xfrm>
              <a:off x="657" y="1871"/>
              <a:ext cx="117" cy="82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endParaRPr lang="ja-JP" altLang="en-US"/>
            </a:p>
          </p:txBody>
        </p:sp>
        <p:sp>
          <p:nvSpPr>
            <p:cNvPr id="52376" name="Oval 79"/>
            <p:cNvSpPr>
              <a:spLocks noChangeArrowheads="1"/>
            </p:cNvSpPr>
            <p:nvPr/>
          </p:nvSpPr>
          <p:spPr bwMode="auto">
            <a:xfrm>
              <a:off x="1066" y="1871"/>
              <a:ext cx="117" cy="82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endParaRPr lang="ja-JP" altLang="en-US"/>
            </a:p>
          </p:txBody>
        </p:sp>
        <p:cxnSp>
          <p:nvCxnSpPr>
            <p:cNvPr id="52377" name="AutoShape 80"/>
            <p:cNvCxnSpPr>
              <a:cxnSpLocks noChangeShapeType="1"/>
              <a:endCxn id="52376" idx="0"/>
            </p:cNvCxnSpPr>
            <p:nvPr/>
          </p:nvCxnSpPr>
          <p:spPr bwMode="auto">
            <a:xfrm rot="16200000" flipH="1">
              <a:off x="1031" y="1778"/>
              <a:ext cx="123" cy="64"/>
            </a:xfrm>
            <a:prstGeom prst="straightConnector1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sp>
        <p:nvSpPr>
          <p:cNvPr id="52243" name="AutoShape 81"/>
          <p:cNvSpPr>
            <a:spLocks noChangeArrowheads="1"/>
          </p:cNvSpPr>
          <p:nvPr/>
        </p:nvSpPr>
        <p:spPr bwMode="auto">
          <a:xfrm>
            <a:off x="3505200" y="1981200"/>
            <a:ext cx="1143000" cy="914400"/>
          </a:xfrm>
          <a:prstGeom prst="can">
            <a:avLst>
              <a:gd name="adj" fmla="val 25000"/>
            </a:avLst>
          </a:prstGeom>
          <a:solidFill>
            <a:srgbClr val="CCFFCC">
              <a:alpha val="0"/>
            </a:srgbClr>
          </a:solidFill>
          <a:ln w="222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endParaRPr lang="ja-JP" altLang="en-US"/>
          </a:p>
        </p:txBody>
      </p:sp>
      <p:sp>
        <p:nvSpPr>
          <p:cNvPr id="46211" name="Oval 83"/>
          <p:cNvSpPr>
            <a:spLocks noChangeArrowheads="1"/>
          </p:cNvSpPr>
          <p:nvPr/>
        </p:nvSpPr>
        <p:spPr bwMode="auto">
          <a:xfrm>
            <a:off x="4191001" y="2725738"/>
            <a:ext cx="125413" cy="93662"/>
          </a:xfrm>
          <a:prstGeom prst="ellipse">
            <a:avLst/>
          </a:prstGeom>
          <a:solidFill>
            <a:schemeClr val="bg1">
              <a:lumMod val="50000"/>
            </a:scheme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>
              <a:defRPr/>
            </a:pPr>
            <a:endParaRPr lang="ja-JP" altLang="en-US"/>
          </a:p>
        </p:txBody>
      </p:sp>
      <p:sp>
        <p:nvSpPr>
          <p:cNvPr id="46212" name="Oval 84"/>
          <p:cNvSpPr>
            <a:spLocks noChangeArrowheads="1"/>
          </p:cNvSpPr>
          <p:nvPr/>
        </p:nvSpPr>
        <p:spPr bwMode="auto">
          <a:xfrm>
            <a:off x="4343401" y="2514601"/>
            <a:ext cx="125413" cy="93663"/>
          </a:xfrm>
          <a:prstGeom prst="ellipse">
            <a:avLst/>
          </a:prstGeom>
          <a:solidFill>
            <a:schemeClr val="bg1">
              <a:lumMod val="50000"/>
            </a:scheme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>
              <a:defRPr/>
            </a:pPr>
            <a:endParaRPr lang="ja-JP" altLang="en-US"/>
          </a:p>
        </p:txBody>
      </p:sp>
      <p:sp>
        <p:nvSpPr>
          <p:cNvPr id="46213" name="Oval 85"/>
          <p:cNvSpPr>
            <a:spLocks noChangeArrowheads="1"/>
          </p:cNvSpPr>
          <p:nvPr/>
        </p:nvSpPr>
        <p:spPr bwMode="auto">
          <a:xfrm>
            <a:off x="3733801" y="2514601"/>
            <a:ext cx="125413" cy="93663"/>
          </a:xfrm>
          <a:prstGeom prst="ellipse">
            <a:avLst/>
          </a:prstGeom>
          <a:solidFill>
            <a:schemeClr val="bg1">
              <a:lumMod val="50000"/>
            </a:scheme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>
              <a:defRPr/>
            </a:pPr>
            <a:endParaRPr lang="ja-JP" altLang="en-US"/>
          </a:p>
        </p:txBody>
      </p:sp>
      <p:sp>
        <p:nvSpPr>
          <p:cNvPr id="46214" name="Oval 86"/>
          <p:cNvSpPr>
            <a:spLocks noChangeArrowheads="1"/>
          </p:cNvSpPr>
          <p:nvPr/>
        </p:nvSpPr>
        <p:spPr bwMode="auto">
          <a:xfrm>
            <a:off x="3886201" y="2514601"/>
            <a:ext cx="125413" cy="93663"/>
          </a:xfrm>
          <a:prstGeom prst="ellipse">
            <a:avLst/>
          </a:prstGeom>
          <a:solidFill>
            <a:schemeClr val="bg1">
              <a:lumMod val="50000"/>
            </a:scheme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>
              <a:defRPr/>
            </a:pPr>
            <a:endParaRPr lang="ja-JP" altLang="en-US"/>
          </a:p>
        </p:txBody>
      </p:sp>
      <p:sp>
        <p:nvSpPr>
          <p:cNvPr id="46215" name="Oval 87"/>
          <p:cNvSpPr>
            <a:spLocks noChangeArrowheads="1"/>
          </p:cNvSpPr>
          <p:nvPr/>
        </p:nvSpPr>
        <p:spPr bwMode="auto">
          <a:xfrm>
            <a:off x="4024313" y="2227263"/>
            <a:ext cx="125412" cy="93662"/>
          </a:xfrm>
          <a:prstGeom prst="ellipse">
            <a:avLst/>
          </a:prstGeom>
          <a:solidFill>
            <a:schemeClr val="bg1">
              <a:lumMod val="50000"/>
            </a:scheme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>
              <a:defRPr/>
            </a:pPr>
            <a:endParaRPr lang="ja-JP" altLang="en-US"/>
          </a:p>
        </p:txBody>
      </p:sp>
      <p:sp>
        <p:nvSpPr>
          <p:cNvPr id="52249" name="Text Box 145"/>
          <p:cNvSpPr txBox="1">
            <a:spLocks noChangeArrowheads="1"/>
          </p:cNvSpPr>
          <p:nvPr/>
        </p:nvSpPr>
        <p:spPr bwMode="auto">
          <a:xfrm>
            <a:off x="5170234" y="2949575"/>
            <a:ext cx="1661032" cy="7078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ja-JP" altLang="en-US" sz="2000" b="1">
                <a:solidFill>
                  <a:srgbClr val="003300"/>
                </a:solidFill>
                <a:latin typeface="ＭＳ Ｐゴシック" charset="-128"/>
              </a:rPr>
              <a:t>入力概念に</a:t>
            </a:r>
          </a:p>
          <a:p>
            <a:pPr algn="ctr" eaLnBrk="1" hangingPunct="1"/>
            <a:r>
              <a:rPr lang="ja-JP" altLang="en-US" sz="2000" b="1">
                <a:solidFill>
                  <a:srgbClr val="003300"/>
                </a:solidFill>
                <a:latin typeface="ＭＳ Ｐゴシック" charset="-128"/>
              </a:rPr>
              <a:t>関連するパス</a:t>
            </a:r>
          </a:p>
        </p:txBody>
      </p:sp>
      <p:sp>
        <p:nvSpPr>
          <p:cNvPr id="44051" name="AutoShape 146"/>
          <p:cNvSpPr>
            <a:spLocks noChangeArrowheads="1"/>
          </p:cNvSpPr>
          <p:nvPr/>
        </p:nvSpPr>
        <p:spPr bwMode="auto">
          <a:xfrm>
            <a:off x="2971800" y="2263775"/>
            <a:ext cx="457200" cy="400050"/>
          </a:xfrm>
          <a:prstGeom prst="rightArrow">
            <a:avLst>
              <a:gd name="adj1" fmla="val 50000"/>
              <a:gd name="adj2" fmla="val 57148"/>
            </a:avLst>
          </a:prstGeom>
          <a:solidFill>
            <a:schemeClr val="bg1">
              <a:lumMod val="85000"/>
            </a:schemeClr>
          </a:solidFill>
          <a:ln>
            <a:headEnd/>
            <a:tailEnd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anchor="ctr"/>
          <a:lstStyle/>
          <a:p>
            <a:pPr>
              <a:defRPr/>
            </a:pPr>
            <a:endParaRPr lang="ja-JP" altLang="en-US"/>
          </a:p>
        </p:txBody>
      </p:sp>
      <p:sp>
        <p:nvSpPr>
          <p:cNvPr id="44052" name="AutoShape 150"/>
          <p:cNvSpPr>
            <a:spLocks noChangeArrowheads="1"/>
          </p:cNvSpPr>
          <p:nvPr/>
        </p:nvSpPr>
        <p:spPr bwMode="auto">
          <a:xfrm>
            <a:off x="4800600" y="2263775"/>
            <a:ext cx="457200" cy="400050"/>
          </a:xfrm>
          <a:prstGeom prst="rightArrow">
            <a:avLst>
              <a:gd name="adj1" fmla="val 50000"/>
              <a:gd name="adj2" fmla="val 57148"/>
            </a:avLst>
          </a:prstGeom>
          <a:solidFill>
            <a:schemeClr val="bg1">
              <a:lumMod val="85000"/>
            </a:schemeClr>
          </a:solidFill>
          <a:ln>
            <a:headEnd/>
            <a:tailEnd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anchor="ctr"/>
          <a:lstStyle/>
          <a:p>
            <a:pPr>
              <a:defRPr/>
            </a:pPr>
            <a:endParaRPr lang="ja-JP" altLang="en-US"/>
          </a:p>
        </p:txBody>
      </p:sp>
      <p:sp>
        <p:nvSpPr>
          <p:cNvPr id="44053" name="AutoShape 151"/>
          <p:cNvSpPr>
            <a:spLocks noChangeArrowheads="1"/>
          </p:cNvSpPr>
          <p:nvPr/>
        </p:nvSpPr>
        <p:spPr bwMode="auto">
          <a:xfrm>
            <a:off x="6629400" y="2263775"/>
            <a:ext cx="457200" cy="400050"/>
          </a:xfrm>
          <a:prstGeom prst="rightArrow">
            <a:avLst>
              <a:gd name="adj1" fmla="val 50000"/>
              <a:gd name="adj2" fmla="val 57148"/>
            </a:avLst>
          </a:prstGeom>
          <a:solidFill>
            <a:schemeClr val="bg1">
              <a:lumMod val="85000"/>
            </a:schemeClr>
          </a:solidFill>
          <a:ln>
            <a:headEnd/>
            <a:tailEnd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anchor="ctr"/>
          <a:lstStyle/>
          <a:p>
            <a:pPr>
              <a:defRPr/>
            </a:pPr>
            <a:endParaRPr lang="ja-JP" altLang="en-US"/>
          </a:p>
        </p:txBody>
      </p:sp>
      <p:sp>
        <p:nvSpPr>
          <p:cNvPr id="44054" name="AutoShape 152"/>
          <p:cNvSpPr>
            <a:spLocks noChangeArrowheads="1"/>
          </p:cNvSpPr>
          <p:nvPr/>
        </p:nvSpPr>
        <p:spPr bwMode="auto">
          <a:xfrm>
            <a:off x="8610600" y="2244725"/>
            <a:ext cx="457200" cy="400050"/>
          </a:xfrm>
          <a:prstGeom prst="rightArrow">
            <a:avLst>
              <a:gd name="adj1" fmla="val 50000"/>
              <a:gd name="adj2" fmla="val 57148"/>
            </a:avLst>
          </a:prstGeom>
          <a:solidFill>
            <a:schemeClr val="bg1">
              <a:lumMod val="85000"/>
            </a:schemeClr>
          </a:solidFill>
          <a:ln>
            <a:headEnd/>
            <a:tailEnd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anchor="ctr"/>
          <a:lstStyle/>
          <a:p>
            <a:pPr>
              <a:defRPr/>
            </a:pPr>
            <a:endParaRPr lang="ja-JP" altLang="en-US"/>
          </a:p>
        </p:txBody>
      </p:sp>
      <p:sp>
        <p:nvSpPr>
          <p:cNvPr id="52254" name="Text Box 153"/>
          <p:cNvSpPr txBox="1">
            <a:spLocks noChangeArrowheads="1"/>
          </p:cNvSpPr>
          <p:nvPr/>
        </p:nvSpPr>
        <p:spPr bwMode="auto">
          <a:xfrm>
            <a:off x="7079270" y="2949575"/>
            <a:ext cx="1483098" cy="7078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ja-JP" altLang="en-US" sz="2000" b="1">
                <a:solidFill>
                  <a:srgbClr val="003300"/>
                </a:solidFill>
                <a:latin typeface="ＭＳ Ｐゴシック" charset="-128"/>
              </a:rPr>
              <a:t>ベストマッチ</a:t>
            </a:r>
          </a:p>
          <a:p>
            <a:pPr algn="ctr" eaLnBrk="1" hangingPunct="1"/>
            <a:r>
              <a:rPr lang="ja-JP" altLang="en-US" sz="2000" b="1">
                <a:solidFill>
                  <a:srgbClr val="003300"/>
                </a:solidFill>
                <a:latin typeface="ＭＳ Ｐゴシック" charset="-128"/>
              </a:rPr>
              <a:t>モデル</a:t>
            </a:r>
          </a:p>
        </p:txBody>
      </p:sp>
      <p:sp>
        <p:nvSpPr>
          <p:cNvPr id="52255" name="Text Box 154"/>
          <p:cNvSpPr txBox="1">
            <a:spLocks noChangeArrowheads="1"/>
          </p:cNvSpPr>
          <p:nvPr/>
        </p:nvSpPr>
        <p:spPr bwMode="auto">
          <a:xfrm>
            <a:off x="9144000" y="2949576"/>
            <a:ext cx="1436688" cy="708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ja-JP" altLang="en-US" sz="2000" b="1">
                <a:latin typeface="ＭＳ Ｐゴシック" charset="-128"/>
              </a:rPr>
              <a:t>概念階層</a:t>
            </a:r>
          </a:p>
          <a:p>
            <a:pPr algn="ctr" eaLnBrk="1" hangingPunct="1"/>
            <a:r>
              <a:rPr lang="ja-JP" altLang="en-US" sz="2000" b="1">
                <a:latin typeface="ＭＳ Ｐゴシック" charset="-128"/>
              </a:rPr>
              <a:t>初期モデル</a:t>
            </a:r>
          </a:p>
        </p:txBody>
      </p:sp>
      <p:sp>
        <p:nvSpPr>
          <p:cNvPr id="52256" name="Text Box 155"/>
          <p:cNvSpPr txBox="1">
            <a:spLocks noChangeArrowheads="1"/>
          </p:cNvSpPr>
          <p:nvPr/>
        </p:nvSpPr>
        <p:spPr bwMode="auto">
          <a:xfrm>
            <a:off x="4686300" y="1647825"/>
            <a:ext cx="800100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000" tIns="46800" rIns="90000" bIns="46800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ja-JP" altLang="en-US" sz="2400" b="1">
                <a:latin typeface="ＭＳ Ｐゴシック" charset="-128"/>
              </a:rPr>
              <a:t>抽出</a:t>
            </a:r>
          </a:p>
        </p:txBody>
      </p:sp>
      <p:sp>
        <p:nvSpPr>
          <p:cNvPr id="52257" name="Text Box 156"/>
          <p:cNvSpPr txBox="1">
            <a:spLocks noChangeArrowheads="1"/>
          </p:cNvSpPr>
          <p:nvPr/>
        </p:nvSpPr>
        <p:spPr bwMode="auto">
          <a:xfrm>
            <a:off x="6475414" y="1647825"/>
            <a:ext cx="801687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000" tIns="46800" rIns="90000" bIns="46800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ja-JP" altLang="en-US" sz="2400" b="1">
                <a:latin typeface="ＭＳ Ｐゴシック" charset="-128"/>
              </a:rPr>
              <a:t>合成</a:t>
            </a:r>
          </a:p>
        </p:txBody>
      </p:sp>
      <p:sp>
        <p:nvSpPr>
          <p:cNvPr id="52258" name="Text Box 157"/>
          <p:cNvSpPr txBox="1">
            <a:spLocks noChangeArrowheads="1"/>
          </p:cNvSpPr>
          <p:nvPr/>
        </p:nvSpPr>
        <p:spPr bwMode="auto">
          <a:xfrm>
            <a:off x="8420100" y="1647825"/>
            <a:ext cx="800100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000" tIns="46800" rIns="90000" bIns="46800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ja-JP" altLang="en-US" sz="2400" b="1">
                <a:latin typeface="ＭＳ Ｐゴシック" charset="-128"/>
              </a:rPr>
              <a:t>剪定</a:t>
            </a:r>
          </a:p>
        </p:txBody>
      </p:sp>
      <p:sp>
        <p:nvSpPr>
          <p:cNvPr id="44060" name="Rectangle 158"/>
          <p:cNvSpPr>
            <a:spLocks noChangeArrowheads="1"/>
          </p:cNvSpPr>
          <p:nvPr/>
        </p:nvSpPr>
        <p:spPr bwMode="auto">
          <a:xfrm>
            <a:off x="1524000" y="1524000"/>
            <a:ext cx="9144000" cy="2362200"/>
          </a:xfrm>
          <a:prstGeom prst="rect">
            <a:avLst/>
          </a:prstGeom>
          <a:noFill/>
          <a:ln>
            <a:headEnd/>
            <a:tailEnd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anchor="ctr"/>
          <a:lstStyle/>
          <a:p>
            <a:pPr>
              <a:defRPr/>
            </a:pPr>
            <a:endParaRPr lang="ja-JP" altLang="en-US"/>
          </a:p>
        </p:txBody>
      </p:sp>
      <p:sp>
        <p:nvSpPr>
          <p:cNvPr id="44061" name="Text Box 159"/>
          <p:cNvSpPr txBox="1">
            <a:spLocks noChangeArrowheads="1"/>
          </p:cNvSpPr>
          <p:nvPr/>
        </p:nvSpPr>
        <p:spPr bwMode="auto">
          <a:xfrm>
            <a:off x="1524001" y="1057276"/>
            <a:ext cx="1412875" cy="466725"/>
          </a:xfrm>
          <a:prstGeom prst="rect">
            <a:avLst/>
          </a:prstGeom>
          <a:ln>
            <a:headEnd/>
            <a:tailEnd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>
              <a:defRPr/>
            </a:pPr>
            <a:r>
              <a:rPr lang="ja-JP" altLang="en-US" sz="2400" b="1"/>
              <a:t>階層構築</a:t>
            </a:r>
          </a:p>
        </p:txBody>
      </p:sp>
      <p:sp>
        <p:nvSpPr>
          <p:cNvPr id="52261" name="Text Box 178"/>
          <p:cNvSpPr txBox="1">
            <a:spLocks noChangeArrowheads="1"/>
          </p:cNvSpPr>
          <p:nvPr/>
        </p:nvSpPr>
        <p:spPr bwMode="auto">
          <a:xfrm>
            <a:off x="1778001" y="6384925"/>
            <a:ext cx="2468563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ja-JP" altLang="en-US" sz="2000" b="1">
                <a:latin typeface="ＭＳ Ｐゴシック" charset="-128"/>
              </a:rPr>
              <a:t>概念階層初期モデル</a:t>
            </a:r>
          </a:p>
        </p:txBody>
      </p:sp>
      <p:sp>
        <p:nvSpPr>
          <p:cNvPr id="52262" name="Text Box 179"/>
          <p:cNvSpPr txBox="1">
            <a:spLocks noChangeArrowheads="1"/>
          </p:cNvSpPr>
          <p:nvPr/>
        </p:nvSpPr>
        <p:spPr bwMode="auto">
          <a:xfrm>
            <a:off x="1981201" y="4800601"/>
            <a:ext cx="1990725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ja-JP" altLang="en-US"/>
              <a:t>一般的な階層構造</a:t>
            </a:r>
          </a:p>
        </p:txBody>
      </p:sp>
      <p:sp>
        <p:nvSpPr>
          <p:cNvPr id="52263" name="Text Box 201"/>
          <p:cNvSpPr txBox="1">
            <a:spLocks noChangeArrowheads="1"/>
          </p:cNvSpPr>
          <p:nvPr/>
        </p:nvSpPr>
        <p:spPr bwMode="auto">
          <a:xfrm>
            <a:off x="7270750" y="6384925"/>
            <a:ext cx="3321050" cy="40005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ja-JP" altLang="en-US" sz="2000" b="1">
                <a:latin typeface="ＭＳ Ｐゴシック" charset="-128"/>
              </a:rPr>
              <a:t>領域オントロジーの概念階層</a:t>
            </a:r>
          </a:p>
        </p:txBody>
      </p:sp>
      <p:sp>
        <p:nvSpPr>
          <p:cNvPr id="52264" name="Text Box 238"/>
          <p:cNvSpPr txBox="1">
            <a:spLocks noChangeArrowheads="1"/>
          </p:cNvSpPr>
          <p:nvPr/>
        </p:nvSpPr>
        <p:spPr bwMode="auto">
          <a:xfrm>
            <a:off x="4953000" y="5410200"/>
            <a:ext cx="1828800" cy="376238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ja-JP" altLang="en-US"/>
              <a:t>照合結果分析</a:t>
            </a:r>
          </a:p>
        </p:txBody>
      </p:sp>
      <p:sp>
        <p:nvSpPr>
          <p:cNvPr id="52265" name="Text Box 239"/>
          <p:cNvSpPr txBox="1">
            <a:spLocks noChangeArrowheads="1"/>
          </p:cNvSpPr>
          <p:nvPr/>
        </p:nvSpPr>
        <p:spPr bwMode="auto">
          <a:xfrm>
            <a:off x="4953000" y="5867400"/>
            <a:ext cx="1828800" cy="376238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ja-JP" altLang="en-US"/>
              <a:t>剪定結果分析</a:t>
            </a:r>
          </a:p>
        </p:txBody>
      </p:sp>
      <p:sp>
        <p:nvSpPr>
          <p:cNvPr id="52266" name="Text Box 240"/>
          <p:cNvSpPr txBox="1">
            <a:spLocks noChangeArrowheads="1"/>
          </p:cNvSpPr>
          <p:nvPr/>
        </p:nvSpPr>
        <p:spPr bwMode="auto">
          <a:xfrm>
            <a:off x="4953000" y="6329364"/>
            <a:ext cx="1828800" cy="37623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ja-JP" altLang="en-US"/>
              <a:t>多重継承の除去</a:t>
            </a:r>
          </a:p>
        </p:txBody>
      </p:sp>
      <p:sp>
        <p:nvSpPr>
          <p:cNvPr id="44084" name="AutoShape 241"/>
          <p:cNvSpPr>
            <a:spLocks noChangeArrowheads="1"/>
          </p:cNvSpPr>
          <p:nvPr/>
        </p:nvSpPr>
        <p:spPr bwMode="auto">
          <a:xfrm>
            <a:off x="3886200" y="5619750"/>
            <a:ext cx="457200" cy="400050"/>
          </a:xfrm>
          <a:prstGeom prst="rightArrow">
            <a:avLst>
              <a:gd name="adj1" fmla="val 50000"/>
              <a:gd name="adj2" fmla="val 57148"/>
            </a:avLst>
          </a:prstGeom>
          <a:solidFill>
            <a:schemeClr val="bg1">
              <a:lumMod val="85000"/>
            </a:schemeClr>
          </a:solidFill>
          <a:ln>
            <a:headEnd/>
            <a:tailEnd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anchor="ctr"/>
          <a:lstStyle/>
          <a:p>
            <a:pPr>
              <a:defRPr/>
            </a:pPr>
            <a:endParaRPr lang="ja-JP" altLang="en-US"/>
          </a:p>
        </p:txBody>
      </p:sp>
      <p:sp>
        <p:nvSpPr>
          <p:cNvPr id="44085" name="AutoShape 242"/>
          <p:cNvSpPr>
            <a:spLocks noChangeArrowheads="1"/>
          </p:cNvSpPr>
          <p:nvPr/>
        </p:nvSpPr>
        <p:spPr bwMode="auto">
          <a:xfrm>
            <a:off x="7315200" y="5619750"/>
            <a:ext cx="457200" cy="400050"/>
          </a:xfrm>
          <a:prstGeom prst="rightArrow">
            <a:avLst>
              <a:gd name="adj1" fmla="val 50000"/>
              <a:gd name="adj2" fmla="val 57148"/>
            </a:avLst>
          </a:prstGeom>
          <a:solidFill>
            <a:schemeClr val="bg1">
              <a:lumMod val="85000"/>
            </a:schemeClr>
          </a:solidFill>
          <a:ln>
            <a:headEnd/>
            <a:tailEnd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anchor="ctr"/>
          <a:lstStyle/>
          <a:p>
            <a:pPr>
              <a:defRPr/>
            </a:pPr>
            <a:endParaRPr lang="ja-JP" altLang="en-US"/>
          </a:p>
        </p:txBody>
      </p:sp>
      <p:sp>
        <p:nvSpPr>
          <p:cNvPr id="52269" name="Text Box 243"/>
          <p:cNvSpPr txBox="1">
            <a:spLocks noChangeArrowheads="1"/>
          </p:cNvSpPr>
          <p:nvPr/>
        </p:nvSpPr>
        <p:spPr bwMode="auto">
          <a:xfrm>
            <a:off x="7519988" y="4814888"/>
            <a:ext cx="2614612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ja-JP" altLang="en-US"/>
              <a:t>領域に特化した階層構造</a:t>
            </a:r>
          </a:p>
        </p:txBody>
      </p:sp>
      <p:sp>
        <p:nvSpPr>
          <p:cNvPr id="52270" name="Rectangle 246"/>
          <p:cNvSpPr>
            <a:spLocks noChangeArrowheads="1"/>
          </p:cNvSpPr>
          <p:nvPr/>
        </p:nvSpPr>
        <p:spPr bwMode="auto">
          <a:xfrm>
            <a:off x="4648200" y="4953000"/>
            <a:ext cx="2362200" cy="1828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endParaRPr lang="ja-JP" altLang="en-US"/>
          </a:p>
        </p:txBody>
      </p:sp>
      <p:sp>
        <p:nvSpPr>
          <p:cNvPr id="52271" name="Text Box 247"/>
          <p:cNvSpPr txBox="1">
            <a:spLocks noChangeArrowheads="1"/>
          </p:cNvSpPr>
          <p:nvPr/>
        </p:nvSpPr>
        <p:spPr bwMode="auto">
          <a:xfrm>
            <a:off x="4816476" y="4967288"/>
            <a:ext cx="2041525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ja-JP" altLang="en-US" sz="2400" b="1"/>
              <a:t>概念変動管理</a:t>
            </a:r>
          </a:p>
        </p:txBody>
      </p:sp>
      <p:sp>
        <p:nvSpPr>
          <p:cNvPr id="44105" name="Text Box 249"/>
          <p:cNvSpPr txBox="1">
            <a:spLocks noChangeArrowheads="1"/>
          </p:cNvSpPr>
          <p:nvPr/>
        </p:nvSpPr>
        <p:spPr bwMode="auto">
          <a:xfrm>
            <a:off x="1524001" y="4029076"/>
            <a:ext cx="1412875" cy="466725"/>
          </a:xfrm>
          <a:prstGeom prst="rect">
            <a:avLst/>
          </a:prstGeom>
          <a:ln>
            <a:headEnd/>
            <a:tailEnd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>
              <a:defRPr/>
            </a:pPr>
            <a:r>
              <a:rPr lang="ja-JP" altLang="en-US" sz="2400" b="1"/>
              <a:t>階層洗練</a:t>
            </a:r>
          </a:p>
        </p:txBody>
      </p:sp>
      <p:sp>
        <p:nvSpPr>
          <p:cNvPr id="52273" name="Text Box 250"/>
          <p:cNvSpPr txBox="1">
            <a:spLocks noChangeArrowheads="1"/>
          </p:cNvSpPr>
          <p:nvPr/>
        </p:nvSpPr>
        <p:spPr bwMode="auto">
          <a:xfrm>
            <a:off x="5295900" y="4581526"/>
            <a:ext cx="11049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000" tIns="46800" rIns="90000" bIns="46800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ja-JP" altLang="en-US">
                <a:latin typeface="ＭＳ Ｐゴシック" charset="-128"/>
              </a:rPr>
              <a:t>階層洗練</a:t>
            </a:r>
          </a:p>
        </p:txBody>
      </p:sp>
      <p:grpSp>
        <p:nvGrpSpPr>
          <p:cNvPr id="52274" name="グループ化 194"/>
          <p:cNvGrpSpPr>
            <a:grpSpLocks/>
          </p:cNvGrpSpPr>
          <p:nvPr/>
        </p:nvGrpSpPr>
        <p:grpSpPr bwMode="auto">
          <a:xfrm>
            <a:off x="7270750" y="1806575"/>
            <a:ext cx="1187450" cy="998538"/>
            <a:chOff x="5823454" y="1752600"/>
            <a:chExt cx="1186946" cy="998762"/>
          </a:xfrm>
        </p:grpSpPr>
        <p:sp>
          <p:nvSpPr>
            <p:cNvPr id="52349" name="Oval 94"/>
            <p:cNvSpPr>
              <a:spLocks noChangeArrowheads="1"/>
            </p:cNvSpPr>
            <p:nvPr/>
          </p:nvSpPr>
          <p:spPr bwMode="auto">
            <a:xfrm>
              <a:off x="6082561" y="1974616"/>
              <a:ext cx="216102" cy="83333"/>
            </a:xfrm>
            <a:prstGeom prst="ellipse">
              <a:avLst/>
            </a:prstGeom>
            <a:solidFill>
              <a:schemeClr val="bg1"/>
            </a:solidFill>
            <a:ln w="38100" cmpd="dbl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endParaRPr lang="ja-JP" altLang="en-US"/>
            </a:p>
          </p:txBody>
        </p:sp>
        <p:sp>
          <p:nvSpPr>
            <p:cNvPr id="52350" name="Oval 95"/>
            <p:cNvSpPr>
              <a:spLocks noChangeArrowheads="1"/>
            </p:cNvSpPr>
            <p:nvPr/>
          </p:nvSpPr>
          <p:spPr bwMode="auto">
            <a:xfrm>
              <a:off x="6665283" y="1974616"/>
              <a:ext cx="216102" cy="83333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prstDash val="dash"/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endParaRPr lang="ja-JP" altLang="en-US"/>
            </a:p>
          </p:txBody>
        </p:sp>
        <p:sp>
          <p:nvSpPr>
            <p:cNvPr id="52351" name="Oval 96"/>
            <p:cNvSpPr>
              <a:spLocks noChangeArrowheads="1"/>
            </p:cNvSpPr>
            <p:nvPr/>
          </p:nvSpPr>
          <p:spPr bwMode="auto">
            <a:xfrm>
              <a:off x="6536267" y="2436548"/>
              <a:ext cx="216102" cy="84362"/>
            </a:xfrm>
            <a:prstGeom prst="ellipse">
              <a:avLst/>
            </a:prstGeom>
            <a:solidFill>
              <a:schemeClr val="bg1"/>
            </a:solidFill>
            <a:ln w="38100" cmpd="dbl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endParaRPr lang="ja-JP" altLang="en-US"/>
            </a:p>
          </p:txBody>
        </p:sp>
        <p:sp>
          <p:nvSpPr>
            <p:cNvPr id="46188" name="Oval 97"/>
            <p:cNvSpPr>
              <a:spLocks noChangeArrowheads="1"/>
            </p:cNvSpPr>
            <p:nvPr/>
          </p:nvSpPr>
          <p:spPr bwMode="auto">
            <a:xfrm>
              <a:off x="6082107" y="2205139"/>
              <a:ext cx="215808" cy="84156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9525" cmpd="sng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>
                <a:defRPr/>
              </a:pPr>
              <a:endParaRPr lang="ja-JP" altLang="en-US"/>
            </a:p>
          </p:txBody>
        </p:sp>
        <p:sp>
          <p:nvSpPr>
            <p:cNvPr id="46189" name="Oval 98"/>
            <p:cNvSpPr>
              <a:spLocks noChangeArrowheads="1"/>
            </p:cNvSpPr>
            <p:nvPr/>
          </p:nvSpPr>
          <p:spPr bwMode="auto">
            <a:xfrm>
              <a:off x="6405820" y="2668793"/>
              <a:ext cx="215808" cy="82569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9525" cmpd="sng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>
                <a:defRPr/>
              </a:pPr>
              <a:endParaRPr lang="ja-JP" altLang="en-US"/>
            </a:p>
          </p:txBody>
        </p:sp>
        <p:sp>
          <p:nvSpPr>
            <p:cNvPr id="46198" name="Oval 107"/>
            <p:cNvSpPr>
              <a:spLocks noChangeArrowheads="1"/>
            </p:cNvSpPr>
            <p:nvPr/>
          </p:nvSpPr>
          <p:spPr bwMode="auto">
            <a:xfrm>
              <a:off x="6666059" y="2668793"/>
              <a:ext cx="215808" cy="82569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9525" cmpd="sng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>
                <a:defRPr/>
              </a:pPr>
              <a:endParaRPr lang="ja-JP" altLang="en-US"/>
            </a:p>
          </p:txBody>
        </p:sp>
        <p:sp>
          <p:nvSpPr>
            <p:cNvPr id="52355" name="Oval 108"/>
            <p:cNvSpPr>
              <a:spLocks noChangeArrowheads="1"/>
            </p:cNvSpPr>
            <p:nvPr/>
          </p:nvSpPr>
          <p:spPr bwMode="auto">
            <a:xfrm>
              <a:off x="5823454" y="2205068"/>
              <a:ext cx="216102" cy="84362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prstDash val="dash"/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endParaRPr lang="ja-JP" altLang="en-US"/>
            </a:p>
          </p:txBody>
        </p:sp>
        <p:sp>
          <p:nvSpPr>
            <p:cNvPr id="52356" name="Oval 109"/>
            <p:cNvSpPr>
              <a:spLocks noChangeArrowheads="1"/>
            </p:cNvSpPr>
            <p:nvPr/>
          </p:nvSpPr>
          <p:spPr bwMode="auto">
            <a:xfrm>
              <a:off x="5824860" y="2436548"/>
              <a:ext cx="215026" cy="84362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prstDash val="dash"/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endParaRPr lang="ja-JP" altLang="en-US"/>
            </a:p>
          </p:txBody>
        </p:sp>
        <p:sp>
          <p:nvSpPr>
            <p:cNvPr id="46202" name="Oval 111"/>
            <p:cNvSpPr>
              <a:spLocks noChangeArrowheads="1"/>
            </p:cNvSpPr>
            <p:nvPr/>
          </p:nvSpPr>
          <p:spPr bwMode="auto">
            <a:xfrm>
              <a:off x="5823454" y="2668793"/>
              <a:ext cx="215808" cy="82569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9525" cmpd="sng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>
                <a:defRPr/>
              </a:pPr>
              <a:endParaRPr lang="ja-JP" altLang="en-US"/>
            </a:p>
          </p:txBody>
        </p:sp>
        <p:sp>
          <p:nvSpPr>
            <p:cNvPr id="46205" name="Oval 114"/>
            <p:cNvSpPr>
              <a:spLocks noChangeArrowheads="1"/>
            </p:cNvSpPr>
            <p:nvPr/>
          </p:nvSpPr>
          <p:spPr bwMode="auto">
            <a:xfrm>
              <a:off x="6794592" y="2436966"/>
              <a:ext cx="215808" cy="84156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9525" cmpd="sng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>
                <a:defRPr/>
              </a:pPr>
              <a:endParaRPr lang="ja-JP" altLang="en-US"/>
            </a:p>
          </p:txBody>
        </p:sp>
        <p:sp>
          <p:nvSpPr>
            <p:cNvPr id="52359" name="Oval 115"/>
            <p:cNvSpPr>
              <a:spLocks noChangeArrowheads="1"/>
            </p:cNvSpPr>
            <p:nvPr/>
          </p:nvSpPr>
          <p:spPr bwMode="auto">
            <a:xfrm>
              <a:off x="6665283" y="2205068"/>
              <a:ext cx="216102" cy="84362"/>
            </a:xfrm>
            <a:prstGeom prst="ellipse">
              <a:avLst/>
            </a:prstGeom>
            <a:solidFill>
              <a:schemeClr val="bg1"/>
            </a:solidFill>
            <a:ln w="38100" cmpd="dbl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endParaRPr lang="ja-JP" altLang="en-US"/>
            </a:p>
          </p:txBody>
        </p:sp>
        <p:sp>
          <p:nvSpPr>
            <p:cNvPr id="46207" name="Oval 97"/>
            <p:cNvSpPr>
              <a:spLocks noChangeArrowheads="1"/>
            </p:cNvSpPr>
            <p:nvPr/>
          </p:nvSpPr>
          <p:spPr bwMode="auto">
            <a:xfrm>
              <a:off x="6337586" y="1752600"/>
              <a:ext cx="215808" cy="84157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9525" cmpd="sng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>
                <a:defRPr/>
              </a:pPr>
              <a:endParaRPr lang="ja-JP" altLang="en-US"/>
            </a:p>
          </p:txBody>
        </p:sp>
      </p:grpSp>
      <p:grpSp>
        <p:nvGrpSpPr>
          <p:cNvPr id="52275" name="グループ化 195"/>
          <p:cNvGrpSpPr>
            <a:grpSpLocks/>
          </p:cNvGrpSpPr>
          <p:nvPr/>
        </p:nvGrpSpPr>
        <p:grpSpPr bwMode="auto">
          <a:xfrm>
            <a:off x="9220200" y="1730375"/>
            <a:ext cx="1295400" cy="1200150"/>
            <a:chOff x="7772400" y="1752600"/>
            <a:chExt cx="1295400" cy="1199586"/>
          </a:xfrm>
        </p:grpSpPr>
        <p:sp>
          <p:nvSpPr>
            <p:cNvPr id="52340" name="Oval 118"/>
            <p:cNvSpPr>
              <a:spLocks noChangeArrowheads="1"/>
            </p:cNvSpPr>
            <p:nvPr/>
          </p:nvSpPr>
          <p:spPr bwMode="auto">
            <a:xfrm>
              <a:off x="7931026" y="2125181"/>
              <a:ext cx="242877" cy="131802"/>
            </a:xfrm>
            <a:prstGeom prst="ellipse">
              <a:avLst/>
            </a:prstGeom>
            <a:solidFill>
              <a:schemeClr val="bg1"/>
            </a:solidFill>
            <a:ln w="38100" cmpd="dbl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endParaRPr lang="ja-JP" altLang="en-US"/>
            </a:p>
          </p:txBody>
        </p:sp>
        <p:sp>
          <p:nvSpPr>
            <p:cNvPr id="52341" name="Oval 119"/>
            <p:cNvSpPr>
              <a:spLocks noChangeArrowheads="1"/>
            </p:cNvSpPr>
            <p:nvPr/>
          </p:nvSpPr>
          <p:spPr bwMode="auto">
            <a:xfrm>
              <a:off x="8533672" y="2456452"/>
              <a:ext cx="242877" cy="132786"/>
            </a:xfrm>
            <a:prstGeom prst="ellipse">
              <a:avLst/>
            </a:prstGeom>
            <a:solidFill>
              <a:schemeClr val="bg1"/>
            </a:solidFill>
            <a:ln w="38100" cmpd="dbl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endParaRPr lang="ja-JP" altLang="en-US"/>
            </a:p>
          </p:txBody>
        </p:sp>
        <p:sp>
          <p:nvSpPr>
            <p:cNvPr id="46170" name="Oval 120"/>
            <p:cNvSpPr>
              <a:spLocks noChangeArrowheads="1"/>
            </p:cNvSpPr>
            <p:nvPr/>
          </p:nvSpPr>
          <p:spPr bwMode="auto">
            <a:xfrm>
              <a:off x="8066088" y="2453945"/>
              <a:ext cx="242887" cy="133287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9525" cmpd="sng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>
                <a:defRPr/>
              </a:pPr>
              <a:endParaRPr lang="ja-JP" altLang="en-US"/>
            </a:p>
          </p:txBody>
        </p:sp>
        <p:sp>
          <p:nvSpPr>
            <p:cNvPr id="46171" name="Oval 121"/>
            <p:cNvSpPr>
              <a:spLocks noChangeArrowheads="1"/>
            </p:cNvSpPr>
            <p:nvPr/>
          </p:nvSpPr>
          <p:spPr bwMode="auto">
            <a:xfrm>
              <a:off x="8386763" y="2822072"/>
              <a:ext cx="242887" cy="130114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9525" cmpd="sng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>
                <a:defRPr/>
              </a:pPr>
              <a:endParaRPr lang="ja-JP" altLang="en-US"/>
            </a:p>
          </p:txBody>
        </p:sp>
        <p:sp>
          <p:nvSpPr>
            <p:cNvPr id="46179" name="Oval 129"/>
            <p:cNvSpPr>
              <a:spLocks noChangeArrowheads="1"/>
            </p:cNvSpPr>
            <p:nvPr/>
          </p:nvSpPr>
          <p:spPr bwMode="auto">
            <a:xfrm>
              <a:off x="8678863" y="2822072"/>
              <a:ext cx="242887" cy="130114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9525" cmpd="sng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>
                <a:defRPr/>
              </a:pPr>
              <a:endParaRPr lang="ja-JP" altLang="en-US"/>
            </a:p>
          </p:txBody>
        </p:sp>
        <p:sp>
          <p:nvSpPr>
            <p:cNvPr id="46180" name="Oval 130"/>
            <p:cNvSpPr>
              <a:spLocks noChangeArrowheads="1"/>
            </p:cNvSpPr>
            <p:nvPr/>
          </p:nvSpPr>
          <p:spPr bwMode="auto">
            <a:xfrm>
              <a:off x="7772400" y="2458706"/>
              <a:ext cx="242888" cy="133287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9525" cmpd="sng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>
                <a:defRPr/>
              </a:pPr>
              <a:endParaRPr lang="ja-JP" altLang="en-US"/>
            </a:p>
          </p:txBody>
        </p:sp>
        <p:sp>
          <p:nvSpPr>
            <p:cNvPr id="46182" name="Oval 132"/>
            <p:cNvSpPr>
              <a:spLocks noChangeArrowheads="1"/>
            </p:cNvSpPr>
            <p:nvPr/>
          </p:nvSpPr>
          <p:spPr bwMode="auto">
            <a:xfrm>
              <a:off x="8823325" y="2457119"/>
              <a:ext cx="244475" cy="131701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9525" cmpd="sng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>
                <a:defRPr/>
              </a:pPr>
              <a:endParaRPr lang="ja-JP" altLang="en-US"/>
            </a:p>
          </p:txBody>
        </p:sp>
        <p:sp>
          <p:nvSpPr>
            <p:cNvPr id="52347" name="Oval 133"/>
            <p:cNvSpPr>
              <a:spLocks noChangeArrowheads="1"/>
            </p:cNvSpPr>
            <p:nvPr/>
          </p:nvSpPr>
          <p:spPr bwMode="auto">
            <a:xfrm>
              <a:off x="8678794" y="2094488"/>
              <a:ext cx="242877" cy="131802"/>
            </a:xfrm>
            <a:prstGeom prst="ellipse">
              <a:avLst/>
            </a:prstGeom>
            <a:solidFill>
              <a:schemeClr val="bg1"/>
            </a:solidFill>
            <a:ln w="38100" cmpd="dbl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endParaRPr lang="ja-JP" altLang="en-US"/>
            </a:p>
          </p:txBody>
        </p:sp>
        <p:sp>
          <p:nvSpPr>
            <p:cNvPr id="46184" name="Oval 120"/>
            <p:cNvSpPr>
              <a:spLocks noChangeArrowheads="1"/>
            </p:cNvSpPr>
            <p:nvPr/>
          </p:nvSpPr>
          <p:spPr bwMode="auto">
            <a:xfrm>
              <a:off x="8305800" y="1752600"/>
              <a:ext cx="242888" cy="133287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9525" cmpd="sng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>
                <a:defRPr/>
              </a:pPr>
              <a:endParaRPr lang="ja-JP" altLang="en-US"/>
            </a:p>
          </p:txBody>
        </p:sp>
      </p:grpSp>
      <p:sp>
        <p:nvSpPr>
          <p:cNvPr id="46157" name="Oval 15"/>
          <p:cNvSpPr>
            <a:spLocks noChangeArrowheads="1"/>
          </p:cNvSpPr>
          <p:nvPr/>
        </p:nvSpPr>
        <p:spPr bwMode="auto">
          <a:xfrm>
            <a:off x="2590801" y="2662238"/>
            <a:ext cx="142875" cy="80962"/>
          </a:xfrm>
          <a:prstGeom prst="ellipse">
            <a:avLst/>
          </a:prstGeom>
          <a:solidFill>
            <a:schemeClr val="bg1">
              <a:lumMod val="50000"/>
            </a:scheme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>
              <a:defRPr/>
            </a:pPr>
            <a:endParaRPr lang="ja-JP" altLang="en-US"/>
          </a:p>
        </p:txBody>
      </p:sp>
      <p:sp>
        <p:nvSpPr>
          <p:cNvPr id="46158" name="Oval 15"/>
          <p:cNvSpPr>
            <a:spLocks noChangeArrowheads="1"/>
          </p:cNvSpPr>
          <p:nvPr/>
        </p:nvSpPr>
        <p:spPr bwMode="auto">
          <a:xfrm>
            <a:off x="2524126" y="2205038"/>
            <a:ext cx="142875" cy="80962"/>
          </a:xfrm>
          <a:prstGeom prst="ellipse">
            <a:avLst/>
          </a:prstGeom>
          <a:solidFill>
            <a:schemeClr val="bg1">
              <a:lumMod val="50000"/>
            </a:scheme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>
              <a:defRPr/>
            </a:pPr>
            <a:endParaRPr lang="ja-JP" altLang="en-US"/>
          </a:p>
        </p:txBody>
      </p:sp>
      <p:sp>
        <p:nvSpPr>
          <p:cNvPr id="46159" name="Oval 15"/>
          <p:cNvSpPr>
            <a:spLocks noChangeArrowheads="1"/>
          </p:cNvSpPr>
          <p:nvPr/>
        </p:nvSpPr>
        <p:spPr bwMode="auto">
          <a:xfrm>
            <a:off x="1752601" y="2438401"/>
            <a:ext cx="142875" cy="80963"/>
          </a:xfrm>
          <a:prstGeom prst="ellipse">
            <a:avLst/>
          </a:prstGeom>
          <a:solidFill>
            <a:schemeClr val="bg1">
              <a:lumMod val="50000"/>
            </a:scheme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>
              <a:defRPr/>
            </a:pPr>
            <a:endParaRPr lang="ja-JP" altLang="en-US"/>
          </a:p>
        </p:txBody>
      </p:sp>
      <p:sp>
        <p:nvSpPr>
          <p:cNvPr id="44114" name="Rectangle 133"/>
          <p:cNvSpPr>
            <a:spLocks noChangeArrowheads="1"/>
          </p:cNvSpPr>
          <p:nvPr/>
        </p:nvSpPr>
        <p:spPr bwMode="auto">
          <a:xfrm>
            <a:off x="6972300" y="381000"/>
            <a:ext cx="3695700" cy="1066800"/>
          </a:xfrm>
          <a:prstGeom prst="rect">
            <a:avLst/>
          </a:prstGeom>
          <a:ln>
            <a:headEnd/>
            <a:tailEnd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anchor="ctr"/>
          <a:lstStyle/>
          <a:p>
            <a:pPr>
              <a:defRPr/>
            </a:pPr>
            <a:endParaRPr lang="ja-JP" altLang="en-US"/>
          </a:p>
        </p:txBody>
      </p:sp>
      <p:sp>
        <p:nvSpPr>
          <p:cNvPr id="52280" name="Rectangle 132"/>
          <p:cNvSpPr>
            <a:spLocks noChangeArrowheads="1"/>
          </p:cNvSpPr>
          <p:nvPr/>
        </p:nvSpPr>
        <p:spPr bwMode="auto">
          <a:xfrm>
            <a:off x="7620000" y="1001714"/>
            <a:ext cx="1657350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8" rIns="92075" bIns="46038">
            <a:spAutoFit/>
          </a:bodyPr>
          <a:lstStyle>
            <a:lvl1pPr defTabSz="7620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defTabSz="7620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defTabSz="7620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defTabSz="7620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defTabSz="7620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defTabSz="7620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defTabSz="7620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defTabSz="7620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defTabSz="7620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ja-JP" altLang="en-US">
                <a:latin typeface="ＭＳ Ｐゴシック" charset="-128"/>
              </a:rPr>
              <a:t>不要中間ノード</a:t>
            </a:r>
          </a:p>
        </p:txBody>
      </p:sp>
      <p:sp>
        <p:nvSpPr>
          <p:cNvPr id="46163" name="Oval 134"/>
          <p:cNvSpPr>
            <a:spLocks noChangeArrowheads="1"/>
          </p:cNvSpPr>
          <p:nvPr/>
        </p:nvSpPr>
        <p:spPr bwMode="auto">
          <a:xfrm>
            <a:off x="7086601" y="530226"/>
            <a:ext cx="461963" cy="155575"/>
          </a:xfrm>
          <a:prstGeom prst="ellipse">
            <a:avLst/>
          </a:prstGeom>
          <a:solidFill>
            <a:schemeClr val="bg1">
              <a:lumMod val="50000"/>
            </a:schemeClr>
          </a:solidFill>
          <a:ln w="9525" cmpd="sng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>
              <a:defRPr/>
            </a:pPr>
            <a:endParaRPr lang="ja-JP" altLang="en-US"/>
          </a:p>
        </p:txBody>
      </p:sp>
      <p:sp>
        <p:nvSpPr>
          <p:cNvPr id="52282" name="Rectangle 135"/>
          <p:cNvSpPr>
            <a:spLocks noChangeArrowheads="1"/>
          </p:cNvSpPr>
          <p:nvPr/>
        </p:nvSpPr>
        <p:spPr bwMode="auto">
          <a:xfrm>
            <a:off x="7623176" y="381000"/>
            <a:ext cx="2359025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>
            <a:spAutoFit/>
          </a:bodyPr>
          <a:lstStyle>
            <a:lvl1pPr defTabSz="7620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defTabSz="7620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defTabSz="7620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defTabSz="7620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defTabSz="7620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defTabSz="7620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defTabSz="7620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defTabSz="7620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defTabSz="7620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ja-JP" altLang="en-US">
                <a:latin typeface="ＭＳ Ｐゴシック" charset="-128"/>
              </a:rPr>
              <a:t>入力概念ノード</a:t>
            </a:r>
          </a:p>
        </p:txBody>
      </p:sp>
      <p:sp>
        <p:nvSpPr>
          <p:cNvPr id="52283" name="Rectangle 136"/>
          <p:cNvSpPr>
            <a:spLocks noChangeArrowheads="1"/>
          </p:cNvSpPr>
          <p:nvPr/>
        </p:nvSpPr>
        <p:spPr bwMode="auto">
          <a:xfrm>
            <a:off x="7620001" y="685800"/>
            <a:ext cx="3044825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8" rIns="92075" bIns="46038">
            <a:spAutoFit/>
          </a:bodyPr>
          <a:lstStyle>
            <a:lvl1pPr defTabSz="7620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defTabSz="7620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defTabSz="7620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defTabSz="7620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defTabSz="7620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defTabSz="7620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defTabSz="7620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defTabSz="7620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defTabSz="7620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ja-JP">
                <a:latin typeface="ＭＳ Ｐゴシック" charset="-128"/>
              </a:rPr>
              <a:t>SIN (a Salient Internal Nodes)</a:t>
            </a:r>
          </a:p>
        </p:txBody>
      </p:sp>
      <p:sp>
        <p:nvSpPr>
          <p:cNvPr id="52284" name="Oval 137"/>
          <p:cNvSpPr>
            <a:spLocks noChangeArrowheads="1"/>
          </p:cNvSpPr>
          <p:nvPr/>
        </p:nvSpPr>
        <p:spPr bwMode="auto">
          <a:xfrm>
            <a:off x="7086600" y="1143000"/>
            <a:ext cx="457200" cy="152400"/>
          </a:xfrm>
          <a:prstGeom prst="ellips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endParaRPr lang="ja-JP" altLang="en-US"/>
          </a:p>
        </p:txBody>
      </p:sp>
      <p:sp>
        <p:nvSpPr>
          <p:cNvPr id="52285" name="Oval 138"/>
          <p:cNvSpPr>
            <a:spLocks noChangeArrowheads="1"/>
          </p:cNvSpPr>
          <p:nvPr/>
        </p:nvSpPr>
        <p:spPr bwMode="auto">
          <a:xfrm>
            <a:off x="7086601" y="815976"/>
            <a:ext cx="454025" cy="174625"/>
          </a:xfrm>
          <a:prstGeom prst="ellipse">
            <a:avLst/>
          </a:prstGeom>
          <a:noFill/>
          <a:ln w="38100" cmpd="dbl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endParaRPr lang="ja-JP" altLang="en-US"/>
          </a:p>
        </p:txBody>
      </p:sp>
      <p:cxnSp>
        <p:nvCxnSpPr>
          <p:cNvPr id="52286" name="AutoShape 24"/>
          <p:cNvCxnSpPr>
            <a:cxnSpLocks noChangeShapeType="1"/>
            <a:stCxn id="52356" idx="4"/>
            <a:endCxn id="46202" idx="0"/>
          </p:cNvCxnSpPr>
          <p:nvPr/>
        </p:nvCxnSpPr>
        <p:spPr bwMode="auto">
          <a:xfrm rot="5400000">
            <a:off x="7305675" y="2647950"/>
            <a:ext cx="147638" cy="1588"/>
          </a:xfrm>
          <a:prstGeom prst="straightConnector1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2287" name="AutoShape 24"/>
          <p:cNvCxnSpPr>
            <a:cxnSpLocks noChangeShapeType="1"/>
            <a:stCxn id="52355" idx="4"/>
            <a:endCxn id="52356" idx="0"/>
          </p:cNvCxnSpPr>
          <p:nvPr/>
        </p:nvCxnSpPr>
        <p:spPr bwMode="auto">
          <a:xfrm rot="16200000" flipH="1">
            <a:off x="7305675" y="2416175"/>
            <a:ext cx="147638" cy="1588"/>
          </a:xfrm>
          <a:prstGeom prst="straightConnector1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2288" name="AutoShape 24"/>
          <p:cNvCxnSpPr>
            <a:cxnSpLocks noChangeShapeType="1"/>
            <a:stCxn id="52349" idx="3"/>
            <a:endCxn id="52355" idx="0"/>
          </p:cNvCxnSpPr>
          <p:nvPr/>
        </p:nvCxnSpPr>
        <p:spPr bwMode="auto">
          <a:xfrm rot="5400000">
            <a:off x="7390607" y="2088357"/>
            <a:ext cx="158750" cy="182563"/>
          </a:xfrm>
          <a:prstGeom prst="straightConnector1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2289" name="AutoShape 24"/>
          <p:cNvCxnSpPr>
            <a:cxnSpLocks noChangeShapeType="1"/>
            <a:stCxn id="52349" idx="4"/>
            <a:endCxn id="46188" idx="0"/>
          </p:cNvCxnSpPr>
          <p:nvPr/>
        </p:nvCxnSpPr>
        <p:spPr bwMode="auto">
          <a:xfrm rot="5400000">
            <a:off x="7565232" y="2185195"/>
            <a:ext cx="146050" cy="1587"/>
          </a:xfrm>
          <a:prstGeom prst="straightConnector1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2290" name="AutoShape 24"/>
          <p:cNvCxnSpPr>
            <a:cxnSpLocks noChangeShapeType="1"/>
            <a:stCxn id="52351" idx="4"/>
            <a:endCxn id="46189" idx="0"/>
          </p:cNvCxnSpPr>
          <p:nvPr/>
        </p:nvCxnSpPr>
        <p:spPr bwMode="auto">
          <a:xfrm rot="5400000">
            <a:off x="7952582" y="2583657"/>
            <a:ext cx="147638" cy="130175"/>
          </a:xfrm>
          <a:prstGeom prst="straightConnector1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2291" name="AutoShape 24"/>
          <p:cNvCxnSpPr>
            <a:cxnSpLocks noChangeShapeType="1"/>
            <a:stCxn id="52351" idx="4"/>
            <a:endCxn id="46198" idx="0"/>
          </p:cNvCxnSpPr>
          <p:nvPr/>
        </p:nvCxnSpPr>
        <p:spPr bwMode="auto">
          <a:xfrm rot="16200000" flipH="1">
            <a:off x="8082757" y="2583657"/>
            <a:ext cx="147638" cy="130175"/>
          </a:xfrm>
          <a:prstGeom prst="straightConnector1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2292" name="AutoShape 24"/>
          <p:cNvCxnSpPr>
            <a:cxnSpLocks noChangeShapeType="1"/>
            <a:stCxn id="52359" idx="4"/>
            <a:endCxn id="52351" idx="0"/>
          </p:cNvCxnSpPr>
          <p:nvPr/>
        </p:nvCxnSpPr>
        <p:spPr bwMode="auto">
          <a:xfrm rot="5400000">
            <a:off x="8082757" y="2351882"/>
            <a:ext cx="147638" cy="130175"/>
          </a:xfrm>
          <a:prstGeom prst="straightConnector1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2293" name="AutoShape 24"/>
          <p:cNvCxnSpPr>
            <a:cxnSpLocks noChangeShapeType="1"/>
            <a:stCxn id="52359" idx="4"/>
            <a:endCxn id="46205" idx="0"/>
          </p:cNvCxnSpPr>
          <p:nvPr/>
        </p:nvCxnSpPr>
        <p:spPr bwMode="auto">
          <a:xfrm rot="16200000" flipH="1">
            <a:off x="8212138" y="2352676"/>
            <a:ext cx="147638" cy="128587"/>
          </a:xfrm>
          <a:prstGeom prst="straightConnector1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2294" name="AutoShape 24"/>
          <p:cNvCxnSpPr>
            <a:cxnSpLocks noChangeShapeType="1"/>
            <a:stCxn id="52350" idx="4"/>
            <a:endCxn id="52359" idx="0"/>
          </p:cNvCxnSpPr>
          <p:nvPr/>
        </p:nvCxnSpPr>
        <p:spPr bwMode="auto">
          <a:xfrm rot="5400000">
            <a:off x="8147844" y="2185194"/>
            <a:ext cx="146050" cy="1588"/>
          </a:xfrm>
          <a:prstGeom prst="straightConnector1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2295" name="AutoShape 24"/>
          <p:cNvCxnSpPr>
            <a:cxnSpLocks noChangeShapeType="1"/>
            <a:stCxn id="46207" idx="4"/>
            <a:endCxn id="52349" idx="0"/>
          </p:cNvCxnSpPr>
          <p:nvPr/>
        </p:nvCxnSpPr>
        <p:spPr bwMode="auto">
          <a:xfrm rot="5400000">
            <a:off x="7696994" y="1832769"/>
            <a:ext cx="138112" cy="254000"/>
          </a:xfrm>
          <a:prstGeom prst="straightConnector1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2296" name="AutoShape 24"/>
          <p:cNvCxnSpPr>
            <a:cxnSpLocks noChangeShapeType="1"/>
            <a:stCxn id="46207" idx="4"/>
            <a:endCxn id="52350" idx="0"/>
          </p:cNvCxnSpPr>
          <p:nvPr/>
        </p:nvCxnSpPr>
        <p:spPr bwMode="auto">
          <a:xfrm rot="16200000" flipH="1">
            <a:off x="7988301" y="1795463"/>
            <a:ext cx="138112" cy="328613"/>
          </a:xfrm>
          <a:prstGeom prst="straightConnector1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2297" name="AutoShape 24"/>
          <p:cNvCxnSpPr>
            <a:cxnSpLocks noChangeShapeType="1"/>
            <a:stCxn id="52340" idx="4"/>
            <a:endCxn id="46180" idx="0"/>
          </p:cNvCxnSpPr>
          <p:nvPr/>
        </p:nvCxnSpPr>
        <p:spPr bwMode="auto">
          <a:xfrm rot="5400000">
            <a:off x="9319419" y="2256632"/>
            <a:ext cx="201613" cy="158750"/>
          </a:xfrm>
          <a:prstGeom prst="straightConnector1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2298" name="AutoShape 24"/>
          <p:cNvCxnSpPr>
            <a:cxnSpLocks noChangeShapeType="1"/>
            <a:stCxn id="52340" idx="4"/>
            <a:endCxn id="46170" idx="0"/>
          </p:cNvCxnSpPr>
          <p:nvPr/>
        </p:nvCxnSpPr>
        <p:spPr bwMode="auto">
          <a:xfrm rot="16200000" flipH="1">
            <a:off x="9468644" y="2266156"/>
            <a:ext cx="196850" cy="134938"/>
          </a:xfrm>
          <a:prstGeom prst="straightConnector1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2299" name="AutoShape 24"/>
          <p:cNvCxnSpPr>
            <a:cxnSpLocks noChangeShapeType="1"/>
            <a:stCxn id="52341" idx="4"/>
            <a:endCxn id="46171" idx="0"/>
          </p:cNvCxnSpPr>
          <p:nvPr/>
        </p:nvCxnSpPr>
        <p:spPr bwMode="auto">
          <a:xfrm rot="5400000">
            <a:off x="9913144" y="2610644"/>
            <a:ext cx="233362" cy="146050"/>
          </a:xfrm>
          <a:prstGeom prst="straightConnector1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2300" name="AutoShape 24"/>
          <p:cNvCxnSpPr>
            <a:cxnSpLocks noChangeShapeType="1"/>
            <a:stCxn id="52341" idx="4"/>
            <a:endCxn id="46179" idx="0"/>
          </p:cNvCxnSpPr>
          <p:nvPr/>
        </p:nvCxnSpPr>
        <p:spPr bwMode="auto">
          <a:xfrm rot="16200000" flipH="1">
            <a:off x="10058401" y="2611438"/>
            <a:ext cx="233362" cy="144463"/>
          </a:xfrm>
          <a:prstGeom prst="straightConnector1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2301" name="AutoShape 24"/>
          <p:cNvCxnSpPr>
            <a:cxnSpLocks noChangeShapeType="1"/>
            <a:stCxn id="52347" idx="4"/>
            <a:endCxn id="52341" idx="0"/>
          </p:cNvCxnSpPr>
          <p:nvPr/>
        </p:nvCxnSpPr>
        <p:spPr bwMode="auto">
          <a:xfrm rot="5400000">
            <a:off x="10059989" y="2247901"/>
            <a:ext cx="230187" cy="144463"/>
          </a:xfrm>
          <a:prstGeom prst="straightConnector1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2302" name="AutoShape 24"/>
          <p:cNvCxnSpPr>
            <a:cxnSpLocks noChangeShapeType="1"/>
            <a:stCxn id="52347" idx="4"/>
            <a:endCxn id="46182" idx="0"/>
          </p:cNvCxnSpPr>
          <p:nvPr/>
        </p:nvCxnSpPr>
        <p:spPr bwMode="auto">
          <a:xfrm rot="16200000" flipH="1">
            <a:off x="10205245" y="2247107"/>
            <a:ext cx="230187" cy="146050"/>
          </a:xfrm>
          <a:prstGeom prst="straightConnector1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2303" name="AutoShape 24"/>
          <p:cNvCxnSpPr>
            <a:cxnSpLocks noChangeShapeType="1"/>
            <a:stCxn id="46184" idx="4"/>
            <a:endCxn id="52340" idx="0"/>
          </p:cNvCxnSpPr>
          <p:nvPr/>
        </p:nvCxnSpPr>
        <p:spPr bwMode="auto">
          <a:xfrm rot="5400000">
            <a:off x="9567069" y="1796257"/>
            <a:ext cx="239713" cy="374650"/>
          </a:xfrm>
          <a:prstGeom prst="straightConnector1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2304" name="AutoShape 24"/>
          <p:cNvCxnSpPr>
            <a:cxnSpLocks noChangeShapeType="1"/>
            <a:stCxn id="46184" idx="4"/>
            <a:endCxn id="52347" idx="0"/>
          </p:cNvCxnSpPr>
          <p:nvPr/>
        </p:nvCxnSpPr>
        <p:spPr bwMode="auto">
          <a:xfrm rot="16200000" flipH="1">
            <a:off x="9956801" y="1781176"/>
            <a:ext cx="207963" cy="373063"/>
          </a:xfrm>
          <a:prstGeom prst="straightConnector1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52305" name="グループ化 296"/>
          <p:cNvGrpSpPr>
            <a:grpSpLocks/>
          </p:cNvGrpSpPr>
          <p:nvPr/>
        </p:nvGrpSpPr>
        <p:grpSpPr bwMode="auto">
          <a:xfrm>
            <a:off x="2286000" y="5181600"/>
            <a:ext cx="1295400" cy="1200150"/>
            <a:chOff x="1981200" y="3981450"/>
            <a:chExt cx="1295400" cy="1200150"/>
          </a:xfrm>
        </p:grpSpPr>
        <p:grpSp>
          <p:nvGrpSpPr>
            <p:cNvPr id="52322" name="グループ化 195"/>
            <p:cNvGrpSpPr>
              <a:grpSpLocks/>
            </p:cNvGrpSpPr>
            <p:nvPr/>
          </p:nvGrpSpPr>
          <p:grpSpPr bwMode="auto">
            <a:xfrm>
              <a:off x="1981200" y="3981450"/>
              <a:ext cx="1295400" cy="1200150"/>
              <a:chOff x="7772400" y="1752600"/>
              <a:chExt cx="1295400" cy="1199586"/>
            </a:xfrm>
          </p:grpSpPr>
          <p:sp>
            <p:nvSpPr>
              <p:cNvPr id="52331" name="Oval 118"/>
              <p:cNvSpPr>
                <a:spLocks noChangeArrowheads="1"/>
              </p:cNvSpPr>
              <p:nvPr/>
            </p:nvSpPr>
            <p:spPr bwMode="auto">
              <a:xfrm>
                <a:off x="7931026" y="2125181"/>
                <a:ext cx="242877" cy="131802"/>
              </a:xfrm>
              <a:prstGeom prst="ellipse">
                <a:avLst/>
              </a:prstGeom>
              <a:solidFill>
                <a:schemeClr val="bg1"/>
              </a:solidFill>
              <a:ln w="38100" cmpd="dbl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1pPr>
                <a:lvl2pPr marL="742950" indent="-28575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2pPr>
                <a:lvl3pPr marL="11430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3pPr>
                <a:lvl4pPr marL="16002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4pPr>
                <a:lvl5pPr marL="20574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9pPr>
              </a:lstStyle>
              <a:p>
                <a:pPr eaLnBrk="1" hangingPunct="1"/>
                <a:endParaRPr lang="ja-JP" altLang="en-US"/>
              </a:p>
            </p:txBody>
          </p:sp>
          <p:sp>
            <p:nvSpPr>
              <p:cNvPr id="52332" name="Oval 119"/>
              <p:cNvSpPr>
                <a:spLocks noChangeArrowheads="1"/>
              </p:cNvSpPr>
              <p:nvPr/>
            </p:nvSpPr>
            <p:spPr bwMode="auto">
              <a:xfrm>
                <a:off x="8533672" y="2456452"/>
                <a:ext cx="242877" cy="132786"/>
              </a:xfrm>
              <a:prstGeom prst="ellipse">
                <a:avLst/>
              </a:prstGeom>
              <a:solidFill>
                <a:schemeClr val="bg1"/>
              </a:solidFill>
              <a:ln w="38100" cmpd="dbl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1pPr>
                <a:lvl2pPr marL="742950" indent="-28575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2pPr>
                <a:lvl3pPr marL="11430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3pPr>
                <a:lvl4pPr marL="16002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4pPr>
                <a:lvl5pPr marL="20574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9pPr>
              </a:lstStyle>
              <a:p>
                <a:pPr eaLnBrk="1" hangingPunct="1"/>
                <a:endParaRPr lang="ja-JP" altLang="en-US"/>
              </a:p>
            </p:txBody>
          </p:sp>
          <p:sp>
            <p:nvSpPr>
              <p:cNvPr id="282" name="Oval 120"/>
              <p:cNvSpPr>
                <a:spLocks noChangeArrowheads="1"/>
              </p:cNvSpPr>
              <p:nvPr/>
            </p:nvSpPr>
            <p:spPr bwMode="auto">
              <a:xfrm>
                <a:off x="8066088" y="2453945"/>
                <a:ext cx="242887" cy="133287"/>
              </a:xfrm>
              <a:prstGeom prst="ellipse">
                <a:avLst/>
              </a:prstGeom>
              <a:solidFill>
                <a:schemeClr val="bg1">
                  <a:lumMod val="50000"/>
                </a:schemeClr>
              </a:solidFill>
              <a:ln w="9525" cmpd="sng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>
                  <a:defRPr/>
                </a:pPr>
                <a:endParaRPr lang="ja-JP" altLang="en-US"/>
              </a:p>
            </p:txBody>
          </p:sp>
          <p:sp>
            <p:nvSpPr>
              <p:cNvPr id="283" name="Oval 121"/>
              <p:cNvSpPr>
                <a:spLocks noChangeArrowheads="1"/>
              </p:cNvSpPr>
              <p:nvPr/>
            </p:nvSpPr>
            <p:spPr bwMode="auto">
              <a:xfrm>
                <a:off x="8386763" y="2822072"/>
                <a:ext cx="242887" cy="130114"/>
              </a:xfrm>
              <a:prstGeom prst="ellipse">
                <a:avLst/>
              </a:prstGeom>
              <a:solidFill>
                <a:schemeClr val="bg1">
                  <a:lumMod val="50000"/>
                </a:schemeClr>
              </a:solidFill>
              <a:ln w="9525" cmpd="sng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>
                  <a:defRPr/>
                </a:pPr>
                <a:endParaRPr lang="ja-JP" altLang="en-US"/>
              </a:p>
            </p:txBody>
          </p:sp>
          <p:sp>
            <p:nvSpPr>
              <p:cNvPr id="284" name="Oval 129"/>
              <p:cNvSpPr>
                <a:spLocks noChangeArrowheads="1"/>
              </p:cNvSpPr>
              <p:nvPr/>
            </p:nvSpPr>
            <p:spPr bwMode="auto">
              <a:xfrm>
                <a:off x="8678863" y="2822072"/>
                <a:ext cx="242887" cy="130114"/>
              </a:xfrm>
              <a:prstGeom prst="ellipse">
                <a:avLst/>
              </a:prstGeom>
              <a:solidFill>
                <a:schemeClr val="bg1">
                  <a:lumMod val="50000"/>
                </a:schemeClr>
              </a:solidFill>
              <a:ln w="9525" cmpd="sng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>
                  <a:defRPr/>
                </a:pPr>
                <a:endParaRPr lang="ja-JP" altLang="en-US"/>
              </a:p>
            </p:txBody>
          </p:sp>
          <p:sp>
            <p:nvSpPr>
              <p:cNvPr id="285" name="Oval 130"/>
              <p:cNvSpPr>
                <a:spLocks noChangeArrowheads="1"/>
              </p:cNvSpPr>
              <p:nvPr/>
            </p:nvSpPr>
            <p:spPr bwMode="auto">
              <a:xfrm>
                <a:off x="7772400" y="2458706"/>
                <a:ext cx="242888" cy="133287"/>
              </a:xfrm>
              <a:prstGeom prst="ellipse">
                <a:avLst/>
              </a:prstGeom>
              <a:solidFill>
                <a:schemeClr val="bg1">
                  <a:lumMod val="50000"/>
                </a:schemeClr>
              </a:solidFill>
              <a:ln w="9525" cmpd="sng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>
                  <a:defRPr/>
                </a:pPr>
                <a:endParaRPr lang="ja-JP" altLang="en-US"/>
              </a:p>
            </p:txBody>
          </p:sp>
          <p:sp>
            <p:nvSpPr>
              <p:cNvPr id="286" name="Oval 132"/>
              <p:cNvSpPr>
                <a:spLocks noChangeArrowheads="1"/>
              </p:cNvSpPr>
              <p:nvPr/>
            </p:nvSpPr>
            <p:spPr bwMode="auto">
              <a:xfrm>
                <a:off x="8823325" y="2457119"/>
                <a:ext cx="244475" cy="131701"/>
              </a:xfrm>
              <a:prstGeom prst="ellipse">
                <a:avLst/>
              </a:prstGeom>
              <a:solidFill>
                <a:schemeClr val="bg1">
                  <a:lumMod val="50000"/>
                </a:schemeClr>
              </a:solidFill>
              <a:ln w="9525" cmpd="sng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>
                  <a:defRPr/>
                </a:pPr>
                <a:endParaRPr lang="ja-JP" altLang="en-US"/>
              </a:p>
            </p:txBody>
          </p:sp>
          <p:sp>
            <p:nvSpPr>
              <p:cNvPr id="52338" name="Oval 133"/>
              <p:cNvSpPr>
                <a:spLocks noChangeArrowheads="1"/>
              </p:cNvSpPr>
              <p:nvPr/>
            </p:nvSpPr>
            <p:spPr bwMode="auto">
              <a:xfrm>
                <a:off x="8678794" y="2094488"/>
                <a:ext cx="242877" cy="131802"/>
              </a:xfrm>
              <a:prstGeom prst="ellipse">
                <a:avLst/>
              </a:prstGeom>
              <a:solidFill>
                <a:schemeClr val="bg1"/>
              </a:solidFill>
              <a:ln w="38100" cmpd="dbl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1pPr>
                <a:lvl2pPr marL="742950" indent="-28575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2pPr>
                <a:lvl3pPr marL="11430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3pPr>
                <a:lvl4pPr marL="16002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4pPr>
                <a:lvl5pPr marL="20574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9pPr>
              </a:lstStyle>
              <a:p>
                <a:pPr eaLnBrk="1" hangingPunct="1"/>
                <a:endParaRPr lang="ja-JP" altLang="en-US"/>
              </a:p>
            </p:txBody>
          </p:sp>
          <p:sp>
            <p:nvSpPr>
              <p:cNvPr id="288" name="Oval 120"/>
              <p:cNvSpPr>
                <a:spLocks noChangeArrowheads="1"/>
              </p:cNvSpPr>
              <p:nvPr/>
            </p:nvSpPr>
            <p:spPr bwMode="auto">
              <a:xfrm>
                <a:off x="8305800" y="1752600"/>
                <a:ext cx="242888" cy="133287"/>
              </a:xfrm>
              <a:prstGeom prst="ellipse">
                <a:avLst/>
              </a:prstGeom>
              <a:solidFill>
                <a:schemeClr val="bg1">
                  <a:lumMod val="50000"/>
                </a:schemeClr>
              </a:solidFill>
              <a:ln w="9525" cmpd="sng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>
                  <a:defRPr/>
                </a:pPr>
                <a:endParaRPr lang="ja-JP" altLang="en-US"/>
              </a:p>
            </p:txBody>
          </p:sp>
        </p:grpSp>
        <p:cxnSp>
          <p:nvCxnSpPr>
            <p:cNvPr id="52323" name="AutoShape 24"/>
            <p:cNvCxnSpPr>
              <a:cxnSpLocks noChangeShapeType="1"/>
            </p:cNvCxnSpPr>
            <p:nvPr/>
          </p:nvCxnSpPr>
          <p:spPr bwMode="auto">
            <a:xfrm rot="5400000">
              <a:off x="2080695" y="4508014"/>
              <a:ext cx="202515" cy="158626"/>
            </a:xfrm>
            <a:prstGeom prst="straightConnector1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2324" name="AutoShape 24"/>
            <p:cNvCxnSpPr>
              <a:cxnSpLocks noChangeShapeType="1"/>
            </p:cNvCxnSpPr>
            <p:nvPr/>
          </p:nvCxnSpPr>
          <p:spPr bwMode="auto">
            <a:xfrm rot="16200000" flipH="1">
              <a:off x="2229788" y="4517547"/>
              <a:ext cx="197595" cy="134640"/>
            </a:xfrm>
            <a:prstGeom prst="straightConnector1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2325" name="AutoShape 24"/>
            <p:cNvCxnSpPr>
              <a:cxnSpLocks noChangeShapeType="1"/>
            </p:cNvCxnSpPr>
            <p:nvPr/>
          </p:nvCxnSpPr>
          <p:spPr bwMode="auto">
            <a:xfrm rot="5400000">
              <a:off x="2674476" y="4861284"/>
              <a:ext cx="232238" cy="146633"/>
            </a:xfrm>
            <a:prstGeom prst="straightConnector1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2326" name="AutoShape 24"/>
            <p:cNvCxnSpPr>
              <a:cxnSpLocks noChangeShapeType="1"/>
            </p:cNvCxnSpPr>
            <p:nvPr/>
          </p:nvCxnSpPr>
          <p:spPr bwMode="auto">
            <a:xfrm rot="16200000" flipH="1">
              <a:off x="2820353" y="4862039"/>
              <a:ext cx="232238" cy="145122"/>
            </a:xfrm>
            <a:prstGeom prst="straightConnector1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2327" name="AutoShape 24"/>
            <p:cNvCxnSpPr>
              <a:cxnSpLocks noChangeShapeType="1"/>
            </p:cNvCxnSpPr>
            <p:nvPr/>
          </p:nvCxnSpPr>
          <p:spPr bwMode="auto">
            <a:xfrm rot="5400000">
              <a:off x="2821337" y="4497937"/>
              <a:ext cx="230270" cy="145122"/>
            </a:xfrm>
            <a:prstGeom prst="straightConnector1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2328" name="AutoShape 24"/>
            <p:cNvCxnSpPr>
              <a:cxnSpLocks noChangeShapeType="1"/>
            </p:cNvCxnSpPr>
            <p:nvPr/>
          </p:nvCxnSpPr>
          <p:spPr bwMode="auto">
            <a:xfrm rot="16200000" flipH="1">
              <a:off x="2966710" y="4497685"/>
              <a:ext cx="230270" cy="145625"/>
            </a:xfrm>
            <a:prstGeom prst="straightConnector1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2329" name="AutoShape 24"/>
            <p:cNvCxnSpPr>
              <a:cxnSpLocks noChangeShapeType="1"/>
            </p:cNvCxnSpPr>
            <p:nvPr/>
          </p:nvCxnSpPr>
          <p:spPr bwMode="auto">
            <a:xfrm rot="5400000">
              <a:off x="2328698" y="4046865"/>
              <a:ext cx="239908" cy="374774"/>
            </a:xfrm>
            <a:prstGeom prst="straightConnector1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2330" name="AutoShape 24"/>
            <p:cNvCxnSpPr>
              <a:cxnSpLocks noChangeShapeType="1"/>
            </p:cNvCxnSpPr>
            <p:nvPr/>
          </p:nvCxnSpPr>
          <p:spPr bwMode="auto">
            <a:xfrm rot="16200000" flipH="1">
              <a:off x="2717936" y="4032401"/>
              <a:ext cx="209201" cy="372994"/>
            </a:xfrm>
            <a:prstGeom prst="straightConnector1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52306" name="グループ化 195"/>
          <p:cNvGrpSpPr>
            <a:grpSpLocks/>
          </p:cNvGrpSpPr>
          <p:nvPr/>
        </p:nvGrpSpPr>
        <p:grpSpPr bwMode="auto">
          <a:xfrm>
            <a:off x="8150226" y="5332414"/>
            <a:ext cx="1427163" cy="839787"/>
            <a:chOff x="7633177" y="1752600"/>
            <a:chExt cx="1426701" cy="838605"/>
          </a:xfrm>
        </p:grpSpPr>
        <p:sp>
          <p:nvSpPr>
            <p:cNvPr id="52314" name="Oval 118"/>
            <p:cNvSpPr>
              <a:spLocks noChangeArrowheads="1"/>
            </p:cNvSpPr>
            <p:nvPr/>
          </p:nvSpPr>
          <p:spPr bwMode="auto">
            <a:xfrm>
              <a:off x="7791803" y="2125181"/>
              <a:ext cx="242877" cy="131802"/>
            </a:xfrm>
            <a:prstGeom prst="ellipse">
              <a:avLst/>
            </a:prstGeom>
            <a:solidFill>
              <a:schemeClr val="bg1"/>
            </a:solidFill>
            <a:ln w="38100" cmpd="dbl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endParaRPr lang="ja-JP" altLang="en-US"/>
            </a:p>
          </p:txBody>
        </p:sp>
        <p:sp>
          <p:nvSpPr>
            <p:cNvPr id="310" name="Oval 120"/>
            <p:cNvSpPr>
              <a:spLocks noChangeArrowheads="1"/>
            </p:cNvSpPr>
            <p:nvPr/>
          </p:nvSpPr>
          <p:spPr bwMode="auto">
            <a:xfrm>
              <a:off x="7926770" y="2454872"/>
              <a:ext cx="242808" cy="133162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9525" cmpd="sng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>
                <a:defRPr/>
              </a:pPr>
              <a:endParaRPr lang="ja-JP" altLang="en-US"/>
            </a:p>
          </p:txBody>
        </p:sp>
        <p:sp>
          <p:nvSpPr>
            <p:cNvPr id="311" name="Oval 121"/>
            <p:cNvSpPr>
              <a:spLocks noChangeArrowheads="1"/>
            </p:cNvSpPr>
            <p:nvPr/>
          </p:nvSpPr>
          <p:spPr bwMode="auto">
            <a:xfrm>
              <a:off x="8306059" y="2459628"/>
              <a:ext cx="241222" cy="131577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9525" cmpd="sng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>
                <a:defRPr/>
              </a:pPr>
              <a:endParaRPr lang="ja-JP" altLang="en-US"/>
            </a:p>
          </p:txBody>
        </p:sp>
        <p:sp>
          <p:nvSpPr>
            <p:cNvPr id="312" name="Oval 129"/>
            <p:cNvSpPr>
              <a:spLocks noChangeArrowheads="1"/>
            </p:cNvSpPr>
            <p:nvPr/>
          </p:nvSpPr>
          <p:spPr bwMode="auto">
            <a:xfrm>
              <a:off x="8306059" y="2133064"/>
              <a:ext cx="242809" cy="131577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9525" cmpd="sng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>
                <a:defRPr/>
              </a:pPr>
              <a:endParaRPr lang="ja-JP" altLang="en-US"/>
            </a:p>
          </p:txBody>
        </p:sp>
        <p:sp>
          <p:nvSpPr>
            <p:cNvPr id="313" name="Oval 130"/>
            <p:cNvSpPr>
              <a:spLocks noChangeArrowheads="1"/>
            </p:cNvSpPr>
            <p:nvPr/>
          </p:nvSpPr>
          <p:spPr bwMode="auto">
            <a:xfrm>
              <a:off x="7633177" y="2459628"/>
              <a:ext cx="242809" cy="131577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9525" cmpd="sng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>
                <a:defRPr/>
              </a:pPr>
              <a:endParaRPr lang="ja-JP" altLang="en-US"/>
            </a:p>
          </p:txBody>
        </p:sp>
        <p:sp>
          <p:nvSpPr>
            <p:cNvPr id="314" name="Oval 132"/>
            <p:cNvSpPr>
              <a:spLocks noChangeArrowheads="1"/>
            </p:cNvSpPr>
            <p:nvPr/>
          </p:nvSpPr>
          <p:spPr bwMode="auto">
            <a:xfrm>
              <a:off x="8815482" y="2456458"/>
              <a:ext cx="244396" cy="133162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9525" cmpd="sng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>
                <a:defRPr/>
              </a:pPr>
              <a:endParaRPr lang="ja-JP" altLang="en-US"/>
            </a:p>
          </p:txBody>
        </p:sp>
        <p:sp>
          <p:nvSpPr>
            <p:cNvPr id="52320" name="Oval 133"/>
            <p:cNvSpPr>
              <a:spLocks noChangeArrowheads="1"/>
            </p:cNvSpPr>
            <p:nvPr/>
          </p:nvSpPr>
          <p:spPr bwMode="auto">
            <a:xfrm>
              <a:off x="8807352" y="2128592"/>
              <a:ext cx="242877" cy="131802"/>
            </a:xfrm>
            <a:prstGeom prst="ellipse">
              <a:avLst/>
            </a:prstGeom>
            <a:solidFill>
              <a:schemeClr val="bg1"/>
            </a:solidFill>
            <a:ln w="38100" cmpd="dbl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endParaRPr lang="ja-JP" altLang="en-US"/>
            </a:p>
          </p:txBody>
        </p:sp>
        <p:sp>
          <p:nvSpPr>
            <p:cNvPr id="316" name="Oval 120"/>
            <p:cNvSpPr>
              <a:spLocks noChangeArrowheads="1"/>
            </p:cNvSpPr>
            <p:nvPr/>
          </p:nvSpPr>
          <p:spPr bwMode="auto">
            <a:xfrm>
              <a:off x="8306059" y="1752600"/>
              <a:ext cx="242809" cy="133162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9525" cmpd="sng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>
                <a:defRPr/>
              </a:pPr>
              <a:endParaRPr lang="ja-JP" altLang="en-US"/>
            </a:p>
          </p:txBody>
        </p:sp>
      </p:grpSp>
      <p:cxnSp>
        <p:nvCxnSpPr>
          <p:cNvPr id="52307" name="AutoShape 24"/>
          <p:cNvCxnSpPr>
            <a:cxnSpLocks noChangeShapeType="1"/>
            <a:endCxn id="313" idx="0"/>
          </p:cNvCxnSpPr>
          <p:nvPr/>
        </p:nvCxnSpPr>
        <p:spPr bwMode="auto">
          <a:xfrm rot="5400000">
            <a:off x="8250238" y="5859463"/>
            <a:ext cx="203200" cy="158750"/>
          </a:xfrm>
          <a:prstGeom prst="straightConnector1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2308" name="AutoShape 24"/>
          <p:cNvCxnSpPr>
            <a:cxnSpLocks noChangeShapeType="1"/>
            <a:stCxn id="52314" idx="4"/>
            <a:endCxn id="310" idx="0"/>
          </p:cNvCxnSpPr>
          <p:nvPr/>
        </p:nvCxnSpPr>
        <p:spPr bwMode="auto">
          <a:xfrm rot="16200000" flipH="1">
            <a:off x="8399464" y="5868989"/>
            <a:ext cx="198437" cy="134937"/>
          </a:xfrm>
          <a:prstGeom prst="straightConnector1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2309" name="AutoShape 24"/>
          <p:cNvCxnSpPr>
            <a:cxnSpLocks noChangeShapeType="1"/>
          </p:cNvCxnSpPr>
          <p:nvPr/>
        </p:nvCxnSpPr>
        <p:spPr bwMode="auto">
          <a:xfrm rot="5400000">
            <a:off x="8846344" y="5942807"/>
            <a:ext cx="195263" cy="0"/>
          </a:xfrm>
          <a:prstGeom prst="straightConnector1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2310" name="AutoShape 24"/>
          <p:cNvCxnSpPr>
            <a:cxnSpLocks noChangeShapeType="1"/>
          </p:cNvCxnSpPr>
          <p:nvPr/>
        </p:nvCxnSpPr>
        <p:spPr bwMode="auto">
          <a:xfrm rot="5400000">
            <a:off x="8820944" y="5590381"/>
            <a:ext cx="247650" cy="1588"/>
          </a:xfrm>
          <a:prstGeom prst="straightConnector1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2311" name="AutoShape 24"/>
          <p:cNvCxnSpPr>
            <a:cxnSpLocks noChangeShapeType="1"/>
            <a:stCxn id="52320" idx="4"/>
            <a:endCxn id="314" idx="0"/>
          </p:cNvCxnSpPr>
          <p:nvPr/>
        </p:nvCxnSpPr>
        <p:spPr bwMode="auto">
          <a:xfrm rot="16200000" flipH="1">
            <a:off x="9352757" y="5934870"/>
            <a:ext cx="195263" cy="9525"/>
          </a:xfrm>
          <a:prstGeom prst="straightConnector1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2312" name="AutoShape 24"/>
          <p:cNvCxnSpPr>
            <a:cxnSpLocks noChangeShapeType="1"/>
            <a:stCxn id="316" idx="3"/>
            <a:endCxn id="52314" idx="0"/>
          </p:cNvCxnSpPr>
          <p:nvPr/>
        </p:nvCxnSpPr>
        <p:spPr bwMode="auto">
          <a:xfrm rot="5400000">
            <a:off x="8515351" y="5362576"/>
            <a:ext cx="258762" cy="427037"/>
          </a:xfrm>
          <a:prstGeom prst="straightConnector1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2313" name="AutoShape 24"/>
          <p:cNvCxnSpPr>
            <a:cxnSpLocks noChangeShapeType="1"/>
            <a:stCxn id="316" idx="5"/>
            <a:endCxn id="52320" idx="0"/>
          </p:cNvCxnSpPr>
          <p:nvPr/>
        </p:nvCxnSpPr>
        <p:spPr bwMode="auto">
          <a:xfrm rot="16200000" flipH="1">
            <a:off x="9107489" y="5370514"/>
            <a:ext cx="261937" cy="414337"/>
          </a:xfrm>
          <a:prstGeom prst="straightConnector1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</p:spTree>
  </p:cSld>
  <p:clrMapOvr>
    <a:masterClrMapping/>
  </p:clrMapOvr>
  <p:transition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/>
          <p:cNvSpPr txBox="1"/>
          <p:nvPr/>
        </p:nvSpPr>
        <p:spPr>
          <a:xfrm flipH="1">
            <a:off x="1676401" y="2286001"/>
            <a:ext cx="1630363" cy="14779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pPr>
              <a:defRPr/>
            </a:pPr>
            <a:r>
              <a:rPr lang="ja-JP" altLang="en-US" dirty="0"/>
              <a:t>ゲージ</a:t>
            </a:r>
            <a:endParaRPr lang="en-US" altLang="ja-JP" dirty="0"/>
          </a:p>
          <a:p>
            <a:pPr>
              <a:defRPr/>
            </a:pPr>
            <a:r>
              <a:rPr lang="ja-JP" altLang="en-US" dirty="0"/>
              <a:t>レーダー</a:t>
            </a:r>
            <a:endParaRPr lang="en-US" altLang="ja-JP" dirty="0"/>
          </a:p>
          <a:p>
            <a:pPr>
              <a:defRPr/>
            </a:pPr>
            <a:r>
              <a:rPr lang="ja-JP" altLang="en-US" dirty="0"/>
              <a:t>ゲージ情報</a:t>
            </a:r>
            <a:endParaRPr lang="en-US" altLang="ja-JP" dirty="0"/>
          </a:p>
          <a:p>
            <a:pPr>
              <a:defRPr/>
            </a:pPr>
            <a:r>
              <a:rPr lang="ja-JP" altLang="en-US" dirty="0"/>
              <a:t>レーダー情報</a:t>
            </a:r>
            <a:endParaRPr lang="en-US" altLang="ja-JP" dirty="0"/>
          </a:p>
          <a:p>
            <a:pPr>
              <a:defRPr/>
            </a:pPr>
            <a:r>
              <a:rPr lang="ja-JP" altLang="en-US" dirty="0"/>
              <a:t>モデル情報</a:t>
            </a:r>
          </a:p>
        </p:txBody>
      </p:sp>
      <p:sp>
        <p:nvSpPr>
          <p:cNvPr id="53251" name="テキスト ボックス 4"/>
          <p:cNvSpPr txBox="1">
            <a:spLocks noChangeArrowheads="1"/>
          </p:cNvSpPr>
          <p:nvPr/>
        </p:nvSpPr>
        <p:spPr bwMode="auto">
          <a:xfrm>
            <a:off x="1828801" y="3810000"/>
            <a:ext cx="1338263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ja-JP" altLang="en-US" b="1"/>
              <a:t>入力語集合</a:t>
            </a:r>
          </a:p>
        </p:txBody>
      </p:sp>
      <p:sp>
        <p:nvSpPr>
          <p:cNvPr id="53252" name="テキスト ボックス 25"/>
          <p:cNvSpPr txBox="1">
            <a:spLocks noChangeArrowheads="1"/>
          </p:cNvSpPr>
          <p:nvPr/>
        </p:nvSpPr>
        <p:spPr bwMode="auto">
          <a:xfrm>
            <a:off x="4191000" y="3733801"/>
            <a:ext cx="1811338" cy="646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ja-JP" altLang="en-US" b="1"/>
              <a:t>完全照合概念の</a:t>
            </a:r>
            <a:endParaRPr lang="en-US" altLang="ja-JP" b="1"/>
          </a:p>
          <a:p>
            <a:pPr algn="ctr" eaLnBrk="1" hangingPunct="1"/>
            <a:r>
              <a:rPr lang="ja-JP" altLang="en-US" b="1"/>
              <a:t>概念階層</a:t>
            </a:r>
          </a:p>
        </p:txBody>
      </p:sp>
      <p:sp>
        <p:nvSpPr>
          <p:cNvPr id="53253" name="テキスト ボックス 64"/>
          <p:cNvSpPr txBox="1">
            <a:spLocks noChangeArrowheads="1"/>
          </p:cNvSpPr>
          <p:nvPr/>
        </p:nvSpPr>
        <p:spPr bwMode="auto">
          <a:xfrm>
            <a:off x="6732588" y="5334001"/>
            <a:ext cx="2741612" cy="646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ja-JP" altLang="en-US" b="1"/>
              <a:t>部分照合概念の概念階層</a:t>
            </a:r>
            <a:endParaRPr lang="en-US" altLang="ja-JP" b="1"/>
          </a:p>
          <a:p>
            <a:pPr algn="ctr" eaLnBrk="1" hangingPunct="1"/>
            <a:r>
              <a:rPr lang="ja-JP" altLang="en-US" b="1"/>
              <a:t>（語尾による階層化）</a:t>
            </a:r>
          </a:p>
        </p:txBody>
      </p:sp>
      <p:sp>
        <p:nvSpPr>
          <p:cNvPr id="53254" name="テキスト ボックス 65"/>
          <p:cNvSpPr txBox="1">
            <a:spLocks noChangeArrowheads="1"/>
          </p:cNvSpPr>
          <p:nvPr/>
        </p:nvSpPr>
        <p:spPr bwMode="auto">
          <a:xfrm>
            <a:off x="3352801" y="1752600"/>
            <a:ext cx="1338263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ja-JP" altLang="en-US"/>
              <a:t>名詞的概念</a:t>
            </a:r>
          </a:p>
        </p:txBody>
      </p:sp>
      <p:sp>
        <p:nvSpPr>
          <p:cNvPr id="53255" name="テキスト ボックス 66"/>
          <p:cNvSpPr txBox="1">
            <a:spLocks noChangeArrowheads="1"/>
          </p:cNvSpPr>
          <p:nvPr/>
        </p:nvSpPr>
        <p:spPr bwMode="auto">
          <a:xfrm>
            <a:off x="4114800" y="2133600"/>
            <a:ext cx="877888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ja-JP" altLang="en-US"/>
              <a:t>具体物</a:t>
            </a:r>
          </a:p>
        </p:txBody>
      </p:sp>
      <p:sp>
        <p:nvSpPr>
          <p:cNvPr id="53256" name="テキスト ボックス 67"/>
          <p:cNvSpPr txBox="1">
            <a:spLocks noChangeArrowheads="1"/>
          </p:cNvSpPr>
          <p:nvPr/>
        </p:nvSpPr>
        <p:spPr bwMode="auto">
          <a:xfrm>
            <a:off x="4648201" y="2514600"/>
            <a:ext cx="646113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ja-JP" altLang="en-US"/>
              <a:t>計器</a:t>
            </a:r>
          </a:p>
        </p:txBody>
      </p:sp>
      <p:sp>
        <p:nvSpPr>
          <p:cNvPr id="53257" name="テキスト ボックス 68"/>
          <p:cNvSpPr txBox="1">
            <a:spLocks noChangeArrowheads="1"/>
          </p:cNvSpPr>
          <p:nvPr/>
        </p:nvSpPr>
        <p:spPr bwMode="auto">
          <a:xfrm>
            <a:off x="5110164" y="2895600"/>
            <a:ext cx="833437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ja-JP" altLang="en-US"/>
              <a:t>ゲージ</a:t>
            </a:r>
          </a:p>
        </p:txBody>
      </p:sp>
      <p:sp>
        <p:nvSpPr>
          <p:cNvPr id="53258" name="テキスト ボックス 69"/>
          <p:cNvSpPr txBox="1">
            <a:spLocks noChangeArrowheads="1"/>
          </p:cNvSpPr>
          <p:nvPr/>
        </p:nvSpPr>
        <p:spPr bwMode="auto">
          <a:xfrm>
            <a:off x="5133976" y="3276600"/>
            <a:ext cx="1038225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ja-JP" altLang="en-US"/>
              <a:t>レーダー</a:t>
            </a:r>
          </a:p>
        </p:txBody>
      </p:sp>
      <p:cxnSp>
        <p:nvCxnSpPr>
          <p:cNvPr id="72" name="図形 71"/>
          <p:cNvCxnSpPr>
            <a:stCxn id="53254" idx="2"/>
            <a:endCxn id="53255" idx="1"/>
          </p:cNvCxnSpPr>
          <p:nvPr/>
        </p:nvCxnSpPr>
        <p:spPr>
          <a:xfrm rot="16200000" flipH="1">
            <a:off x="3971132" y="2174082"/>
            <a:ext cx="195262" cy="92075"/>
          </a:xfrm>
          <a:prstGeom prst="bentConnector2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3" name="図形 72"/>
          <p:cNvCxnSpPr>
            <a:stCxn id="53255" idx="2"/>
            <a:endCxn id="53256" idx="1"/>
          </p:cNvCxnSpPr>
          <p:nvPr/>
        </p:nvCxnSpPr>
        <p:spPr>
          <a:xfrm rot="16200000" flipH="1">
            <a:off x="4502944" y="2553494"/>
            <a:ext cx="195262" cy="95250"/>
          </a:xfrm>
          <a:prstGeom prst="bentConnector2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6" name="図形 75"/>
          <p:cNvCxnSpPr>
            <a:stCxn id="53256" idx="2"/>
            <a:endCxn id="53257" idx="1"/>
          </p:cNvCxnSpPr>
          <p:nvPr/>
        </p:nvCxnSpPr>
        <p:spPr>
          <a:xfrm rot="16200000" flipH="1">
            <a:off x="4943476" y="2913063"/>
            <a:ext cx="195262" cy="138113"/>
          </a:xfrm>
          <a:prstGeom prst="bentConnector2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9" name="図形 78"/>
          <p:cNvCxnSpPr>
            <a:stCxn id="53256" idx="2"/>
            <a:endCxn id="53258" idx="1"/>
          </p:cNvCxnSpPr>
          <p:nvPr/>
        </p:nvCxnSpPr>
        <p:spPr>
          <a:xfrm rot="16200000" flipH="1">
            <a:off x="4764882" y="3091657"/>
            <a:ext cx="576262" cy="161925"/>
          </a:xfrm>
          <a:prstGeom prst="bentConnector2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3263" name="テキスト ボックス 80"/>
          <p:cNvSpPr txBox="1">
            <a:spLocks noChangeArrowheads="1"/>
          </p:cNvSpPr>
          <p:nvPr/>
        </p:nvSpPr>
        <p:spPr bwMode="auto">
          <a:xfrm>
            <a:off x="5532438" y="1458914"/>
            <a:ext cx="1338262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ja-JP" altLang="en-US"/>
              <a:t>名詞的概念</a:t>
            </a:r>
          </a:p>
        </p:txBody>
      </p:sp>
      <p:sp>
        <p:nvSpPr>
          <p:cNvPr id="53264" name="テキスト ボックス 81"/>
          <p:cNvSpPr txBox="1">
            <a:spLocks noChangeArrowheads="1"/>
          </p:cNvSpPr>
          <p:nvPr/>
        </p:nvSpPr>
        <p:spPr bwMode="auto">
          <a:xfrm>
            <a:off x="6940550" y="2133600"/>
            <a:ext cx="877888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ja-JP" altLang="en-US"/>
              <a:t>具体物</a:t>
            </a:r>
          </a:p>
        </p:txBody>
      </p:sp>
      <p:sp>
        <p:nvSpPr>
          <p:cNvPr id="53265" name="テキスト ボックス 82"/>
          <p:cNvSpPr txBox="1">
            <a:spLocks noChangeArrowheads="1"/>
          </p:cNvSpPr>
          <p:nvPr/>
        </p:nvSpPr>
        <p:spPr bwMode="auto">
          <a:xfrm>
            <a:off x="7477126" y="2449514"/>
            <a:ext cx="646113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ja-JP" altLang="en-US"/>
              <a:t>計器</a:t>
            </a:r>
          </a:p>
        </p:txBody>
      </p:sp>
      <p:sp>
        <p:nvSpPr>
          <p:cNvPr id="53266" name="テキスト ボックス 83"/>
          <p:cNvSpPr txBox="1">
            <a:spLocks noChangeArrowheads="1"/>
          </p:cNvSpPr>
          <p:nvPr/>
        </p:nvSpPr>
        <p:spPr bwMode="auto">
          <a:xfrm>
            <a:off x="7924800" y="2743200"/>
            <a:ext cx="833438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ja-JP" altLang="en-US"/>
              <a:t>ゲージ</a:t>
            </a:r>
          </a:p>
        </p:txBody>
      </p:sp>
      <p:sp>
        <p:nvSpPr>
          <p:cNvPr id="53267" name="テキスト ボックス 84"/>
          <p:cNvSpPr txBox="1">
            <a:spLocks noChangeArrowheads="1"/>
          </p:cNvSpPr>
          <p:nvPr/>
        </p:nvSpPr>
        <p:spPr bwMode="auto">
          <a:xfrm>
            <a:off x="7923214" y="3048000"/>
            <a:ext cx="1038225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ja-JP" altLang="en-US"/>
              <a:t>レーダー</a:t>
            </a:r>
          </a:p>
        </p:txBody>
      </p:sp>
      <p:cxnSp>
        <p:nvCxnSpPr>
          <p:cNvPr id="86" name="図形 85"/>
          <p:cNvCxnSpPr>
            <a:stCxn id="53272" idx="2"/>
            <a:endCxn id="53264" idx="1"/>
          </p:cNvCxnSpPr>
          <p:nvPr/>
        </p:nvCxnSpPr>
        <p:spPr>
          <a:xfrm rot="16200000" flipH="1">
            <a:off x="6832600" y="2209800"/>
            <a:ext cx="107950" cy="107950"/>
          </a:xfrm>
          <a:prstGeom prst="bentConnector2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7" name="図形 86"/>
          <p:cNvCxnSpPr>
            <a:stCxn id="53264" idx="2"/>
            <a:endCxn id="53265" idx="1"/>
          </p:cNvCxnSpPr>
          <p:nvPr/>
        </p:nvCxnSpPr>
        <p:spPr>
          <a:xfrm rot="16200000" flipH="1">
            <a:off x="7362826" y="2520951"/>
            <a:ext cx="131762" cy="96837"/>
          </a:xfrm>
          <a:prstGeom prst="bentConnector2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8" name="図形 87"/>
          <p:cNvCxnSpPr>
            <a:stCxn id="53265" idx="2"/>
            <a:endCxn id="53266" idx="1"/>
          </p:cNvCxnSpPr>
          <p:nvPr/>
        </p:nvCxnSpPr>
        <p:spPr>
          <a:xfrm rot="16200000" flipH="1">
            <a:off x="7808119" y="2810669"/>
            <a:ext cx="107950" cy="125412"/>
          </a:xfrm>
          <a:prstGeom prst="bentConnector2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9" name="図形 88"/>
          <p:cNvCxnSpPr>
            <a:stCxn id="53265" idx="2"/>
            <a:endCxn id="53267" idx="1"/>
          </p:cNvCxnSpPr>
          <p:nvPr/>
        </p:nvCxnSpPr>
        <p:spPr>
          <a:xfrm rot="16200000" flipH="1">
            <a:off x="7654926" y="2963863"/>
            <a:ext cx="412750" cy="123825"/>
          </a:xfrm>
          <a:prstGeom prst="bentConnector2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3272" name="テキスト ボックス 89"/>
          <p:cNvSpPr txBox="1">
            <a:spLocks noChangeArrowheads="1"/>
          </p:cNvSpPr>
          <p:nvPr/>
        </p:nvSpPr>
        <p:spPr bwMode="auto">
          <a:xfrm>
            <a:off x="6530976" y="1839914"/>
            <a:ext cx="601663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ja-JP" altLang="en-US"/>
              <a:t>もの</a:t>
            </a:r>
          </a:p>
        </p:txBody>
      </p:sp>
      <p:cxnSp>
        <p:nvCxnSpPr>
          <p:cNvPr id="91" name="図形 90"/>
          <p:cNvCxnSpPr>
            <a:stCxn id="53263" idx="2"/>
            <a:endCxn id="53272" idx="1"/>
          </p:cNvCxnSpPr>
          <p:nvPr/>
        </p:nvCxnSpPr>
        <p:spPr>
          <a:xfrm rot="16200000" flipH="1">
            <a:off x="6268244" y="1762919"/>
            <a:ext cx="196850" cy="328612"/>
          </a:xfrm>
          <a:prstGeom prst="bentConnector2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3274" name="テキスト ボックス 92"/>
          <p:cNvSpPr txBox="1">
            <a:spLocks noChangeArrowheads="1"/>
          </p:cNvSpPr>
          <p:nvPr/>
        </p:nvSpPr>
        <p:spPr bwMode="auto">
          <a:xfrm>
            <a:off x="7016750" y="3200400"/>
            <a:ext cx="877888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ja-JP" altLang="en-US"/>
              <a:t>抽象物</a:t>
            </a:r>
          </a:p>
        </p:txBody>
      </p:sp>
      <p:sp>
        <p:nvSpPr>
          <p:cNvPr id="53275" name="テキスト ボックス 94"/>
          <p:cNvSpPr txBox="1">
            <a:spLocks noChangeArrowheads="1"/>
          </p:cNvSpPr>
          <p:nvPr/>
        </p:nvSpPr>
        <p:spPr bwMode="auto">
          <a:xfrm>
            <a:off x="8020050" y="3897314"/>
            <a:ext cx="1295400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ja-JP" altLang="en-US"/>
              <a:t>ゲージ情報</a:t>
            </a:r>
          </a:p>
        </p:txBody>
      </p:sp>
      <p:sp>
        <p:nvSpPr>
          <p:cNvPr id="53276" name="テキスト ボックス 95"/>
          <p:cNvSpPr txBox="1">
            <a:spLocks noChangeArrowheads="1"/>
          </p:cNvSpPr>
          <p:nvPr/>
        </p:nvSpPr>
        <p:spPr bwMode="auto">
          <a:xfrm>
            <a:off x="8026400" y="4278314"/>
            <a:ext cx="1498600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ja-JP" altLang="en-US"/>
              <a:t>レーダー情報</a:t>
            </a:r>
          </a:p>
        </p:txBody>
      </p:sp>
      <p:cxnSp>
        <p:nvCxnSpPr>
          <p:cNvPr id="97" name="図形 96"/>
          <p:cNvCxnSpPr>
            <a:stCxn id="53274" idx="2"/>
            <a:endCxn id="53287" idx="1"/>
          </p:cNvCxnSpPr>
          <p:nvPr/>
        </p:nvCxnSpPr>
        <p:spPr>
          <a:xfrm rot="16200000" flipH="1">
            <a:off x="7396163" y="3630613"/>
            <a:ext cx="207962" cy="87312"/>
          </a:xfrm>
          <a:prstGeom prst="bentConnector2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8" name="図形 97"/>
          <p:cNvCxnSpPr>
            <a:stCxn id="53287" idx="2"/>
            <a:endCxn id="53275" idx="1"/>
          </p:cNvCxnSpPr>
          <p:nvPr/>
        </p:nvCxnSpPr>
        <p:spPr>
          <a:xfrm rot="16200000" flipH="1">
            <a:off x="7883525" y="3946525"/>
            <a:ext cx="120650" cy="152400"/>
          </a:xfrm>
          <a:prstGeom prst="bentConnector2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9" name="図形 98"/>
          <p:cNvCxnSpPr>
            <a:stCxn id="53287" idx="2"/>
            <a:endCxn id="53276" idx="1"/>
          </p:cNvCxnSpPr>
          <p:nvPr/>
        </p:nvCxnSpPr>
        <p:spPr>
          <a:xfrm rot="16200000" flipH="1">
            <a:off x="7696200" y="4133850"/>
            <a:ext cx="501650" cy="158750"/>
          </a:xfrm>
          <a:prstGeom prst="bentConnector2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3280" name="テキスト ボックス 99"/>
          <p:cNvSpPr txBox="1">
            <a:spLocks noChangeArrowheads="1"/>
          </p:cNvSpPr>
          <p:nvPr/>
        </p:nvSpPr>
        <p:spPr bwMode="auto">
          <a:xfrm>
            <a:off x="8016876" y="4659314"/>
            <a:ext cx="1304925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ja-JP" altLang="en-US"/>
              <a:t>モデル情報</a:t>
            </a:r>
          </a:p>
        </p:txBody>
      </p:sp>
      <p:cxnSp>
        <p:nvCxnSpPr>
          <p:cNvPr id="101" name="図形 100"/>
          <p:cNvCxnSpPr>
            <a:stCxn id="53287" idx="2"/>
            <a:endCxn id="53280" idx="1"/>
          </p:cNvCxnSpPr>
          <p:nvPr/>
        </p:nvCxnSpPr>
        <p:spPr>
          <a:xfrm rot="16200000" flipH="1">
            <a:off x="7500938" y="4329113"/>
            <a:ext cx="882650" cy="149225"/>
          </a:xfrm>
          <a:prstGeom prst="bentConnector2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2" name="図形 101"/>
          <p:cNvCxnSpPr>
            <a:stCxn id="53272" idx="2"/>
            <a:endCxn id="53274" idx="1"/>
          </p:cNvCxnSpPr>
          <p:nvPr/>
        </p:nvCxnSpPr>
        <p:spPr>
          <a:xfrm rot="16200000" flipH="1">
            <a:off x="6337300" y="2705100"/>
            <a:ext cx="1174750" cy="184150"/>
          </a:xfrm>
          <a:prstGeom prst="bentConnector2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3283" name="テキスト ボックス 123"/>
          <p:cNvSpPr txBox="1">
            <a:spLocks noChangeArrowheads="1"/>
          </p:cNvSpPr>
          <p:nvPr/>
        </p:nvSpPr>
        <p:spPr bwMode="auto">
          <a:xfrm>
            <a:off x="10134601" y="5334001"/>
            <a:ext cx="2741613" cy="646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ja-JP" altLang="en-US" b="1"/>
              <a:t>部分照合概念の概念階層</a:t>
            </a:r>
            <a:endParaRPr lang="en-US" altLang="ja-JP" b="1"/>
          </a:p>
          <a:p>
            <a:pPr algn="ctr" eaLnBrk="1" hangingPunct="1"/>
            <a:r>
              <a:rPr lang="ja-JP" altLang="en-US" b="1"/>
              <a:t>（語頭による階層化）</a:t>
            </a:r>
          </a:p>
        </p:txBody>
      </p:sp>
      <p:sp>
        <p:nvSpPr>
          <p:cNvPr id="45092" name="AutoShape 146"/>
          <p:cNvSpPr>
            <a:spLocks noChangeArrowheads="1"/>
          </p:cNvSpPr>
          <p:nvPr/>
        </p:nvSpPr>
        <p:spPr bwMode="auto">
          <a:xfrm>
            <a:off x="3581400" y="2895600"/>
            <a:ext cx="457200" cy="400050"/>
          </a:xfrm>
          <a:prstGeom prst="rightArrow">
            <a:avLst>
              <a:gd name="adj1" fmla="val 50000"/>
              <a:gd name="adj2" fmla="val 57148"/>
            </a:avLst>
          </a:prstGeom>
          <a:solidFill>
            <a:schemeClr val="bg1">
              <a:lumMod val="95000"/>
            </a:schemeClr>
          </a:solidFill>
          <a:ln>
            <a:headEnd/>
            <a:tailEnd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anchor="ctr"/>
          <a:lstStyle/>
          <a:p>
            <a:pPr>
              <a:defRPr/>
            </a:pPr>
            <a:endParaRPr lang="ja-JP" altLang="en-US"/>
          </a:p>
        </p:txBody>
      </p:sp>
      <p:sp>
        <p:nvSpPr>
          <p:cNvPr id="45093" name="AutoShape 146"/>
          <p:cNvSpPr>
            <a:spLocks noChangeArrowheads="1"/>
          </p:cNvSpPr>
          <p:nvPr/>
        </p:nvSpPr>
        <p:spPr bwMode="auto">
          <a:xfrm>
            <a:off x="6096000" y="2895600"/>
            <a:ext cx="457200" cy="400050"/>
          </a:xfrm>
          <a:prstGeom prst="rightArrow">
            <a:avLst>
              <a:gd name="adj1" fmla="val 50000"/>
              <a:gd name="adj2" fmla="val 57148"/>
            </a:avLst>
          </a:prstGeom>
          <a:solidFill>
            <a:schemeClr val="bg1">
              <a:lumMod val="95000"/>
            </a:schemeClr>
          </a:solidFill>
          <a:ln>
            <a:headEnd/>
            <a:tailEnd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anchor="ctr"/>
          <a:lstStyle/>
          <a:p>
            <a:pPr>
              <a:defRPr/>
            </a:pPr>
            <a:endParaRPr lang="ja-JP" altLang="en-US"/>
          </a:p>
        </p:txBody>
      </p:sp>
      <p:sp>
        <p:nvSpPr>
          <p:cNvPr id="45094" name="AutoShape 146"/>
          <p:cNvSpPr>
            <a:spLocks noChangeArrowheads="1"/>
          </p:cNvSpPr>
          <p:nvPr/>
        </p:nvSpPr>
        <p:spPr bwMode="auto">
          <a:xfrm>
            <a:off x="9067800" y="2895600"/>
            <a:ext cx="457200" cy="400050"/>
          </a:xfrm>
          <a:prstGeom prst="rightArrow">
            <a:avLst>
              <a:gd name="adj1" fmla="val 50000"/>
              <a:gd name="adj2" fmla="val 57148"/>
            </a:avLst>
          </a:prstGeom>
          <a:solidFill>
            <a:schemeClr val="bg1">
              <a:lumMod val="95000"/>
            </a:schemeClr>
          </a:solidFill>
          <a:ln>
            <a:headEnd/>
            <a:tailEnd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anchor="ctr"/>
          <a:lstStyle/>
          <a:p>
            <a:pPr>
              <a:defRPr/>
            </a:pPr>
            <a:endParaRPr lang="ja-JP" altLang="en-US"/>
          </a:p>
        </p:txBody>
      </p:sp>
      <p:sp>
        <p:nvSpPr>
          <p:cNvPr id="53287" name="テキスト ボックス 93"/>
          <p:cNvSpPr txBox="1">
            <a:spLocks noChangeArrowheads="1"/>
          </p:cNvSpPr>
          <p:nvPr/>
        </p:nvSpPr>
        <p:spPr bwMode="auto">
          <a:xfrm>
            <a:off x="7543801" y="3592514"/>
            <a:ext cx="646113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ja-JP" altLang="en-US"/>
              <a:t>情報</a:t>
            </a:r>
          </a:p>
        </p:txBody>
      </p:sp>
      <p:sp>
        <p:nvSpPr>
          <p:cNvPr id="53288" name="テキスト ボックス 174"/>
          <p:cNvSpPr txBox="1">
            <a:spLocks noChangeArrowheads="1"/>
          </p:cNvSpPr>
          <p:nvPr/>
        </p:nvSpPr>
        <p:spPr bwMode="auto">
          <a:xfrm>
            <a:off x="8458201" y="1458914"/>
            <a:ext cx="1338263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ja-JP" altLang="en-US"/>
              <a:t>名詞的概念</a:t>
            </a:r>
          </a:p>
        </p:txBody>
      </p:sp>
      <p:sp>
        <p:nvSpPr>
          <p:cNvPr id="53289" name="テキスト ボックス 175"/>
          <p:cNvSpPr txBox="1">
            <a:spLocks noChangeArrowheads="1"/>
          </p:cNvSpPr>
          <p:nvPr/>
        </p:nvSpPr>
        <p:spPr bwMode="auto">
          <a:xfrm>
            <a:off x="9866314" y="2133600"/>
            <a:ext cx="877887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ja-JP" altLang="en-US"/>
              <a:t>具体物</a:t>
            </a:r>
          </a:p>
        </p:txBody>
      </p:sp>
      <p:sp>
        <p:nvSpPr>
          <p:cNvPr id="53290" name="テキスト ボックス 176"/>
          <p:cNvSpPr txBox="1">
            <a:spLocks noChangeArrowheads="1"/>
          </p:cNvSpPr>
          <p:nvPr/>
        </p:nvSpPr>
        <p:spPr bwMode="auto">
          <a:xfrm>
            <a:off x="10402888" y="2449514"/>
            <a:ext cx="646112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ja-JP" altLang="en-US"/>
              <a:t>計器</a:t>
            </a:r>
          </a:p>
        </p:txBody>
      </p:sp>
      <p:sp>
        <p:nvSpPr>
          <p:cNvPr id="53291" name="テキスト ボックス 177"/>
          <p:cNvSpPr txBox="1">
            <a:spLocks noChangeArrowheads="1"/>
          </p:cNvSpPr>
          <p:nvPr/>
        </p:nvSpPr>
        <p:spPr bwMode="auto">
          <a:xfrm>
            <a:off x="12374563" y="2743200"/>
            <a:ext cx="833437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ja-JP" altLang="en-US"/>
              <a:t>ゲージ</a:t>
            </a:r>
          </a:p>
        </p:txBody>
      </p:sp>
      <p:sp>
        <p:nvSpPr>
          <p:cNvPr id="53292" name="テキスト ボックス 178"/>
          <p:cNvSpPr txBox="1">
            <a:spLocks noChangeArrowheads="1"/>
          </p:cNvSpPr>
          <p:nvPr/>
        </p:nvSpPr>
        <p:spPr bwMode="auto">
          <a:xfrm>
            <a:off x="12372975" y="3048000"/>
            <a:ext cx="1038225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ja-JP" altLang="en-US"/>
              <a:t>レーダー</a:t>
            </a:r>
          </a:p>
        </p:txBody>
      </p:sp>
      <p:cxnSp>
        <p:nvCxnSpPr>
          <p:cNvPr id="180" name="図形 179"/>
          <p:cNvCxnSpPr>
            <a:stCxn id="53297" idx="2"/>
            <a:endCxn id="53289" idx="1"/>
          </p:cNvCxnSpPr>
          <p:nvPr/>
        </p:nvCxnSpPr>
        <p:spPr>
          <a:xfrm rot="16200000" flipH="1">
            <a:off x="9758363" y="2209800"/>
            <a:ext cx="107950" cy="107950"/>
          </a:xfrm>
          <a:prstGeom prst="bentConnector2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1" name="図形 180"/>
          <p:cNvCxnSpPr>
            <a:stCxn id="53289" idx="2"/>
            <a:endCxn id="53290" idx="1"/>
          </p:cNvCxnSpPr>
          <p:nvPr/>
        </p:nvCxnSpPr>
        <p:spPr>
          <a:xfrm rot="16200000" flipH="1">
            <a:off x="10288588" y="2520950"/>
            <a:ext cx="131762" cy="96838"/>
          </a:xfrm>
          <a:prstGeom prst="bentConnector2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2" name="図形 181"/>
          <p:cNvCxnSpPr>
            <a:stCxn id="53290" idx="2"/>
            <a:endCxn id="53291" idx="1"/>
          </p:cNvCxnSpPr>
          <p:nvPr/>
        </p:nvCxnSpPr>
        <p:spPr>
          <a:xfrm rot="16200000" flipH="1">
            <a:off x="12257882" y="2810669"/>
            <a:ext cx="107950" cy="125413"/>
          </a:xfrm>
          <a:prstGeom prst="bentConnector2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3" name="図形 182"/>
          <p:cNvCxnSpPr>
            <a:stCxn id="53290" idx="2"/>
            <a:endCxn id="53292" idx="1"/>
          </p:cNvCxnSpPr>
          <p:nvPr/>
        </p:nvCxnSpPr>
        <p:spPr>
          <a:xfrm rot="16200000" flipH="1">
            <a:off x="12104688" y="2963863"/>
            <a:ext cx="412750" cy="123825"/>
          </a:xfrm>
          <a:prstGeom prst="bentConnector2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3297" name="テキスト ボックス 183"/>
          <p:cNvSpPr txBox="1">
            <a:spLocks noChangeArrowheads="1"/>
          </p:cNvSpPr>
          <p:nvPr/>
        </p:nvSpPr>
        <p:spPr bwMode="auto">
          <a:xfrm>
            <a:off x="9456738" y="1839914"/>
            <a:ext cx="601662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ja-JP" altLang="en-US"/>
              <a:t>もの</a:t>
            </a:r>
          </a:p>
        </p:txBody>
      </p:sp>
      <p:cxnSp>
        <p:nvCxnSpPr>
          <p:cNvPr id="185" name="図形 184"/>
          <p:cNvCxnSpPr>
            <a:stCxn id="53288" idx="2"/>
            <a:endCxn id="53297" idx="1"/>
          </p:cNvCxnSpPr>
          <p:nvPr/>
        </p:nvCxnSpPr>
        <p:spPr>
          <a:xfrm rot="16200000" flipH="1">
            <a:off x="9194007" y="1762919"/>
            <a:ext cx="196850" cy="328613"/>
          </a:xfrm>
          <a:prstGeom prst="bentConnector2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3299" name="テキスト ボックス 185"/>
          <p:cNvSpPr txBox="1">
            <a:spLocks noChangeArrowheads="1"/>
          </p:cNvSpPr>
          <p:nvPr/>
        </p:nvSpPr>
        <p:spPr bwMode="auto">
          <a:xfrm>
            <a:off x="9942514" y="3200400"/>
            <a:ext cx="877887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ja-JP" altLang="en-US"/>
              <a:t>抽象物</a:t>
            </a:r>
          </a:p>
        </p:txBody>
      </p:sp>
      <p:sp>
        <p:nvSpPr>
          <p:cNvPr id="53300" name="テキスト ボックス 186"/>
          <p:cNvSpPr txBox="1">
            <a:spLocks noChangeArrowheads="1"/>
          </p:cNvSpPr>
          <p:nvPr/>
        </p:nvSpPr>
        <p:spPr bwMode="auto">
          <a:xfrm>
            <a:off x="12469813" y="3897314"/>
            <a:ext cx="1304925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ja-JP" altLang="en-US"/>
              <a:t>モデル情報</a:t>
            </a:r>
          </a:p>
        </p:txBody>
      </p:sp>
      <p:sp>
        <p:nvSpPr>
          <p:cNvPr id="53301" name="テキスト ボックス 187"/>
          <p:cNvSpPr txBox="1">
            <a:spLocks noChangeArrowheads="1"/>
          </p:cNvSpPr>
          <p:nvPr/>
        </p:nvSpPr>
        <p:spPr bwMode="auto">
          <a:xfrm>
            <a:off x="12476163" y="4278314"/>
            <a:ext cx="1108075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ja-JP" altLang="en-US"/>
              <a:t>計器情報</a:t>
            </a:r>
          </a:p>
        </p:txBody>
      </p:sp>
      <p:cxnSp>
        <p:nvCxnSpPr>
          <p:cNvPr id="189" name="図形 188"/>
          <p:cNvCxnSpPr>
            <a:stCxn id="53299" idx="2"/>
            <a:endCxn id="53308" idx="1"/>
          </p:cNvCxnSpPr>
          <p:nvPr/>
        </p:nvCxnSpPr>
        <p:spPr>
          <a:xfrm rot="16200000" flipH="1">
            <a:off x="10321926" y="3630613"/>
            <a:ext cx="207962" cy="87313"/>
          </a:xfrm>
          <a:prstGeom prst="bentConnector2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0" name="図形 189"/>
          <p:cNvCxnSpPr>
            <a:stCxn id="53308" idx="2"/>
            <a:endCxn id="53300" idx="1"/>
          </p:cNvCxnSpPr>
          <p:nvPr/>
        </p:nvCxnSpPr>
        <p:spPr>
          <a:xfrm rot="16200000" flipH="1">
            <a:off x="12333288" y="3946525"/>
            <a:ext cx="120650" cy="152400"/>
          </a:xfrm>
          <a:prstGeom prst="bentConnector2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1" name="図形 190"/>
          <p:cNvCxnSpPr>
            <a:stCxn id="53308" idx="2"/>
            <a:endCxn id="53301" idx="1"/>
          </p:cNvCxnSpPr>
          <p:nvPr/>
        </p:nvCxnSpPr>
        <p:spPr>
          <a:xfrm rot="16200000" flipH="1">
            <a:off x="12145963" y="4133850"/>
            <a:ext cx="501650" cy="158750"/>
          </a:xfrm>
          <a:prstGeom prst="bentConnector2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3305" name="テキスト ボックス 191"/>
          <p:cNvSpPr txBox="1">
            <a:spLocks noChangeArrowheads="1"/>
          </p:cNvSpPr>
          <p:nvPr/>
        </p:nvSpPr>
        <p:spPr bwMode="auto">
          <a:xfrm>
            <a:off x="13258800" y="4659314"/>
            <a:ext cx="1295400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ja-JP" altLang="en-US"/>
              <a:t>ゲージ情報</a:t>
            </a:r>
          </a:p>
        </p:txBody>
      </p:sp>
      <p:cxnSp>
        <p:nvCxnSpPr>
          <p:cNvPr id="193" name="図形 192"/>
          <p:cNvCxnSpPr>
            <a:stCxn id="53301" idx="2"/>
            <a:endCxn id="53305" idx="1"/>
          </p:cNvCxnSpPr>
          <p:nvPr/>
        </p:nvCxnSpPr>
        <p:spPr>
          <a:xfrm rot="16200000" flipH="1">
            <a:off x="13046075" y="4632325"/>
            <a:ext cx="196850" cy="228600"/>
          </a:xfrm>
          <a:prstGeom prst="bentConnector2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4" name="図形 193"/>
          <p:cNvCxnSpPr>
            <a:stCxn id="53297" idx="2"/>
            <a:endCxn id="53299" idx="1"/>
          </p:cNvCxnSpPr>
          <p:nvPr/>
        </p:nvCxnSpPr>
        <p:spPr>
          <a:xfrm rot="16200000" flipH="1">
            <a:off x="9263063" y="2705100"/>
            <a:ext cx="1174750" cy="184150"/>
          </a:xfrm>
          <a:prstGeom prst="bentConnector2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3308" name="テキスト ボックス 194"/>
          <p:cNvSpPr txBox="1">
            <a:spLocks noChangeArrowheads="1"/>
          </p:cNvSpPr>
          <p:nvPr/>
        </p:nvSpPr>
        <p:spPr bwMode="auto">
          <a:xfrm>
            <a:off x="10469563" y="3592514"/>
            <a:ext cx="646112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ja-JP" altLang="en-US"/>
              <a:t>情報</a:t>
            </a:r>
          </a:p>
        </p:txBody>
      </p:sp>
      <p:sp>
        <p:nvSpPr>
          <p:cNvPr id="53309" name="テキスト ボックス 196"/>
          <p:cNvSpPr txBox="1">
            <a:spLocks noChangeArrowheads="1"/>
          </p:cNvSpPr>
          <p:nvPr/>
        </p:nvSpPr>
        <p:spPr bwMode="auto">
          <a:xfrm>
            <a:off x="13258800" y="4964114"/>
            <a:ext cx="1498600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ja-JP" altLang="en-US"/>
              <a:t>レーダー情報</a:t>
            </a:r>
          </a:p>
        </p:txBody>
      </p:sp>
      <p:cxnSp>
        <p:nvCxnSpPr>
          <p:cNvPr id="198" name="図形 197"/>
          <p:cNvCxnSpPr>
            <a:stCxn id="53301" idx="2"/>
            <a:endCxn id="53309" idx="1"/>
          </p:cNvCxnSpPr>
          <p:nvPr/>
        </p:nvCxnSpPr>
        <p:spPr>
          <a:xfrm rot="16200000" flipH="1">
            <a:off x="12893675" y="4784725"/>
            <a:ext cx="501650" cy="228600"/>
          </a:xfrm>
          <a:prstGeom prst="bentConnector2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Rectangle 37"/>
          <p:cNvSpPr>
            <a:spLocks noChangeArrowheads="1"/>
          </p:cNvSpPr>
          <p:nvPr/>
        </p:nvSpPr>
        <p:spPr bwMode="auto">
          <a:xfrm>
            <a:off x="2589213" y="2479676"/>
            <a:ext cx="1828800" cy="1617663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wrap="none" anchorCtr="1"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endParaRPr lang="ja-JP" altLang="ja-JP" sz="1200">
              <a:latin typeface="ＭＳ Ｐゴシック" charset="-128"/>
            </a:endParaRPr>
          </a:p>
        </p:txBody>
      </p:sp>
      <p:sp>
        <p:nvSpPr>
          <p:cNvPr id="54275" name="Freeform 83"/>
          <p:cNvSpPr>
            <a:spLocks/>
          </p:cNvSpPr>
          <p:nvPr/>
        </p:nvSpPr>
        <p:spPr bwMode="auto">
          <a:xfrm>
            <a:off x="2589213" y="3479800"/>
            <a:ext cx="1371600" cy="306388"/>
          </a:xfrm>
          <a:custGeom>
            <a:avLst/>
            <a:gdLst>
              <a:gd name="T0" fmla="*/ 0 w 720"/>
              <a:gd name="T1" fmla="*/ 0 h 144"/>
              <a:gd name="T2" fmla="*/ 2147483647 w 720"/>
              <a:gd name="T3" fmla="*/ 0 h 144"/>
              <a:gd name="T4" fmla="*/ 2147483647 w 720"/>
              <a:gd name="T5" fmla="*/ 2147483647 h 144"/>
              <a:gd name="T6" fmla="*/ 0 w 720"/>
              <a:gd name="T7" fmla="*/ 2147483647 h 144"/>
              <a:gd name="T8" fmla="*/ 0 60000 65536"/>
              <a:gd name="T9" fmla="*/ 0 60000 65536"/>
              <a:gd name="T10" fmla="*/ 0 60000 65536"/>
              <a:gd name="T11" fmla="*/ 0 60000 65536"/>
              <a:gd name="T12" fmla="*/ 0 w 720"/>
              <a:gd name="T13" fmla="*/ 0 h 144"/>
              <a:gd name="T14" fmla="*/ 720 w 720"/>
              <a:gd name="T15" fmla="*/ 144 h 144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0" h="144">
                <a:moveTo>
                  <a:pt x="0" y="0"/>
                </a:moveTo>
                <a:lnTo>
                  <a:pt x="720" y="0"/>
                </a:lnTo>
                <a:lnTo>
                  <a:pt x="720" y="144"/>
                </a:lnTo>
                <a:lnTo>
                  <a:pt x="0" y="144"/>
                </a:lnTo>
              </a:path>
            </a:pathLst>
          </a:custGeom>
          <a:noFill/>
          <a:ln w="15875" cap="rnd">
            <a:solidFill>
              <a:schemeClr val="tx1"/>
            </a:solidFill>
            <a:prstDash val="sys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91413" tIns="45707" rIns="91413" bIns="45707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endParaRPr lang="ja-JP" altLang="en-US" sz="1400"/>
          </a:p>
        </p:txBody>
      </p:sp>
      <p:sp>
        <p:nvSpPr>
          <p:cNvPr id="54276" name="Freeform 84"/>
          <p:cNvSpPr>
            <a:spLocks/>
          </p:cNvSpPr>
          <p:nvPr/>
        </p:nvSpPr>
        <p:spPr bwMode="auto">
          <a:xfrm flipH="1">
            <a:off x="2622551" y="3159125"/>
            <a:ext cx="1641475" cy="369306"/>
          </a:xfrm>
          <a:custGeom>
            <a:avLst/>
            <a:gdLst>
              <a:gd name="T0" fmla="*/ 0 w 720"/>
              <a:gd name="T1" fmla="*/ 0 h 144"/>
              <a:gd name="T2" fmla="*/ 2147483647 w 720"/>
              <a:gd name="T3" fmla="*/ 0 h 144"/>
              <a:gd name="T4" fmla="*/ 2147483647 w 720"/>
              <a:gd name="T5" fmla="*/ 2147483647 h 144"/>
              <a:gd name="T6" fmla="*/ 0 w 720"/>
              <a:gd name="T7" fmla="*/ 2147483647 h 144"/>
              <a:gd name="T8" fmla="*/ 0 60000 65536"/>
              <a:gd name="T9" fmla="*/ 0 60000 65536"/>
              <a:gd name="T10" fmla="*/ 0 60000 65536"/>
              <a:gd name="T11" fmla="*/ 0 60000 65536"/>
              <a:gd name="T12" fmla="*/ 0 w 720"/>
              <a:gd name="T13" fmla="*/ 0 h 144"/>
              <a:gd name="T14" fmla="*/ 720 w 720"/>
              <a:gd name="T15" fmla="*/ 144 h 144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0" h="144">
                <a:moveTo>
                  <a:pt x="0" y="0"/>
                </a:moveTo>
                <a:lnTo>
                  <a:pt x="720" y="0"/>
                </a:lnTo>
                <a:lnTo>
                  <a:pt x="720" y="144"/>
                </a:lnTo>
                <a:lnTo>
                  <a:pt x="0" y="144"/>
                </a:lnTo>
              </a:path>
            </a:pathLst>
          </a:custGeom>
          <a:noFill/>
          <a:ln w="15875" cap="rnd">
            <a:solidFill>
              <a:schemeClr val="tx1"/>
            </a:solidFill>
            <a:prstDash val="sys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91413" tIns="45707" rIns="91413" bIns="45707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endParaRPr lang="ja-JP" altLang="en-US"/>
          </a:p>
        </p:txBody>
      </p:sp>
      <p:sp>
        <p:nvSpPr>
          <p:cNvPr id="54277" name="Text Box 85"/>
          <p:cNvSpPr txBox="1">
            <a:spLocks noChangeArrowheads="1"/>
          </p:cNvSpPr>
          <p:nvPr/>
        </p:nvSpPr>
        <p:spPr bwMode="auto">
          <a:xfrm>
            <a:off x="2636838" y="2460625"/>
            <a:ext cx="1592262" cy="16319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587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3" tIns="45707" rIns="91413" bIns="45707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en-US" altLang="ja-JP" sz="2000">
                <a:latin typeface="Times New Roman" charset="0"/>
              </a:rPr>
              <a:t>…………</a:t>
            </a:r>
          </a:p>
          <a:p>
            <a:pPr algn="ctr" eaLnBrk="1" hangingPunct="1"/>
            <a:r>
              <a:rPr lang="en-US" altLang="ja-JP" sz="2000">
                <a:latin typeface="Times New Roman" charset="0"/>
              </a:rPr>
              <a:t>.. g</a:t>
            </a:r>
            <a:r>
              <a:rPr lang="en-US" altLang="ja-JP" sz="1000" baseline="-25000">
                <a:latin typeface="Times New Roman" charset="0"/>
              </a:rPr>
              <a:t>8</a:t>
            </a:r>
            <a:r>
              <a:rPr lang="en-US" altLang="ja-JP" sz="2000">
                <a:latin typeface="Times New Roman" charset="0"/>
              </a:rPr>
              <a:t> g</a:t>
            </a:r>
            <a:r>
              <a:rPr lang="en-US" altLang="ja-JP" sz="1000" baseline="-25000">
                <a:latin typeface="Times New Roman" charset="0"/>
              </a:rPr>
              <a:t>4</a:t>
            </a:r>
            <a:r>
              <a:rPr lang="en-US" altLang="ja-JP" sz="2000">
                <a:latin typeface="Times New Roman" charset="0"/>
              </a:rPr>
              <a:t> g</a:t>
            </a:r>
            <a:r>
              <a:rPr lang="en-US" altLang="ja-JP" sz="1000" baseline="-25000">
                <a:latin typeface="Times New Roman" charset="0"/>
              </a:rPr>
              <a:t>3</a:t>
            </a:r>
            <a:r>
              <a:rPr lang="en-US" altLang="ja-JP" sz="2000">
                <a:latin typeface="Times New Roman" charset="0"/>
              </a:rPr>
              <a:t> g</a:t>
            </a:r>
            <a:r>
              <a:rPr lang="en-US" altLang="ja-JP" sz="1000" baseline="-25000">
                <a:latin typeface="Times New Roman" charset="0"/>
              </a:rPr>
              <a:t>7</a:t>
            </a:r>
            <a:r>
              <a:rPr lang="en-US" altLang="ja-JP" sz="2000">
                <a:latin typeface="Times New Roman" charset="0"/>
              </a:rPr>
              <a:t> g</a:t>
            </a:r>
            <a:r>
              <a:rPr lang="en-US" altLang="ja-JP" sz="1000" baseline="-25000">
                <a:latin typeface="Times New Roman" charset="0"/>
              </a:rPr>
              <a:t>8</a:t>
            </a:r>
          </a:p>
          <a:p>
            <a:pPr algn="ctr" eaLnBrk="1" hangingPunct="1"/>
            <a:r>
              <a:rPr lang="en-US" altLang="ja-JP" sz="2000">
                <a:latin typeface="Times New Roman" charset="0"/>
              </a:rPr>
              <a:t>g</a:t>
            </a:r>
            <a:r>
              <a:rPr lang="en-US" altLang="ja-JP" sz="1000" baseline="-25000">
                <a:latin typeface="Times New Roman" charset="0"/>
              </a:rPr>
              <a:t>4</a:t>
            </a:r>
            <a:r>
              <a:rPr lang="en-US" altLang="ja-JP" sz="2000">
                <a:latin typeface="Times New Roman" charset="0"/>
              </a:rPr>
              <a:t> g</a:t>
            </a:r>
            <a:r>
              <a:rPr lang="en-US" altLang="ja-JP" sz="1000" baseline="-25000">
                <a:latin typeface="Times New Roman" charset="0"/>
              </a:rPr>
              <a:t>1</a:t>
            </a:r>
            <a:r>
              <a:rPr lang="en-US" altLang="ja-JP" sz="2000">
                <a:latin typeface="Times New Roman" charset="0"/>
              </a:rPr>
              <a:t> g</a:t>
            </a:r>
            <a:r>
              <a:rPr lang="en-US" altLang="ja-JP" sz="1000" baseline="-25000">
                <a:latin typeface="Times New Roman" charset="0"/>
              </a:rPr>
              <a:t>3</a:t>
            </a:r>
            <a:r>
              <a:rPr lang="en-US" altLang="ja-JP" sz="2000">
                <a:latin typeface="Times New Roman" charset="0"/>
              </a:rPr>
              <a:t> g</a:t>
            </a:r>
            <a:r>
              <a:rPr lang="en-US" altLang="ja-JP" sz="1000" baseline="-25000">
                <a:latin typeface="Times New Roman" charset="0"/>
              </a:rPr>
              <a:t>8</a:t>
            </a:r>
            <a:r>
              <a:rPr lang="en-US" altLang="ja-JP" sz="2000">
                <a:latin typeface="Times New Roman" charset="0"/>
              </a:rPr>
              <a:t> </a:t>
            </a:r>
            <a:r>
              <a:rPr lang="en-US" altLang="ja-JP" sz="2000" b="1">
                <a:latin typeface="Times New Roman" charset="0"/>
              </a:rPr>
              <a:t>w</a:t>
            </a:r>
            <a:r>
              <a:rPr lang="en-US" altLang="ja-JP" sz="1000" b="1" baseline="-25000">
                <a:latin typeface="Times New Roman" charset="0"/>
              </a:rPr>
              <a:t>1</a:t>
            </a:r>
            <a:r>
              <a:rPr lang="en-US" altLang="ja-JP" sz="2000">
                <a:latin typeface="Times New Roman" charset="0"/>
              </a:rPr>
              <a:t> g</a:t>
            </a:r>
            <a:r>
              <a:rPr lang="en-US" altLang="ja-JP" sz="1000" baseline="-25000">
                <a:latin typeface="Times New Roman" charset="0"/>
              </a:rPr>
              <a:t>2</a:t>
            </a:r>
            <a:endParaRPr lang="en-US" altLang="ja-JP" sz="2000" baseline="-25000">
              <a:latin typeface="Times New Roman" charset="0"/>
            </a:endParaRPr>
          </a:p>
          <a:p>
            <a:pPr algn="ctr" eaLnBrk="1" hangingPunct="1"/>
            <a:r>
              <a:rPr lang="en-US" altLang="ja-JP" sz="2000">
                <a:latin typeface="Times New Roman" charset="0"/>
              </a:rPr>
              <a:t>g</a:t>
            </a:r>
            <a:r>
              <a:rPr lang="en-US" altLang="ja-JP" sz="1000" baseline="-25000">
                <a:latin typeface="Times New Roman" charset="0"/>
              </a:rPr>
              <a:t>5</a:t>
            </a:r>
            <a:r>
              <a:rPr lang="en-US" altLang="ja-JP" sz="2000">
                <a:latin typeface="Times New Roman" charset="0"/>
              </a:rPr>
              <a:t> g</a:t>
            </a:r>
            <a:r>
              <a:rPr lang="en-US" altLang="ja-JP" sz="1000" baseline="-25000">
                <a:latin typeface="Times New Roman" charset="0"/>
              </a:rPr>
              <a:t>1</a:t>
            </a:r>
            <a:r>
              <a:rPr lang="en-US" altLang="ja-JP" sz="2000">
                <a:latin typeface="Times New Roman" charset="0"/>
              </a:rPr>
              <a:t> g</a:t>
            </a:r>
            <a:r>
              <a:rPr lang="en-US" altLang="ja-JP" sz="1000" baseline="-25000">
                <a:latin typeface="Times New Roman" charset="0"/>
              </a:rPr>
              <a:t>7</a:t>
            </a:r>
            <a:r>
              <a:rPr lang="en-US" altLang="ja-JP" sz="2000">
                <a:latin typeface="Times New Roman" charset="0"/>
              </a:rPr>
              <a:t> g</a:t>
            </a:r>
            <a:r>
              <a:rPr lang="en-US" altLang="ja-JP" sz="1000" baseline="-25000">
                <a:latin typeface="Times New Roman" charset="0"/>
              </a:rPr>
              <a:t>1</a:t>
            </a:r>
            <a:r>
              <a:rPr lang="en-US" altLang="ja-JP" sz="2000">
                <a:latin typeface="Times New Roman" charset="0"/>
              </a:rPr>
              <a:t> g</a:t>
            </a:r>
            <a:r>
              <a:rPr lang="en-US" altLang="ja-JP" sz="1000" baseline="-25000">
                <a:latin typeface="Times New Roman" charset="0"/>
              </a:rPr>
              <a:t>5</a:t>
            </a:r>
            <a:r>
              <a:rPr lang="en-US" altLang="ja-JP" sz="2000">
                <a:latin typeface="Times New Roman" charset="0"/>
              </a:rPr>
              <a:t> ..</a:t>
            </a:r>
          </a:p>
          <a:p>
            <a:pPr algn="ctr" eaLnBrk="1" hangingPunct="1"/>
            <a:r>
              <a:rPr lang="en-US" altLang="ja-JP" sz="2000">
                <a:latin typeface="Times New Roman" charset="0"/>
              </a:rPr>
              <a:t>…………</a:t>
            </a:r>
            <a:endParaRPr lang="en-US" altLang="ja-JP" sz="1000">
              <a:latin typeface="Times New Roman" charset="0"/>
            </a:endParaRPr>
          </a:p>
        </p:txBody>
      </p:sp>
      <p:sp>
        <p:nvSpPr>
          <p:cNvPr id="54278" name="Rectangle 101"/>
          <p:cNvSpPr>
            <a:spLocks noGrp="1" noChangeArrowheads="1"/>
          </p:cNvSpPr>
          <p:nvPr>
            <p:ph type="title"/>
          </p:nvPr>
        </p:nvSpPr>
        <p:spPr>
          <a:xfrm>
            <a:off x="1981200" y="0"/>
            <a:ext cx="8229600" cy="381000"/>
          </a:xfrm>
        </p:spPr>
        <p:txBody>
          <a:bodyPr/>
          <a:lstStyle/>
          <a:p>
            <a:pPr eaLnBrk="1" hangingPunct="1"/>
            <a:r>
              <a:rPr lang="ja-JP" altLang="en-US" sz="4000" b="1">
                <a:latin typeface="ＭＳ Ｐゴシック" charset="-128"/>
              </a:rPr>
              <a:t>文脈類似概念対の獲得</a:t>
            </a:r>
          </a:p>
        </p:txBody>
      </p:sp>
      <p:sp>
        <p:nvSpPr>
          <p:cNvPr id="54279" name="Rectangle 37"/>
          <p:cNvSpPr>
            <a:spLocks noChangeArrowheads="1"/>
          </p:cNvSpPr>
          <p:nvPr/>
        </p:nvSpPr>
        <p:spPr bwMode="auto">
          <a:xfrm>
            <a:off x="0" y="2479676"/>
            <a:ext cx="1828800" cy="1617663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wrap="none" anchorCtr="1"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endParaRPr lang="ja-JP" altLang="ja-JP" sz="1200">
              <a:latin typeface="ＭＳ Ｐゴシック" charset="-128"/>
            </a:endParaRPr>
          </a:p>
        </p:txBody>
      </p:sp>
      <p:sp>
        <p:nvSpPr>
          <p:cNvPr id="54280" name="正方形/長方形 147"/>
          <p:cNvSpPr>
            <a:spLocks noChangeArrowheads="1"/>
          </p:cNvSpPr>
          <p:nvPr/>
        </p:nvSpPr>
        <p:spPr bwMode="auto">
          <a:xfrm>
            <a:off x="0" y="2479675"/>
            <a:ext cx="1828800" cy="1651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en-US" altLang="ja-JP">
                <a:latin typeface="Times New Roman" charset="0"/>
              </a:rPr>
              <a:t>… … … … …</a:t>
            </a:r>
          </a:p>
          <a:p>
            <a:pPr algn="ctr" eaLnBrk="1" hangingPunct="1"/>
            <a:r>
              <a:rPr lang="en-US" altLang="ja-JP">
                <a:latin typeface="Times New Roman" charset="0"/>
              </a:rPr>
              <a:t>.. w</a:t>
            </a:r>
            <a:r>
              <a:rPr lang="en-US" altLang="ja-JP" sz="1400" baseline="-25000">
                <a:latin typeface="Times New Roman" charset="0"/>
              </a:rPr>
              <a:t>5</a:t>
            </a:r>
            <a:r>
              <a:rPr lang="en-US" altLang="ja-JP">
                <a:latin typeface="Times New Roman" charset="0"/>
              </a:rPr>
              <a:t> w</a:t>
            </a:r>
            <a:r>
              <a:rPr lang="en-US" altLang="ja-JP" sz="1400" baseline="-25000">
                <a:latin typeface="Times New Roman" charset="0"/>
              </a:rPr>
              <a:t>6</a:t>
            </a:r>
            <a:r>
              <a:rPr lang="en-US" altLang="ja-JP">
                <a:latin typeface="Times New Roman" charset="0"/>
              </a:rPr>
              <a:t> w</a:t>
            </a:r>
            <a:r>
              <a:rPr lang="en-US" altLang="ja-JP" sz="1400" baseline="-25000">
                <a:latin typeface="Times New Roman" charset="0"/>
              </a:rPr>
              <a:t>3</a:t>
            </a:r>
            <a:r>
              <a:rPr lang="en-US" altLang="ja-JP">
                <a:latin typeface="Times New Roman" charset="0"/>
              </a:rPr>
              <a:t> w</a:t>
            </a:r>
            <a:r>
              <a:rPr lang="en-US" altLang="ja-JP" sz="1400" baseline="-25000">
                <a:latin typeface="Times New Roman" charset="0"/>
              </a:rPr>
              <a:t>4</a:t>
            </a:r>
            <a:r>
              <a:rPr lang="en-US" altLang="ja-JP">
                <a:latin typeface="Times New Roman" charset="0"/>
              </a:rPr>
              <a:t> w</a:t>
            </a:r>
            <a:r>
              <a:rPr lang="en-US" altLang="ja-JP" sz="1400" baseline="-25000">
                <a:latin typeface="Times New Roman" charset="0"/>
              </a:rPr>
              <a:t>7</a:t>
            </a:r>
          </a:p>
          <a:p>
            <a:pPr algn="ctr" eaLnBrk="1" hangingPunct="1"/>
            <a:endParaRPr lang="en-US" altLang="ja-JP" sz="900" baseline="-25000">
              <a:latin typeface="Times New Roman" charset="0"/>
            </a:endParaRPr>
          </a:p>
          <a:p>
            <a:pPr algn="ctr" eaLnBrk="1" hangingPunct="1"/>
            <a:r>
              <a:rPr lang="en-US" altLang="ja-JP">
                <a:latin typeface="Times New Roman" charset="0"/>
              </a:rPr>
              <a:t>w</a:t>
            </a:r>
            <a:r>
              <a:rPr lang="en-US" altLang="ja-JP" sz="1400" baseline="-25000">
                <a:latin typeface="Times New Roman" charset="0"/>
              </a:rPr>
              <a:t>1</a:t>
            </a:r>
            <a:r>
              <a:rPr lang="en-US" altLang="ja-JP">
                <a:latin typeface="Times New Roman" charset="0"/>
              </a:rPr>
              <a:t> w</a:t>
            </a:r>
            <a:r>
              <a:rPr lang="en-US" altLang="ja-JP" sz="1400" baseline="-25000">
                <a:latin typeface="Times New Roman" charset="0"/>
              </a:rPr>
              <a:t>2</a:t>
            </a:r>
            <a:r>
              <a:rPr lang="en-US" altLang="ja-JP">
                <a:latin typeface="Times New Roman" charset="0"/>
              </a:rPr>
              <a:t> w</a:t>
            </a:r>
            <a:r>
              <a:rPr lang="en-US" altLang="ja-JP" sz="1400" baseline="-25000">
                <a:latin typeface="Times New Roman" charset="0"/>
              </a:rPr>
              <a:t>4</a:t>
            </a:r>
            <a:r>
              <a:rPr lang="en-US" altLang="ja-JP">
                <a:latin typeface="Times New Roman" charset="0"/>
              </a:rPr>
              <a:t> w</a:t>
            </a:r>
            <a:r>
              <a:rPr lang="en-US" altLang="ja-JP" sz="1400" baseline="-25000">
                <a:latin typeface="Times New Roman" charset="0"/>
              </a:rPr>
              <a:t>8</a:t>
            </a:r>
            <a:r>
              <a:rPr lang="en-US" altLang="ja-JP">
                <a:latin typeface="Times New Roman" charset="0"/>
              </a:rPr>
              <a:t> w</a:t>
            </a:r>
            <a:r>
              <a:rPr lang="en-US" altLang="ja-JP" sz="1400" baseline="-25000">
                <a:latin typeface="Times New Roman" charset="0"/>
              </a:rPr>
              <a:t>9</a:t>
            </a:r>
            <a:r>
              <a:rPr lang="en-US" altLang="ja-JP">
                <a:latin typeface="Times New Roman" charset="0"/>
              </a:rPr>
              <a:t> w</a:t>
            </a:r>
            <a:r>
              <a:rPr lang="en-US" altLang="ja-JP" sz="1400" baseline="-25000">
                <a:latin typeface="Times New Roman" charset="0"/>
              </a:rPr>
              <a:t>2</a:t>
            </a:r>
          </a:p>
          <a:p>
            <a:pPr algn="ctr" eaLnBrk="1" hangingPunct="1"/>
            <a:endParaRPr lang="en-US" altLang="ja-JP" sz="800" baseline="-25000">
              <a:latin typeface="Times New Roman" charset="0"/>
            </a:endParaRPr>
          </a:p>
          <a:p>
            <a:pPr algn="ctr" eaLnBrk="1" hangingPunct="1"/>
            <a:r>
              <a:rPr lang="en-US" altLang="ja-JP">
                <a:latin typeface="Times New Roman" charset="0"/>
              </a:rPr>
              <a:t>w</a:t>
            </a:r>
            <a:r>
              <a:rPr lang="en-US" altLang="ja-JP" sz="1400" baseline="-25000">
                <a:latin typeface="Times New Roman" charset="0"/>
              </a:rPr>
              <a:t>1</a:t>
            </a:r>
            <a:r>
              <a:rPr lang="en-US" altLang="ja-JP">
                <a:latin typeface="Times New Roman" charset="0"/>
              </a:rPr>
              <a:t> w</a:t>
            </a:r>
            <a:r>
              <a:rPr lang="en-US" altLang="ja-JP" sz="1400" baseline="-25000">
                <a:latin typeface="Times New Roman" charset="0"/>
              </a:rPr>
              <a:t>3</a:t>
            </a:r>
            <a:r>
              <a:rPr lang="en-US" altLang="ja-JP">
                <a:latin typeface="Times New Roman" charset="0"/>
              </a:rPr>
              <a:t> w</a:t>
            </a:r>
            <a:r>
              <a:rPr lang="en-US" altLang="ja-JP" sz="1400" baseline="-25000">
                <a:latin typeface="Times New Roman" charset="0"/>
              </a:rPr>
              <a:t>5</a:t>
            </a:r>
            <a:r>
              <a:rPr lang="en-US" altLang="ja-JP">
                <a:latin typeface="Times New Roman" charset="0"/>
              </a:rPr>
              <a:t> w</a:t>
            </a:r>
            <a:r>
              <a:rPr lang="en-US" altLang="ja-JP" sz="1400" baseline="-25000">
                <a:latin typeface="Times New Roman" charset="0"/>
              </a:rPr>
              <a:t>13</a:t>
            </a:r>
            <a:r>
              <a:rPr lang="en-US" altLang="ja-JP">
                <a:latin typeface="Times New Roman" charset="0"/>
              </a:rPr>
              <a:t> w</a:t>
            </a:r>
            <a:r>
              <a:rPr lang="en-US" altLang="ja-JP" sz="1400" baseline="-25000">
                <a:latin typeface="Times New Roman" charset="0"/>
              </a:rPr>
              <a:t>6</a:t>
            </a:r>
            <a:r>
              <a:rPr lang="en-US" altLang="ja-JP">
                <a:latin typeface="Times New Roman" charset="0"/>
              </a:rPr>
              <a:t> ..</a:t>
            </a:r>
          </a:p>
          <a:p>
            <a:pPr algn="ctr" eaLnBrk="1" hangingPunct="1"/>
            <a:r>
              <a:rPr lang="en-US" altLang="ja-JP">
                <a:latin typeface="Times New Roman" charset="0"/>
              </a:rPr>
              <a:t>… … … … … </a:t>
            </a:r>
            <a:endParaRPr lang="en-US" altLang="ja-JP" sz="900">
              <a:latin typeface="Times New Roman" charset="0"/>
            </a:endParaRPr>
          </a:p>
        </p:txBody>
      </p:sp>
      <p:sp>
        <p:nvSpPr>
          <p:cNvPr id="161" name="AutoShape 146"/>
          <p:cNvSpPr>
            <a:spLocks noChangeArrowheads="1"/>
          </p:cNvSpPr>
          <p:nvPr/>
        </p:nvSpPr>
        <p:spPr bwMode="auto">
          <a:xfrm>
            <a:off x="1973263" y="3013075"/>
            <a:ext cx="457200" cy="609600"/>
          </a:xfrm>
          <a:prstGeom prst="rightArrow">
            <a:avLst>
              <a:gd name="adj1" fmla="val 50000"/>
              <a:gd name="adj2" fmla="val 57148"/>
            </a:avLst>
          </a:prstGeom>
          <a:solidFill>
            <a:schemeClr val="bg1">
              <a:lumMod val="75000"/>
            </a:schemeClr>
          </a:solidFill>
          <a:ln>
            <a:headEnd/>
            <a:tailEnd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anchor="ctr"/>
          <a:lstStyle/>
          <a:p>
            <a:pPr>
              <a:defRPr/>
            </a:pPr>
            <a:endParaRPr lang="ja-JP" altLang="en-US"/>
          </a:p>
        </p:txBody>
      </p:sp>
      <p:sp>
        <p:nvSpPr>
          <p:cNvPr id="54282" name="テキスト ボックス 162"/>
          <p:cNvSpPr txBox="1">
            <a:spLocks noChangeArrowheads="1"/>
          </p:cNvSpPr>
          <p:nvPr/>
        </p:nvSpPr>
        <p:spPr bwMode="auto">
          <a:xfrm>
            <a:off x="685800" y="1524000"/>
            <a:ext cx="2819400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42900" indent="-3429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en-US" altLang="ja-JP" sz="1600" b="1"/>
              <a:t>1. </a:t>
            </a:r>
            <a:r>
              <a:rPr lang="ja-JP" altLang="en-US" sz="1600" b="1"/>
              <a:t>高頻度単語</a:t>
            </a:r>
            <a:r>
              <a:rPr lang="en-US" altLang="ja-JP" sz="1600" b="1"/>
              <a:t>N-gram </a:t>
            </a:r>
            <a:r>
              <a:rPr lang="ja-JP" altLang="en-US" sz="1600" b="1"/>
              <a:t>の抽出</a:t>
            </a:r>
          </a:p>
        </p:txBody>
      </p:sp>
      <p:sp>
        <p:nvSpPr>
          <p:cNvPr id="54283" name="正方形/長方形 165"/>
          <p:cNvSpPr>
            <a:spLocks noChangeArrowheads="1"/>
          </p:cNvSpPr>
          <p:nvPr/>
        </p:nvSpPr>
        <p:spPr bwMode="auto">
          <a:xfrm>
            <a:off x="-1189038" y="2860675"/>
            <a:ext cx="1066800" cy="228600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endParaRPr lang="ja-JP" altLang="en-US"/>
          </a:p>
        </p:txBody>
      </p:sp>
      <p:sp>
        <p:nvSpPr>
          <p:cNvPr id="54284" name="正方形/長方形 166"/>
          <p:cNvSpPr>
            <a:spLocks noChangeArrowheads="1"/>
          </p:cNvSpPr>
          <p:nvPr/>
        </p:nvSpPr>
        <p:spPr bwMode="auto">
          <a:xfrm>
            <a:off x="609600" y="2833688"/>
            <a:ext cx="1066800" cy="228600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endParaRPr lang="ja-JP" altLang="en-US"/>
          </a:p>
        </p:txBody>
      </p:sp>
      <p:sp>
        <p:nvSpPr>
          <p:cNvPr id="54285" name="正方形/長方形 167"/>
          <p:cNvSpPr>
            <a:spLocks noChangeArrowheads="1"/>
          </p:cNvSpPr>
          <p:nvPr/>
        </p:nvSpPr>
        <p:spPr bwMode="auto">
          <a:xfrm>
            <a:off x="-1414463" y="3227388"/>
            <a:ext cx="1066800" cy="228600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endParaRPr lang="ja-JP" altLang="en-US"/>
          </a:p>
        </p:txBody>
      </p:sp>
      <p:sp>
        <p:nvSpPr>
          <p:cNvPr id="54286" name="正方形/長方形 168"/>
          <p:cNvSpPr>
            <a:spLocks noChangeArrowheads="1"/>
          </p:cNvSpPr>
          <p:nvPr/>
        </p:nvSpPr>
        <p:spPr bwMode="auto">
          <a:xfrm>
            <a:off x="-1128713" y="3200400"/>
            <a:ext cx="1066800" cy="228600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endParaRPr lang="ja-JP" altLang="en-US"/>
          </a:p>
        </p:txBody>
      </p:sp>
      <p:sp>
        <p:nvSpPr>
          <p:cNvPr id="54287" name="正方形/長方形 169"/>
          <p:cNvSpPr>
            <a:spLocks noChangeArrowheads="1"/>
          </p:cNvSpPr>
          <p:nvPr/>
        </p:nvSpPr>
        <p:spPr bwMode="auto">
          <a:xfrm>
            <a:off x="652463" y="3184525"/>
            <a:ext cx="1066801" cy="228600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endParaRPr lang="ja-JP" altLang="en-US"/>
          </a:p>
        </p:txBody>
      </p:sp>
      <p:sp>
        <p:nvSpPr>
          <p:cNvPr id="54288" name="正方形/長方形 170"/>
          <p:cNvSpPr>
            <a:spLocks noChangeArrowheads="1"/>
          </p:cNvSpPr>
          <p:nvPr/>
        </p:nvSpPr>
        <p:spPr bwMode="auto">
          <a:xfrm>
            <a:off x="-1350963" y="3573463"/>
            <a:ext cx="1066800" cy="228600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endParaRPr lang="ja-JP" altLang="en-US"/>
          </a:p>
        </p:txBody>
      </p:sp>
      <p:sp>
        <p:nvSpPr>
          <p:cNvPr id="54289" name="正方形/長方形 171"/>
          <p:cNvSpPr>
            <a:spLocks noChangeArrowheads="1"/>
          </p:cNvSpPr>
          <p:nvPr/>
        </p:nvSpPr>
        <p:spPr bwMode="auto">
          <a:xfrm>
            <a:off x="381000" y="3546475"/>
            <a:ext cx="1143000" cy="228600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endParaRPr lang="ja-JP" altLang="en-US"/>
          </a:p>
        </p:txBody>
      </p:sp>
      <p:sp>
        <p:nvSpPr>
          <p:cNvPr id="175" name="AutoShape 146"/>
          <p:cNvSpPr>
            <a:spLocks noChangeArrowheads="1"/>
          </p:cNvSpPr>
          <p:nvPr/>
        </p:nvSpPr>
        <p:spPr bwMode="auto">
          <a:xfrm>
            <a:off x="4495800" y="3013075"/>
            <a:ext cx="457200" cy="609600"/>
          </a:xfrm>
          <a:prstGeom prst="rightArrow">
            <a:avLst>
              <a:gd name="adj1" fmla="val 50000"/>
              <a:gd name="adj2" fmla="val 57148"/>
            </a:avLst>
          </a:prstGeom>
          <a:solidFill>
            <a:schemeClr val="bg1">
              <a:lumMod val="75000"/>
            </a:schemeClr>
          </a:solidFill>
          <a:ln>
            <a:headEnd/>
            <a:tailEnd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anchor="ctr"/>
          <a:lstStyle/>
          <a:p>
            <a:pPr>
              <a:defRPr/>
            </a:pPr>
            <a:endParaRPr lang="ja-JP" altLang="en-US"/>
          </a:p>
        </p:txBody>
      </p:sp>
      <p:sp>
        <p:nvSpPr>
          <p:cNvPr id="54291" name="テキスト ボックス 175"/>
          <p:cNvSpPr txBox="1">
            <a:spLocks noChangeArrowheads="1"/>
          </p:cNvSpPr>
          <p:nvPr/>
        </p:nvSpPr>
        <p:spPr bwMode="auto">
          <a:xfrm>
            <a:off x="3733800" y="1524000"/>
            <a:ext cx="2133600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en-US" altLang="ja-JP" sz="1600" b="1"/>
              <a:t>2. </a:t>
            </a:r>
            <a:r>
              <a:rPr lang="ja-JP" altLang="en-US" sz="1600" b="1"/>
              <a:t>文脈ベクトルの構築</a:t>
            </a:r>
            <a:endParaRPr lang="en-US" altLang="ja-JP" sz="1600" b="1"/>
          </a:p>
        </p:txBody>
      </p:sp>
      <p:sp>
        <p:nvSpPr>
          <p:cNvPr id="54292" name="Rectangle 37"/>
          <p:cNvSpPr>
            <a:spLocks noChangeArrowheads="1"/>
          </p:cNvSpPr>
          <p:nvPr/>
        </p:nvSpPr>
        <p:spPr bwMode="auto">
          <a:xfrm>
            <a:off x="5105400" y="2479676"/>
            <a:ext cx="1828800" cy="1617663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wrap="none" anchorCtr="1"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endParaRPr lang="ja-JP" altLang="ja-JP" sz="1200">
              <a:latin typeface="ＭＳ Ｐゴシック" charset="-128"/>
            </a:endParaRPr>
          </a:p>
        </p:txBody>
      </p:sp>
      <p:grpSp>
        <p:nvGrpSpPr>
          <p:cNvPr id="54293" name="グループ化 184"/>
          <p:cNvGrpSpPr>
            <a:grpSpLocks/>
          </p:cNvGrpSpPr>
          <p:nvPr/>
        </p:nvGrpSpPr>
        <p:grpSpPr bwMode="auto">
          <a:xfrm>
            <a:off x="5410201" y="2640013"/>
            <a:ext cx="403225" cy="368300"/>
            <a:chOff x="4377075" y="3244334"/>
            <a:chExt cx="402674" cy="369332"/>
          </a:xfrm>
        </p:grpSpPr>
        <p:cxnSp>
          <p:nvCxnSpPr>
            <p:cNvPr id="183" name="直線矢印コネクタ 182"/>
            <p:cNvCxnSpPr/>
            <p:nvPr/>
          </p:nvCxnSpPr>
          <p:spPr>
            <a:xfrm>
              <a:off x="4467439" y="3352586"/>
              <a:ext cx="228288" cy="1591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4493" name="正方形/長方形 183"/>
            <p:cNvSpPr>
              <a:spLocks noChangeArrowheads="1"/>
            </p:cNvSpPr>
            <p:nvPr/>
          </p:nvSpPr>
          <p:spPr bwMode="auto">
            <a:xfrm>
              <a:off x="4377075" y="3244334"/>
              <a:ext cx="402674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ja-JP">
                  <a:latin typeface="Times New Roman" charset="0"/>
                </a:rPr>
                <a:t>w</a:t>
              </a:r>
              <a:r>
                <a:rPr lang="en-US" altLang="ja-JP" sz="1200" baseline="-25000">
                  <a:latin typeface="Times New Roman" charset="0"/>
                </a:rPr>
                <a:t>1</a:t>
              </a:r>
              <a:endParaRPr lang="ja-JP" altLang="en-US" sz="1200"/>
            </a:p>
          </p:txBody>
        </p:sp>
      </p:grpSp>
      <p:grpSp>
        <p:nvGrpSpPr>
          <p:cNvPr id="54294" name="グループ化 186"/>
          <p:cNvGrpSpPr>
            <a:grpSpLocks/>
          </p:cNvGrpSpPr>
          <p:nvPr/>
        </p:nvGrpSpPr>
        <p:grpSpPr bwMode="auto">
          <a:xfrm>
            <a:off x="5664201" y="2636838"/>
            <a:ext cx="403225" cy="368300"/>
            <a:chOff x="4377075" y="3244334"/>
            <a:chExt cx="402674" cy="369332"/>
          </a:xfrm>
        </p:grpSpPr>
        <p:cxnSp>
          <p:nvCxnSpPr>
            <p:cNvPr id="188" name="直線矢印コネクタ 187"/>
            <p:cNvCxnSpPr/>
            <p:nvPr/>
          </p:nvCxnSpPr>
          <p:spPr>
            <a:xfrm>
              <a:off x="4467439" y="3352586"/>
              <a:ext cx="228288" cy="1591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4491" name="正方形/長方形 188"/>
            <p:cNvSpPr>
              <a:spLocks noChangeArrowheads="1"/>
            </p:cNvSpPr>
            <p:nvPr/>
          </p:nvSpPr>
          <p:spPr bwMode="auto">
            <a:xfrm>
              <a:off x="4377075" y="3244334"/>
              <a:ext cx="402674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ja-JP">
                  <a:latin typeface="Times New Roman" charset="0"/>
                </a:rPr>
                <a:t>w</a:t>
              </a:r>
              <a:r>
                <a:rPr lang="en-US" altLang="ja-JP" sz="1200" baseline="-25000">
                  <a:latin typeface="Times New Roman" charset="0"/>
                </a:rPr>
                <a:t>2</a:t>
              </a:r>
              <a:endParaRPr lang="ja-JP" altLang="en-US" sz="1200"/>
            </a:p>
          </p:txBody>
        </p:sp>
      </p:grpSp>
      <p:grpSp>
        <p:nvGrpSpPr>
          <p:cNvPr id="54295" name="グループ化 189"/>
          <p:cNvGrpSpPr>
            <a:grpSpLocks/>
          </p:cNvGrpSpPr>
          <p:nvPr/>
        </p:nvGrpSpPr>
        <p:grpSpPr bwMode="auto">
          <a:xfrm>
            <a:off x="5910264" y="2635250"/>
            <a:ext cx="401637" cy="368300"/>
            <a:chOff x="4377075" y="3244334"/>
            <a:chExt cx="402674" cy="369332"/>
          </a:xfrm>
        </p:grpSpPr>
        <p:cxnSp>
          <p:nvCxnSpPr>
            <p:cNvPr id="191" name="直線矢印コネクタ 190"/>
            <p:cNvCxnSpPr/>
            <p:nvPr/>
          </p:nvCxnSpPr>
          <p:spPr>
            <a:xfrm>
              <a:off x="4467796" y="3352586"/>
              <a:ext cx="227599" cy="1592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4489" name="正方形/長方形 191"/>
            <p:cNvSpPr>
              <a:spLocks noChangeArrowheads="1"/>
            </p:cNvSpPr>
            <p:nvPr/>
          </p:nvSpPr>
          <p:spPr bwMode="auto">
            <a:xfrm>
              <a:off x="4377075" y="3244334"/>
              <a:ext cx="402674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ja-JP">
                  <a:latin typeface="Times New Roman" charset="0"/>
                </a:rPr>
                <a:t>w</a:t>
              </a:r>
              <a:r>
                <a:rPr lang="en-US" altLang="ja-JP" sz="1200" baseline="-25000">
                  <a:latin typeface="Times New Roman" charset="0"/>
                </a:rPr>
                <a:t>3</a:t>
              </a:r>
              <a:endParaRPr lang="ja-JP" altLang="en-US" sz="1200"/>
            </a:p>
          </p:txBody>
        </p:sp>
      </p:grpSp>
      <p:grpSp>
        <p:nvGrpSpPr>
          <p:cNvPr id="54296" name="グループ化 192"/>
          <p:cNvGrpSpPr>
            <a:grpSpLocks/>
          </p:cNvGrpSpPr>
          <p:nvPr/>
        </p:nvGrpSpPr>
        <p:grpSpPr bwMode="auto">
          <a:xfrm>
            <a:off x="6164264" y="2632075"/>
            <a:ext cx="403225" cy="368300"/>
            <a:chOff x="4377075" y="3244334"/>
            <a:chExt cx="402674" cy="369332"/>
          </a:xfrm>
        </p:grpSpPr>
        <p:cxnSp>
          <p:nvCxnSpPr>
            <p:cNvPr id="194" name="直線矢印コネクタ 193"/>
            <p:cNvCxnSpPr/>
            <p:nvPr/>
          </p:nvCxnSpPr>
          <p:spPr>
            <a:xfrm>
              <a:off x="4467438" y="3352586"/>
              <a:ext cx="228288" cy="1592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4487" name="正方形/長方形 194"/>
            <p:cNvSpPr>
              <a:spLocks noChangeArrowheads="1"/>
            </p:cNvSpPr>
            <p:nvPr/>
          </p:nvSpPr>
          <p:spPr bwMode="auto">
            <a:xfrm>
              <a:off x="4377075" y="3244334"/>
              <a:ext cx="402674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ja-JP">
                  <a:latin typeface="Times New Roman" charset="0"/>
                </a:rPr>
                <a:t>w</a:t>
              </a:r>
              <a:r>
                <a:rPr lang="en-US" altLang="ja-JP" sz="1200" baseline="-25000">
                  <a:latin typeface="Times New Roman" charset="0"/>
                </a:rPr>
                <a:t>4</a:t>
              </a:r>
              <a:endParaRPr lang="ja-JP" altLang="en-US" sz="1200"/>
            </a:p>
          </p:txBody>
        </p:sp>
      </p:grpSp>
      <p:grpSp>
        <p:nvGrpSpPr>
          <p:cNvPr id="54297" name="グループ化 208"/>
          <p:cNvGrpSpPr>
            <a:grpSpLocks/>
          </p:cNvGrpSpPr>
          <p:nvPr/>
        </p:nvGrpSpPr>
        <p:grpSpPr bwMode="auto">
          <a:xfrm>
            <a:off x="5103814" y="3028950"/>
            <a:ext cx="403225" cy="368300"/>
            <a:chOff x="4377075" y="3244334"/>
            <a:chExt cx="402674" cy="369332"/>
          </a:xfrm>
        </p:grpSpPr>
        <p:cxnSp>
          <p:nvCxnSpPr>
            <p:cNvPr id="210" name="直線矢印コネクタ 209"/>
            <p:cNvCxnSpPr/>
            <p:nvPr/>
          </p:nvCxnSpPr>
          <p:spPr>
            <a:xfrm>
              <a:off x="4467438" y="3352586"/>
              <a:ext cx="228288" cy="1592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4485" name="正方形/長方形 210"/>
            <p:cNvSpPr>
              <a:spLocks noChangeArrowheads="1"/>
            </p:cNvSpPr>
            <p:nvPr/>
          </p:nvSpPr>
          <p:spPr bwMode="auto">
            <a:xfrm>
              <a:off x="4377075" y="3244334"/>
              <a:ext cx="402674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ja-JP">
                  <a:latin typeface="Times New Roman" charset="0"/>
                </a:rPr>
                <a:t>w</a:t>
              </a:r>
              <a:r>
                <a:rPr lang="en-US" altLang="ja-JP" sz="1200" baseline="-25000">
                  <a:latin typeface="Times New Roman" charset="0"/>
                </a:rPr>
                <a:t>6</a:t>
              </a:r>
              <a:endParaRPr lang="ja-JP" altLang="en-US" sz="1200"/>
            </a:p>
          </p:txBody>
        </p:sp>
      </p:grpSp>
      <p:grpSp>
        <p:nvGrpSpPr>
          <p:cNvPr id="54298" name="グループ化 211"/>
          <p:cNvGrpSpPr>
            <a:grpSpLocks/>
          </p:cNvGrpSpPr>
          <p:nvPr/>
        </p:nvGrpSpPr>
        <p:grpSpPr bwMode="auto">
          <a:xfrm>
            <a:off x="5359400" y="3025775"/>
            <a:ext cx="401638" cy="368300"/>
            <a:chOff x="4377075" y="3244334"/>
            <a:chExt cx="402674" cy="369332"/>
          </a:xfrm>
        </p:grpSpPr>
        <p:cxnSp>
          <p:nvCxnSpPr>
            <p:cNvPr id="213" name="直線矢印コネクタ 212"/>
            <p:cNvCxnSpPr/>
            <p:nvPr/>
          </p:nvCxnSpPr>
          <p:spPr>
            <a:xfrm>
              <a:off x="4467796" y="3352586"/>
              <a:ext cx="227598" cy="1592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4483" name="正方形/長方形 213"/>
            <p:cNvSpPr>
              <a:spLocks noChangeArrowheads="1"/>
            </p:cNvSpPr>
            <p:nvPr/>
          </p:nvSpPr>
          <p:spPr bwMode="auto">
            <a:xfrm>
              <a:off x="4377075" y="3244334"/>
              <a:ext cx="402674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ja-JP">
                  <a:latin typeface="Times New Roman" charset="0"/>
                </a:rPr>
                <a:t>w</a:t>
              </a:r>
              <a:r>
                <a:rPr lang="en-US" altLang="ja-JP" sz="1200" baseline="-25000">
                  <a:latin typeface="Times New Roman" charset="0"/>
                </a:rPr>
                <a:t>7</a:t>
              </a:r>
              <a:endParaRPr lang="ja-JP" altLang="en-US" sz="1200"/>
            </a:p>
          </p:txBody>
        </p:sp>
      </p:grpSp>
      <p:grpSp>
        <p:nvGrpSpPr>
          <p:cNvPr id="54299" name="グループ化 214"/>
          <p:cNvGrpSpPr>
            <a:grpSpLocks/>
          </p:cNvGrpSpPr>
          <p:nvPr/>
        </p:nvGrpSpPr>
        <p:grpSpPr bwMode="auto">
          <a:xfrm>
            <a:off x="5603876" y="3024188"/>
            <a:ext cx="403225" cy="368300"/>
            <a:chOff x="4377075" y="3244334"/>
            <a:chExt cx="402674" cy="369332"/>
          </a:xfrm>
        </p:grpSpPr>
        <p:cxnSp>
          <p:nvCxnSpPr>
            <p:cNvPr id="216" name="直線矢印コネクタ 215"/>
            <p:cNvCxnSpPr/>
            <p:nvPr/>
          </p:nvCxnSpPr>
          <p:spPr>
            <a:xfrm>
              <a:off x="4467439" y="3352586"/>
              <a:ext cx="228288" cy="1591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4481" name="正方形/長方形 216"/>
            <p:cNvSpPr>
              <a:spLocks noChangeArrowheads="1"/>
            </p:cNvSpPr>
            <p:nvPr/>
          </p:nvSpPr>
          <p:spPr bwMode="auto">
            <a:xfrm>
              <a:off x="4377075" y="3244334"/>
              <a:ext cx="402674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ja-JP">
                  <a:latin typeface="Times New Roman" charset="0"/>
                </a:rPr>
                <a:t>w</a:t>
              </a:r>
              <a:r>
                <a:rPr lang="en-US" altLang="ja-JP" sz="1200" baseline="-25000">
                  <a:latin typeface="Times New Roman" charset="0"/>
                </a:rPr>
                <a:t>8</a:t>
              </a:r>
              <a:endParaRPr lang="ja-JP" altLang="en-US" sz="1200"/>
            </a:p>
          </p:txBody>
        </p:sp>
      </p:grpSp>
      <p:grpSp>
        <p:nvGrpSpPr>
          <p:cNvPr id="54300" name="グループ化 217"/>
          <p:cNvGrpSpPr>
            <a:grpSpLocks/>
          </p:cNvGrpSpPr>
          <p:nvPr/>
        </p:nvGrpSpPr>
        <p:grpSpPr bwMode="auto">
          <a:xfrm>
            <a:off x="5857876" y="3021014"/>
            <a:ext cx="403225" cy="369887"/>
            <a:chOff x="4377075" y="3244334"/>
            <a:chExt cx="402674" cy="369332"/>
          </a:xfrm>
        </p:grpSpPr>
        <p:cxnSp>
          <p:nvCxnSpPr>
            <p:cNvPr id="219" name="直線矢印コネクタ 218"/>
            <p:cNvCxnSpPr/>
            <p:nvPr/>
          </p:nvCxnSpPr>
          <p:spPr>
            <a:xfrm>
              <a:off x="4467439" y="3352122"/>
              <a:ext cx="228288" cy="158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4479" name="正方形/長方形 219"/>
            <p:cNvSpPr>
              <a:spLocks noChangeArrowheads="1"/>
            </p:cNvSpPr>
            <p:nvPr/>
          </p:nvSpPr>
          <p:spPr bwMode="auto">
            <a:xfrm>
              <a:off x="4377075" y="3244334"/>
              <a:ext cx="402674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ja-JP">
                  <a:latin typeface="Times New Roman" charset="0"/>
                </a:rPr>
                <a:t>w</a:t>
              </a:r>
              <a:r>
                <a:rPr lang="en-US" altLang="ja-JP" sz="1200" baseline="-25000">
                  <a:latin typeface="Times New Roman" charset="0"/>
                </a:rPr>
                <a:t>9</a:t>
              </a:r>
              <a:endParaRPr lang="ja-JP" altLang="en-US" sz="1200"/>
            </a:p>
          </p:txBody>
        </p:sp>
      </p:grpSp>
      <p:grpSp>
        <p:nvGrpSpPr>
          <p:cNvPr id="54301" name="グループ化 220"/>
          <p:cNvGrpSpPr>
            <a:grpSpLocks/>
          </p:cNvGrpSpPr>
          <p:nvPr/>
        </p:nvGrpSpPr>
        <p:grpSpPr bwMode="auto">
          <a:xfrm>
            <a:off x="5410201" y="3405189"/>
            <a:ext cx="454025" cy="369887"/>
            <a:chOff x="4377075" y="3244334"/>
            <a:chExt cx="453970" cy="369332"/>
          </a:xfrm>
        </p:grpSpPr>
        <p:cxnSp>
          <p:nvCxnSpPr>
            <p:cNvPr id="222" name="直線矢印コネクタ 221"/>
            <p:cNvCxnSpPr/>
            <p:nvPr/>
          </p:nvCxnSpPr>
          <p:spPr>
            <a:xfrm>
              <a:off x="4467552" y="3352122"/>
              <a:ext cx="228572" cy="158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4477" name="正方形/長方形 222"/>
            <p:cNvSpPr>
              <a:spLocks noChangeArrowheads="1"/>
            </p:cNvSpPr>
            <p:nvPr/>
          </p:nvSpPr>
          <p:spPr bwMode="auto">
            <a:xfrm>
              <a:off x="4377075" y="3244334"/>
              <a:ext cx="453970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ja-JP">
                  <a:latin typeface="Times New Roman" charset="0"/>
                </a:rPr>
                <a:t>w</a:t>
              </a:r>
              <a:r>
                <a:rPr lang="en-US" altLang="ja-JP" sz="1200" baseline="-25000">
                  <a:latin typeface="Times New Roman" charset="0"/>
                </a:rPr>
                <a:t>13</a:t>
              </a:r>
              <a:endParaRPr lang="ja-JP" altLang="en-US" sz="1200"/>
            </a:p>
          </p:txBody>
        </p:sp>
      </p:grpSp>
      <p:grpSp>
        <p:nvGrpSpPr>
          <p:cNvPr id="54302" name="グループ化 223"/>
          <p:cNvGrpSpPr>
            <a:grpSpLocks/>
          </p:cNvGrpSpPr>
          <p:nvPr/>
        </p:nvGrpSpPr>
        <p:grpSpPr bwMode="auto">
          <a:xfrm>
            <a:off x="5664201" y="3402014"/>
            <a:ext cx="454025" cy="369887"/>
            <a:chOff x="4377075" y="3244334"/>
            <a:chExt cx="453970" cy="369332"/>
          </a:xfrm>
        </p:grpSpPr>
        <p:cxnSp>
          <p:nvCxnSpPr>
            <p:cNvPr id="225" name="直線矢印コネクタ 224"/>
            <p:cNvCxnSpPr/>
            <p:nvPr/>
          </p:nvCxnSpPr>
          <p:spPr>
            <a:xfrm>
              <a:off x="4467552" y="3352122"/>
              <a:ext cx="228572" cy="158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4475" name="正方形/長方形 225"/>
            <p:cNvSpPr>
              <a:spLocks noChangeArrowheads="1"/>
            </p:cNvSpPr>
            <p:nvPr/>
          </p:nvSpPr>
          <p:spPr bwMode="auto">
            <a:xfrm>
              <a:off x="4377075" y="3244334"/>
              <a:ext cx="453970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ja-JP">
                  <a:latin typeface="Times New Roman" charset="0"/>
                </a:rPr>
                <a:t>w</a:t>
              </a:r>
              <a:r>
                <a:rPr lang="en-US" altLang="ja-JP" sz="1200" baseline="-25000">
                  <a:latin typeface="Times New Roman" charset="0"/>
                </a:rPr>
                <a:t>14</a:t>
              </a:r>
              <a:endParaRPr lang="ja-JP" altLang="en-US" sz="1200"/>
            </a:p>
          </p:txBody>
        </p:sp>
      </p:grpSp>
      <p:grpSp>
        <p:nvGrpSpPr>
          <p:cNvPr id="54303" name="グループ化 226"/>
          <p:cNvGrpSpPr>
            <a:grpSpLocks/>
          </p:cNvGrpSpPr>
          <p:nvPr/>
        </p:nvGrpSpPr>
        <p:grpSpPr bwMode="auto">
          <a:xfrm>
            <a:off x="5910264" y="3400425"/>
            <a:ext cx="454025" cy="369888"/>
            <a:chOff x="4377075" y="3244334"/>
            <a:chExt cx="453970" cy="369332"/>
          </a:xfrm>
        </p:grpSpPr>
        <p:cxnSp>
          <p:nvCxnSpPr>
            <p:cNvPr id="228" name="直線矢印コネクタ 227"/>
            <p:cNvCxnSpPr/>
            <p:nvPr/>
          </p:nvCxnSpPr>
          <p:spPr>
            <a:xfrm>
              <a:off x="4467551" y="3352122"/>
              <a:ext cx="228572" cy="158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4473" name="正方形/長方形 228"/>
            <p:cNvSpPr>
              <a:spLocks noChangeArrowheads="1"/>
            </p:cNvSpPr>
            <p:nvPr/>
          </p:nvSpPr>
          <p:spPr bwMode="auto">
            <a:xfrm>
              <a:off x="4377075" y="3244334"/>
              <a:ext cx="453970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ja-JP">
                  <a:latin typeface="Times New Roman" charset="0"/>
                </a:rPr>
                <a:t>w</a:t>
              </a:r>
              <a:r>
                <a:rPr lang="en-US" altLang="ja-JP" sz="1200" baseline="-25000">
                  <a:latin typeface="Times New Roman" charset="0"/>
                </a:rPr>
                <a:t>15</a:t>
              </a:r>
              <a:endParaRPr lang="ja-JP" altLang="en-US" sz="1200"/>
            </a:p>
          </p:txBody>
        </p:sp>
      </p:grpSp>
      <p:grpSp>
        <p:nvGrpSpPr>
          <p:cNvPr id="54304" name="グループ化 229"/>
          <p:cNvGrpSpPr>
            <a:grpSpLocks/>
          </p:cNvGrpSpPr>
          <p:nvPr/>
        </p:nvGrpSpPr>
        <p:grpSpPr bwMode="auto">
          <a:xfrm>
            <a:off x="6164264" y="3397250"/>
            <a:ext cx="454025" cy="369888"/>
            <a:chOff x="4377075" y="3244334"/>
            <a:chExt cx="453970" cy="369332"/>
          </a:xfrm>
        </p:grpSpPr>
        <p:cxnSp>
          <p:nvCxnSpPr>
            <p:cNvPr id="231" name="直線矢印コネクタ 230"/>
            <p:cNvCxnSpPr/>
            <p:nvPr/>
          </p:nvCxnSpPr>
          <p:spPr>
            <a:xfrm>
              <a:off x="4467551" y="3352122"/>
              <a:ext cx="228572" cy="158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4471" name="正方形/長方形 231"/>
            <p:cNvSpPr>
              <a:spLocks noChangeArrowheads="1"/>
            </p:cNvSpPr>
            <p:nvPr/>
          </p:nvSpPr>
          <p:spPr bwMode="auto">
            <a:xfrm>
              <a:off x="4377075" y="3244334"/>
              <a:ext cx="453970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ja-JP">
                  <a:latin typeface="Times New Roman" charset="0"/>
                </a:rPr>
                <a:t>w</a:t>
              </a:r>
              <a:r>
                <a:rPr lang="en-US" altLang="ja-JP" sz="1200" baseline="-25000">
                  <a:latin typeface="Times New Roman" charset="0"/>
                </a:rPr>
                <a:t>16</a:t>
              </a:r>
              <a:endParaRPr lang="ja-JP" altLang="en-US" sz="1200"/>
            </a:p>
          </p:txBody>
        </p:sp>
      </p:grpSp>
      <p:sp>
        <p:nvSpPr>
          <p:cNvPr id="54305" name="正方形/長方形 234"/>
          <p:cNvSpPr>
            <a:spLocks noChangeArrowheads="1"/>
          </p:cNvSpPr>
          <p:nvPr/>
        </p:nvSpPr>
        <p:spPr bwMode="auto">
          <a:xfrm>
            <a:off x="6518276" y="3394075"/>
            <a:ext cx="415925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en-US" altLang="ja-JP">
                <a:latin typeface="Times New Roman" charset="0"/>
              </a:rPr>
              <a:t>…</a:t>
            </a:r>
            <a:endParaRPr lang="en-US" altLang="ja-JP" sz="900">
              <a:latin typeface="Times New Roman" charset="0"/>
            </a:endParaRPr>
          </a:p>
        </p:txBody>
      </p:sp>
      <p:sp>
        <p:nvSpPr>
          <p:cNvPr id="54306" name="正方形/長方形 235"/>
          <p:cNvSpPr>
            <a:spLocks noChangeArrowheads="1"/>
          </p:cNvSpPr>
          <p:nvPr/>
        </p:nvSpPr>
        <p:spPr bwMode="auto">
          <a:xfrm>
            <a:off x="5832476" y="3633788"/>
            <a:ext cx="646113" cy="50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en-US" altLang="ja-JP">
                <a:latin typeface="Times New Roman" charset="0"/>
              </a:rPr>
              <a:t>……</a:t>
            </a:r>
          </a:p>
          <a:p>
            <a:pPr algn="ctr" eaLnBrk="1" hangingPunct="1"/>
            <a:endParaRPr lang="en-US" altLang="ja-JP" sz="900">
              <a:latin typeface="Times New Roman" charset="0"/>
            </a:endParaRPr>
          </a:p>
        </p:txBody>
      </p:sp>
      <p:grpSp>
        <p:nvGrpSpPr>
          <p:cNvPr id="54307" name="グループ化 236"/>
          <p:cNvGrpSpPr>
            <a:grpSpLocks/>
          </p:cNvGrpSpPr>
          <p:nvPr/>
        </p:nvGrpSpPr>
        <p:grpSpPr bwMode="auto">
          <a:xfrm>
            <a:off x="6419851" y="2638425"/>
            <a:ext cx="411163" cy="368300"/>
            <a:chOff x="4377075" y="3244334"/>
            <a:chExt cx="410690" cy="369332"/>
          </a:xfrm>
        </p:grpSpPr>
        <p:cxnSp>
          <p:nvCxnSpPr>
            <p:cNvPr id="238" name="直線矢印コネクタ 237"/>
            <p:cNvCxnSpPr/>
            <p:nvPr/>
          </p:nvCxnSpPr>
          <p:spPr>
            <a:xfrm>
              <a:off x="4467459" y="3352586"/>
              <a:ext cx="228337" cy="1592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4469" name="正方形/長方形 238"/>
            <p:cNvSpPr>
              <a:spLocks noChangeArrowheads="1"/>
            </p:cNvSpPr>
            <p:nvPr/>
          </p:nvSpPr>
          <p:spPr bwMode="auto">
            <a:xfrm>
              <a:off x="4377075" y="3244334"/>
              <a:ext cx="410690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ja-JP">
                  <a:latin typeface="Times New Roman" charset="0"/>
                </a:rPr>
                <a:t>w</a:t>
              </a:r>
              <a:r>
                <a:rPr lang="en-US" altLang="ja-JP" sz="1200" baseline="-25000">
                  <a:latin typeface="Times New Roman" charset="0"/>
                </a:rPr>
                <a:t>5</a:t>
              </a:r>
              <a:endParaRPr lang="ja-JP" altLang="en-US" sz="1200"/>
            </a:p>
          </p:txBody>
        </p:sp>
      </p:grpSp>
      <p:grpSp>
        <p:nvGrpSpPr>
          <p:cNvPr id="54308" name="グループ化 239"/>
          <p:cNvGrpSpPr>
            <a:grpSpLocks/>
          </p:cNvGrpSpPr>
          <p:nvPr/>
        </p:nvGrpSpPr>
        <p:grpSpPr bwMode="auto">
          <a:xfrm>
            <a:off x="6116639" y="3017838"/>
            <a:ext cx="454025" cy="368300"/>
            <a:chOff x="4377075" y="3244334"/>
            <a:chExt cx="453970" cy="369332"/>
          </a:xfrm>
        </p:grpSpPr>
        <p:cxnSp>
          <p:nvCxnSpPr>
            <p:cNvPr id="241" name="直線矢印コネクタ 240"/>
            <p:cNvCxnSpPr/>
            <p:nvPr/>
          </p:nvCxnSpPr>
          <p:spPr>
            <a:xfrm>
              <a:off x="4467551" y="3352586"/>
              <a:ext cx="228572" cy="1591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4467" name="正方形/長方形 241"/>
            <p:cNvSpPr>
              <a:spLocks noChangeArrowheads="1"/>
            </p:cNvSpPr>
            <p:nvPr/>
          </p:nvSpPr>
          <p:spPr bwMode="auto">
            <a:xfrm>
              <a:off x="4377075" y="3244334"/>
              <a:ext cx="453970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ja-JP">
                  <a:latin typeface="Times New Roman" charset="0"/>
                </a:rPr>
                <a:t>w</a:t>
              </a:r>
              <a:r>
                <a:rPr lang="en-US" altLang="ja-JP" sz="1200" baseline="-25000">
                  <a:latin typeface="Times New Roman" charset="0"/>
                </a:rPr>
                <a:t>10</a:t>
              </a:r>
              <a:endParaRPr lang="ja-JP" altLang="en-US" sz="1200"/>
            </a:p>
          </p:txBody>
        </p:sp>
      </p:grpSp>
      <p:grpSp>
        <p:nvGrpSpPr>
          <p:cNvPr id="54309" name="グループ化 242"/>
          <p:cNvGrpSpPr>
            <a:grpSpLocks/>
          </p:cNvGrpSpPr>
          <p:nvPr/>
        </p:nvGrpSpPr>
        <p:grpSpPr bwMode="auto">
          <a:xfrm>
            <a:off x="6399213" y="3019425"/>
            <a:ext cx="449262" cy="369888"/>
            <a:chOff x="4377075" y="3244334"/>
            <a:chExt cx="450188" cy="369332"/>
          </a:xfrm>
        </p:grpSpPr>
        <p:cxnSp>
          <p:nvCxnSpPr>
            <p:cNvPr id="244" name="直線矢印コネクタ 243"/>
            <p:cNvCxnSpPr/>
            <p:nvPr/>
          </p:nvCxnSpPr>
          <p:spPr>
            <a:xfrm>
              <a:off x="4467749" y="3352122"/>
              <a:ext cx="227481" cy="158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4465" name="正方形/長方形 244"/>
            <p:cNvSpPr>
              <a:spLocks noChangeArrowheads="1"/>
            </p:cNvSpPr>
            <p:nvPr/>
          </p:nvSpPr>
          <p:spPr bwMode="auto">
            <a:xfrm>
              <a:off x="4377075" y="3244334"/>
              <a:ext cx="450188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ja-JP">
                  <a:latin typeface="Times New Roman" charset="0"/>
                </a:rPr>
                <a:t>w</a:t>
              </a:r>
              <a:r>
                <a:rPr lang="en-US" altLang="ja-JP" sz="1200" baseline="-25000">
                  <a:latin typeface="Times New Roman" charset="0"/>
                </a:rPr>
                <a:t>11</a:t>
              </a:r>
              <a:endParaRPr lang="ja-JP" altLang="en-US" sz="1200"/>
            </a:p>
          </p:txBody>
        </p:sp>
      </p:grpSp>
      <p:grpSp>
        <p:nvGrpSpPr>
          <p:cNvPr id="54310" name="グループ化 245"/>
          <p:cNvGrpSpPr>
            <a:grpSpLocks/>
          </p:cNvGrpSpPr>
          <p:nvPr/>
        </p:nvGrpSpPr>
        <p:grpSpPr bwMode="auto">
          <a:xfrm>
            <a:off x="5148264" y="3405189"/>
            <a:ext cx="452437" cy="369887"/>
            <a:chOff x="4377075" y="3244334"/>
            <a:chExt cx="453970" cy="369332"/>
          </a:xfrm>
        </p:grpSpPr>
        <p:cxnSp>
          <p:nvCxnSpPr>
            <p:cNvPr id="247" name="直線矢印コネクタ 246"/>
            <p:cNvCxnSpPr/>
            <p:nvPr/>
          </p:nvCxnSpPr>
          <p:spPr>
            <a:xfrm>
              <a:off x="4467869" y="3352122"/>
              <a:ext cx="227782" cy="158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4463" name="正方形/長方形 247"/>
            <p:cNvSpPr>
              <a:spLocks noChangeArrowheads="1"/>
            </p:cNvSpPr>
            <p:nvPr/>
          </p:nvSpPr>
          <p:spPr bwMode="auto">
            <a:xfrm>
              <a:off x="4377075" y="3244334"/>
              <a:ext cx="453970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ja-JP">
                  <a:latin typeface="Times New Roman" charset="0"/>
                </a:rPr>
                <a:t>w</a:t>
              </a:r>
              <a:r>
                <a:rPr lang="en-US" altLang="ja-JP" sz="1200" baseline="-25000">
                  <a:latin typeface="Times New Roman" charset="0"/>
                </a:rPr>
                <a:t>12</a:t>
              </a:r>
              <a:endParaRPr lang="ja-JP" altLang="en-US" sz="1200"/>
            </a:p>
          </p:txBody>
        </p:sp>
      </p:grpSp>
      <p:sp>
        <p:nvSpPr>
          <p:cNvPr id="54311" name="テキスト ボックス 248"/>
          <p:cNvSpPr txBox="1">
            <a:spLocks noChangeArrowheads="1"/>
          </p:cNvSpPr>
          <p:nvPr/>
        </p:nvSpPr>
        <p:spPr bwMode="auto">
          <a:xfrm>
            <a:off x="1903413" y="4079876"/>
            <a:ext cx="1181100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ja-JP" altLang="en-US" sz="1400"/>
              <a:t>文脈スコープ</a:t>
            </a:r>
          </a:p>
        </p:txBody>
      </p:sp>
      <p:cxnSp>
        <p:nvCxnSpPr>
          <p:cNvPr id="251" name="直線矢印コネクタ 250"/>
          <p:cNvCxnSpPr>
            <a:stCxn id="54311" idx="0"/>
          </p:cNvCxnSpPr>
          <p:nvPr/>
        </p:nvCxnSpPr>
        <p:spPr>
          <a:xfrm rot="5400000" flipH="1" flipV="1">
            <a:off x="2541588" y="3727450"/>
            <a:ext cx="304800" cy="40005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313" name="円/楕円 258"/>
          <p:cNvSpPr>
            <a:spLocks noChangeArrowheads="1"/>
          </p:cNvSpPr>
          <p:nvPr/>
        </p:nvSpPr>
        <p:spPr bwMode="auto">
          <a:xfrm>
            <a:off x="5457825" y="2622550"/>
            <a:ext cx="304800" cy="3810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endParaRPr lang="ja-JP" altLang="en-US"/>
          </a:p>
        </p:txBody>
      </p:sp>
      <p:sp>
        <p:nvSpPr>
          <p:cNvPr id="54314" name="テキスト ボックス 264"/>
          <p:cNvSpPr txBox="1">
            <a:spLocks noChangeArrowheads="1"/>
          </p:cNvSpPr>
          <p:nvPr/>
        </p:nvSpPr>
        <p:spPr bwMode="auto">
          <a:xfrm>
            <a:off x="-152400" y="4079875"/>
            <a:ext cx="2032000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ja-JP" altLang="en-US" sz="1600"/>
              <a:t>専門文書（入力文書）</a:t>
            </a:r>
          </a:p>
        </p:txBody>
      </p:sp>
      <p:sp>
        <p:nvSpPr>
          <p:cNvPr id="271" name="正方形/長方形 270"/>
          <p:cNvSpPr/>
          <p:nvPr/>
        </p:nvSpPr>
        <p:spPr>
          <a:xfrm>
            <a:off x="2590800" y="1897064"/>
            <a:ext cx="1828800" cy="523875"/>
          </a:xfrm>
          <a:prstGeom prst="rect">
            <a:avLst/>
          </a:prstGeom>
          <a:ln w="12700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pPr>
              <a:defRPr/>
            </a:pPr>
            <a:r>
              <a:rPr lang="en-US" altLang="ja-JP" sz="1400" dirty="0" err="1">
                <a:latin typeface="Times New Roman" pitchFamily="18" charset="0"/>
                <a:cs typeface="Times New Roman" pitchFamily="18" charset="0"/>
              </a:rPr>
              <a:t>w</a:t>
            </a:r>
            <a:r>
              <a:rPr lang="en-US" altLang="ja-JP" sz="1200" baseline="-25000" dirty="0" err="1">
                <a:latin typeface="Times New Roman" pitchFamily="18" charset="0"/>
                <a:cs typeface="Times New Roman" pitchFamily="18" charset="0"/>
              </a:rPr>
              <a:t>i</a:t>
            </a:r>
            <a:r>
              <a:rPr lang="en-US" altLang="ja-JP" sz="1400" dirty="0">
                <a:latin typeface="Times New Roman" pitchFamily="18" charset="0"/>
                <a:cs typeface="Times New Roman" pitchFamily="18" charset="0"/>
              </a:rPr>
              <a:t>: </a:t>
            </a:r>
            <a:r>
              <a:rPr lang="ja-JP" altLang="en-US" sz="1200" dirty="0">
                <a:latin typeface="Times New Roman" pitchFamily="18" charset="0"/>
                <a:cs typeface="Times New Roman" pitchFamily="18" charset="0"/>
              </a:rPr>
              <a:t>入力語</a:t>
            </a:r>
            <a:endParaRPr lang="en-US" altLang="ja-JP" sz="1200" dirty="0">
              <a:latin typeface="Times New Roman" pitchFamily="18" charset="0"/>
              <a:cs typeface="Times New Roman" pitchFamily="18" charset="0"/>
            </a:endParaRPr>
          </a:p>
          <a:p>
            <a:pPr>
              <a:defRPr/>
            </a:pPr>
            <a:r>
              <a:rPr lang="en-US" altLang="ja-JP" sz="1400" dirty="0" err="1">
                <a:latin typeface="Times New Roman" pitchFamily="18" charset="0"/>
                <a:cs typeface="Times New Roman" pitchFamily="18" charset="0"/>
              </a:rPr>
              <a:t>g</a:t>
            </a:r>
            <a:r>
              <a:rPr lang="en-US" altLang="ja-JP" sz="1200" baseline="-25000" dirty="0" err="1">
                <a:latin typeface="Times New Roman" pitchFamily="18" charset="0"/>
                <a:cs typeface="Times New Roman" pitchFamily="18" charset="0"/>
              </a:rPr>
              <a:t>i</a:t>
            </a:r>
            <a:r>
              <a:rPr lang="en-US" altLang="ja-JP" sz="1400" dirty="0">
                <a:latin typeface="Times New Roman" pitchFamily="18" charset="0"/>
                <a:cs typeface="Times New Roman" pitchFamily="18" charset="0"/>
              </a:rPr>
              <a:t>: </a:t>
            </a:r>
            <a:r>
              <a:rPr lang="ja-JP" altLang="en-US" sz="1200" dirty="0">
                <a:latin typeface="Times New Roman" pitchFamily="18" charset="0"/>
                <a:cs typeface="Times New Roman" pitchFamily="18" charset="0"/>
              </a:rPr>
              <a:t>高頻度単語</a:t>
            </a:r>
            <a:r>
              <a:rPr lang="en-US" altLang="ja-JP" sz="1200" dirty="0">
                <a:latin typeface="Times New Roman" pitchFamily="18" charset="0"/>
                <a:cs typeface="Times New Roman" pitchFamily="18" charset="0"/>
              </a:rPr>
              <a:t>N-gram</a:t>
            </a:r>
            <a:endParaRPr lang="ja-JP" altLang="en-US" sz="1400" dirty="0"/>
          </a:p>
        </p:txBody>
      </p:sp>
      <p:sp>
        <p:nvSpPr>
          <p:cNvPr id="272" name="正方形/長方形 271"/>
          <p:cNvSpPr/>
          <p:nvPr/>
        </p:nvSpPr>
        <p:spPr>
          <a:xfrm>
            <a:off x="0" y="2111376"/>
            <a:ext cx="1828800" cy="307975"/>
          </a:xfrm>
          <a:prstGeom prst="rect">
            <a:avLst/>
          </a:prstGeom>
          <a:ln w="12700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pPr>
              <a:defRPr/>
            </a:pPr>
            <a:r>
              <a:rPr lang="en-US" altLang="ja-JP" sz="1400" dirty="0" err="1">
                <a:latin typeface="Times New Roman" pitchFamily="18" charset="0"/>
                <a:cs typeface="Times New Roman" pitchFamily="18" charset="0"/>
              </a:rPr>
              <a:t>w</a:t>
            </a:r>
            <a:r>
              <a:rPr lang="en-US" altLang="ja-JP" sz="1200" baseline="-25000" dirty="0" err="1">
                <a:latin typeface="Times New Roman" pitchFamily="18" charset="0"/>
                <a:cs typeface="Times New Roman" pitchFamily="18" charset="0"/>
              </a:rPr>
              <a:t>i</a:t>
            </a:r>
            <a:r>
              <a:rPr lang="en-US" altLang="ja-JP" sz="1400" dirty="0">
                <a:latin typeface="Times New Roman" pitchFamily="18" charset="0"/>
                <a:cs typeface="Times New Roman" pitchFamily="18" charset="0"/>
              </a:rPr>
              <a:t>: </a:t>
            </a:r>
            <a:r>
              <a:rPr lang="ja-JP" altLang="en-US" sz="1200" dirty="0">
                <a:latin typeface="Times New Roman" pitchFamily="18" charset="0"/>
                <a:cs typeface="Times New Roman" pitchFamily="18" charset="0"/>
              </a:rPr>
              <a:t>単語（標準形）</a:t>
            </a:r>
            <a:endParaRPr lang="en-US" altLang="ja-JP" sz="12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54317" name="テキスト ボックス 275"/>
          <p:cNvSpPr txBox="1">
            <a:spLocks noChangeArrowheads="1"/>
          </p:cNvSpPr>
          <p:nvPr/>
        </p:nvSpPr>
        <p:spPr bwMode="auto">
          <a:xfrm>
            <a:off x="6096001" y="1524000"/>
            <a:ext cx="2359025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en-US" altLang="ja-JP" sz="1600" b="1"/>
              <a:t>3. </a:t>
            </a:r>
            <a:r>
              <a:rPr lang="ja-JP" altLang="en-US" sz="1600" b="1"/>
              <a:t>入力語ベクトルの構築</a:t>
            </a:r>
            <a:endParaRPr lang="en-US" altLang="ja-JP" sz="1600" b="1"/>
          </a:p>
        </p:txBody>
      </p:sp>
      <p:sp>
        <p:nvSpPr>
          <p:cNvPr id="277" name="AutoShape 146"/>
          <p:cNvSpPr>
            <a:spLocks noChangeArrowheads="1"/>
          </p:cNvSpPr>
          <p:nvPr/>
        </p:nvSpPr>
        <p:spPr bwMode="auto">
          <a:xfrm>
            <a:off x="7010400" y="3013075"/>
            <a:ext cx="457200" cy="609600"/>
          </a:xfrm>
          <a:prstGeom prst="rightArrow">
            <a:avLst>
              <a:gd name="adj1" fmla="val 50000"/>
              <a:gd name="adj2" fmla="val 57148"/>
            </a:avLst>
          </a:prstGeom>
          <a:solidFill>
            <a:schemeClr val="bg1">
              <a:lumMod val="75000"/>
            </a:schemeClr>
          </a:solidFill>
          <a:ln>
            <a:headEnd/>
            <a:tailEnd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anchor="ctr"/>
          <a:lstStyle/>
          <a:p>
            <a:pPr>
              <a:defRPr/>
            </a:pPr>
            <a:endParaRPr lang="ja-JP" altLang="en-US"/>
          </a:p>
        </p:txBody>
      </p:sp>
      <p:sp>
        <p:nvSpPr>
          <p:cNvPr id="54319" name="Rectangle 37"/>
          <p:cNvSpPr>
            <a:spLocks noChangeArrowheads="1"/>
          </p:cNvSpPr>
          <p:nvPr/>
        </p:nvSpPr>
        <p:spPr bwMode="auto">
          <a:xfrm>
            <a:off x="7543800" y="2479676"/>
            <a:ext cx="1828800" cy="1617663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wrap="none" anchorCtr="1"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endParaRPr lang="ja-JP" altLang="ja-JP" sz="1200">
              <a:latin typeface="ＭＳ Ｐゴシック" charset="-128"/>
            </a:endParaRPr>
          </a:p>
        </p:txBody>
      </p:sp>
      <p:cxnSp>
        <p:nvCxnSpPr>
          <p:cNvPr id="280" name="直線矢印コネクタ 279"/>
          <p:cNvCxnSpPr/>
          <p:nvPr/>
        </p:nvCxnSpPr>
        <p:spPr>
          <a:xfrm>
            <a:off x="7939088" y="2713039"/>
            <a:ext cx="228600" cy="1587"/>
          </a:xfrm>
          <a:prstGeom prst="straightConnector1">
            <a:avLst/>
          </a:prstGeom>
          <a:ln>
            <a:solidFill>
              <a:schemeClr val="tx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321" name="正方形/長方形 280"/>
          <p:cNvSpPr>
            <a:spLocks noChangeArrowheads="1"/>
          </p:cNvSpPr>
          <p:nvPr/>
        </p:nvSpPr>
        <p:spPr bwMode="auto">
          <a:xfrm>
            <a:off x="7848601" y="2640013"/>
            <a:ext cx="454025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ja-JP">
                <a:latin typeface="Times New Roman" charset="0"/>
              </a:rPr>
              <a:t>W</a:t>
            </a:r>
            <a:r>
              <a:rPr lang="en-US" altLang="ja-JP" sz="1200" baseline="-25000">
                <a:latin typeface="Times New Roman" charset="0"/>
              </a:rPr>
              <a:t>1</a:t>
            </a:r>
            <a:endParaRPr lang="ja-JP" altLang="en-US" sz="1200"/>
          </a:p>
        </p:txBody>
      </p:sp>
      <p:cxnSp>
        <p:nvCxnSpPr>
          <p:cNvPr id="283" name="直線矢印コネクタ 282"/>
          <p:cNvCxnSpPr/>
          <p:nvPr/>
        </p:nvCxnSpPr>
        <p:spPr>
          <a:xfrm>
            <a:off x="8193088" y="2709864"/>
            <a:ext cx="228600" cy="1587"/>
          </a:xfrm>
          <a:prstGeom prst="straightConnector1">
            <a:avLst/>
          </a:prstGeom>
          <a:ln>
            <a:solidFill>
              <a:schemeClr val="tx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323" name="正方形/長方形 283"/>
          <p:cNvSpPr>
            <a:spLocks noChangeArrowheads="1"/>
          </p:cNvSpPr>
          <p:nvPr/>
        </p:nvSpPr>
        <p:spPr bwMode="auto">
          <a:xfrm>
            <a:off x="8102601" y="2636838"/>
            <a:ext cx="454025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ja-JP">
                <a:latin typeface="Times New Roman" charset="0"/>
              </a:rPr>
              <a:t>W</a:t>
            </a:r>
            <a:r>
              <a:rPr lang="en-US" altLang="ja-JP" sz="1200" baseline="-25000">
                <a:latin typeface="Times New Roman" charset="0"/>
              </a:rPr>
              <a:t>2</a:t>
            </a:r>
            <a:endParaRPr lang="ja-JP" altLang="en-US" sz="1200"/>
          </a:p>
        </p:txBody>
      </p:sp>
      <p:cxnSp>
        <p:nvCxnSpPr>
          <p:cNvPr id="286" name="直線矢印コネクタ 285"/>
          <p:cNvCxnSpPr/>
          <p:nvPr/>
        </p:nvCxnSpPr>
        <p:spPr>
          <a:xfrm>
            <a:off x="8439150" y="2708275"/>
            <a:ext cx="228600" cy="1588"/>
          </a:xfrm>
          <a:prstGeom prst="straightConnector1">
            <a:avLst/>
          </a:prstGeom>
          <a:ln>
            <a:solidFill>
              <a:schemeClr val="tx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325" name="正方形/長方形 286"/>
          <p:cNvSpPr>
            <a:spLocks noChangeArrowheads="1"/>
          </p:cNvSpPr>
          <p:nvPr/>
        </p:nvSpPr>
        <p:spPr bwMode="auto">
          <a:xfrm>
            <a:off x="8348664" y="2635250"/>
            <a:ext cx="454025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ja-JP">
                <a:latin typeface="Times New Roman" charset="0"/>
              </a:rPr>
              <a:t>W</a:t>
            </a:r>
            <a:r>
              <a:rPr lang="en-US" altLang="ja-JP" sz="1200" baseline="-25000">
                <a:latin typeface="Times New Roman" charset="0"/>
              </a:rPr>
              <a:t>3</a:t>
            </a:r>
            <a:endParaRPr lang="ja-JP" altLang="en-US" sz="1200"/>
          </a:p>
        </p:txBody>
      </p:sp>
      <p:cxnSp>
        <p:nvCxnSpPr>
          <p:cNvPr id="289" name="直線矢印コネクタ 288"/>
          <p:cNvCxnSpPr/>
          <p:nvPr/>
        </p:nvCxnSpPr>
        <p:spPr>
          <a:xfrm>
            <a:off x="8693150" y="2706689"/>
            <a:ext cx="228600" cy="1587"/>
          </a:xfrm>
          <a:prstGeom prst="straightConnector1">
            <a:avLst/>
          </a:prstGeom>
          <a:ln>
            <a:solidFill>
              <a:schemeClr val="tx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327" name="正方形/長方形 289"/>
          <p:cNvSpPr>
            <a:spLocks noChangeArrowheads="1"/>
          </p:cNvSpPr>
          <p:nvPr/>
        </p:nvSpPr>
        <p:spPr bwMode="auto">
          <a:xfrm>
            <a:off x="8602664" y="2632075"/>
            <a:ext cx="454025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ja-JP">
                <a:latin typeface="Times New Roman" charset="0"/>
              </a:rPr>
              <a:t>W</a:t>
            </a:r>
            <a:r>
              <a:rPr lang="en-US" altLang="ja-JP" sz="1200" baseline="-25000">
                <a:latin typeface="Times New Roman" charset="0"/>
              </a:rPr>
              <a:t>4</a:t>
            </a:r>
            <a:endParaRPr lang="ja-JP" altLang="en-US" sz="1200"/>
          </a:p>
        </p:txBody>
      </p:sp>
      <p:cxnSp>
        <p:nvCxnSpPr>
          <p:cNvPr id="304" name="直線矢印コネクタ 303"/>
          <p:cNvCxnSpPr/>
          <p:nvPr/>
        </p:nvCxnSpPr>
        <p:spPr>
          <a:xfrm>
            <a:off x="7900988" y="3479800"/>
            <a:ext cx="228600" cy="1588"/>
          </a:xfrm>
          <a:prstGeom prst="straightConnector1">
            <a:avLst/>
          </a:prstGeom>
          <a:ln>
            <a:solidFill>
              <a:schemeClr val="tx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329" name="正方形/長方形 304"/>
          <p:cNvSpPr>
            <a:spLocks noChangeArrowheads="1"/>
          </p:cNvSpPr>
          <p:nvPr/>
        </p:nvSpPr>
        <p:spPr bwMode="auto">
          <a:xfrm>
            <a:off x="7810501" y="3405189"/>
            <a:ext cx="504825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ja-JP">
                <a:latin typeface="Times New Roman" charset="0"/>
              </a:rPr>
              <a:t>W</a:t>
            </a:r>
            <a:r>
              <a:rPr lang="en-US" altLang="ja-JP" sz="1200" baseline="-25000">
                <a:latin typeface="Times New Roman" charset="0"/>
              </a:rPr>
              <a:t>13</a:t>
            </a:r>
            <a:endParaRPr lang="ja-JP" altLang="en-US" sz="1200"/>
          </a:p>
        </p:txBody>
      </p:sp>
      <p:cxnSp>
        <p:nvCxnSpPr>
          <p:cNvPr id="307" name="直線矢印コネクタ 306"/>
          <p:cNvCxnSpPr/>
          <p:nvPr/>
        </p:nvCxnSpPr>
        <p:spPr>
          <a:xfrm>
            <a:off x="8215313" y="3476625"/>
            <a:ext cx="228600" cy="1588"/>
          </a:xfrm>
          <a:prstGeom prst="straightConnector1">
            <a:avLst/>
          </a:prstGeom>
          <a:ln>
            <a:solidFill>
              <a:schemeClr val="tx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331" name="正方形/長方形 307"/>
          <p:cNvSpPr>
            <a:spLocks noChangeArrowheads="1"/>
          </p:cNvSpPr>
          <p:nvPr/>
        </p:nvSpPr>
        <p:spPr bwMode="auto">
          <a:xfrm>
            <a:off x="8124826" y="3402014"/>
            <a:ext cx="479425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ja-JP">
                <a:latin typeface="Times New Roman" charset="0"/>
              </a:rPr>
              <a:t>W</a:t>
            </a:r>
            <a:r>
              <a:rPr lang="en-US" altLang="ja-JP" sz="900" baseline="-25000">
                <a:latin typeface="Times New Roman" charset="0"/>
              </a:rPr>
              <a:t>14</a:t>
            </a:r>
            <a:endParaRPr lang="ja-JP" altLang="en-US"/>
          </a:p>
        </p:txBody>
      </p:sp>
      <p:cxnSp>
        <p:nvCxnSpPr>
          <p:cNvPr id="310" name="直線矢印コネクタ 309"/>
          <p:cNvCxnSpPr/>
          <p:nvPr/>
        </p:nvCxnSpPr>
        <p:spPr>
          <a:xfrm>
            <a:off x="8505825" y="3475039"/>
            <a:ext cx="228600" cy="1587"/>
          </a:xfrm>
          <a:prstGeom prst="straightConnector1">
            <a:avLst/>
          </a:prstGeom>
          <a:ln>
            <a:solidFill>
              <a:schemeClr val="tx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333" name="正方形/長方形 310"/>
          <p:cNvSpPr>
            <a:spLocks noChangeArrowheads="1"/>
          </p:cNvSpPr>
          <p:nvPr/>
        </p:nvSpPr>
        <p:spPr bwMode="auto">
          <a:xfrm>
            <a:off x="8415339" y="3400425"/>
            <a:ext cx="479425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ja-JP">
                <a:latin typeface="Times New Roman" charset="0"/>
              </a:rPr>
              <a:t>W</a:t>
            </a:r>
            <a:r>
              <a:rPr lang="en-US" altLang="ja-JP" sz="900" baseline="-25000">
                <a:latin typeface="Times New Roman" charset="0"/>
              </a:rPr>
              <a:t>15</a:t>
            </a:r>
            <a:endParaRPr lang="ja-JP" altLang="en-US"/>
          </a:p>
        </p:txBody>
      </p:sp>
      <p:cxnSp>
        <p:nvCxnSpPr>
          <p:cNvPr id="313" name="直線矢印コネクタ 312"/>
          <p:cNvCxnSpPr/>
          <p:nvPr/>
        </p:nvCxnSpPr>
        <p:spPr>
          <a:xfrm>
            <a:off x="8788400" y="3471864"/>
            <a:ext cx="228600" cy="1587"/>
          </a:xfrm>
          <a:prstGeom prst="straightConnector1">
            <a:avLst/>
          </a:prstGeom>
          <a:ln>
            <a:solidFill>
              <a:schemeClr val="tx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335" name="正方形/長方形 313"/>
          <p:cNvSpPr>
            <a:spLocks noChangeArrowheads="1"/>
          </p:cNvSpPr>
          <p:nvPr/>
        </p:nvSpPr>
        <p:spPr bwMode="auto">
          <a:xfrm>
            <a:off x="8697913" y="3397250"/>
            <a:ext cx="506412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ja-JP">
                <a:latin typeface="Times New Roman" charset="0"/>
              </a:rPr>
              <a:t>W</a:t>
            </a:r>
            <a:r>
              <a:rPr lang="en-US" altLang="ja-JP" sz="1200" baseline="-25000">
                <a:latin typeface="Times New Roman" charset="0"/>
              </a:rPr>
              <a:t>16</a:t>
            </a:r>
            <a:endParaRPr lang="ja-JP" altLang="en-US" sz="1200"/>
          </a:p>
        </p:txBody>
      </p:sp>
      <p:sp>
        <p:nvSpPr>
          <p:cNvPr id="54336" name="正方形/長方形 315"/>
          <p:cNvSpPr>
            <a:spLocks noChangeArrowheads="1"/>
          </p:cNvSpPr>
          <p:nvPr/>
        </p:nvSpPr>
        <p:spPr bwMode="auto">
          <a:xfrm>
            <a:off x="9051926" y="3394075"/>
            <a:ext cx="415925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en-US" altLang="ja-JP">
                <a:latin typeface="Times New Roman" charset="0"/>
              </a:rPr>
              <a:t>…</a:t>
            </a:r>
            <a:endParaRPr lang="en-US" altLang="ja-JP" sz="900">
              <a:latin typeface="Times New Roman" charset="0"/>
            </a:endParaRPr>
          </a:p>
        </p:txBody>
      </p:sp>
      <p:sp>
        <p:nvSpPr>
          <p:cNvPr id="54337" name="正方形/長方形 316"/>
          <p:cNvSpPr>
            <a:spLocks noChangeArrowheads="1"/>
          </p:cNvSpPr>
          <p:nvPr/>
        </p:nvSpPr>
        <p:spPr bwMode="auto">
          <a:xfrm>
            <a:off x="8404226" y="3633789"/>
            <a:ext cx="415925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en-US" altLang="ja-JP">
                <a:latin typeface="Times New Roman" charset="0"/>
              </a:rPr>
              <a:t>…</a:t>
            </a:r>
            <a:endParaRPr lang="en-US" altLang="ja-JP" sz="900">
              <a:latin typeface="Times New Roman" charset="0"/>
            </a:endParaRPr>
          </a:p>
        </p:txBody>
      </p:sp>
      <p:cxnSp>
        <p:nvCxnSpPr>
          <p:cNvPr id="319" name="直線矢印コネクタ 318"/>
          <p:cNvCxnSpPr/>
          <p:nvPr/>
        </p:nvCxnSpPr>
        <p:spPr>
          <a:xfrm>
            <a:off x="8948738" y="2711450"/>
            <a:ext cx="228600" cy="1588"/>
          </a:xfrm>
          <a:prstGeom prst="straightConnector1">
            <a:avLst/>
          </a:prstGeom>
          <a:ln>
            <a:solidFill>
              <a:schemeClr val="tx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339" name="正方形/長方形 319"/>
          <p:cNvSpPr>
            <a:spLocks noChangeArrowheads="1"/>
          </p:cNvSpPr>
          <p:nvPr/>
        </p:nvSpPr>
        <p:spPr bwMode="auto">
          <a:xfrm>
            <a:off x="8858251" y="2638425"/>
            <a:ext cx="454025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ja-JP">
                <a:latin typeface="Times New Roman" charset="0"/>
              </a:rPr>
              <a:t>W</a:t>
            </a:r>
            <a:r>
              <a:rPr lang="en-US" altLang="ja-JP" sz="1200" baseline="-25000">
                <a:latin typeface="Times New Roman" charset="0"/>
              </a:rPr>
              <a:t>5</a:t>
            </a:r>
            <a:endParaRPr lang="ja-JP" altLang="en-US" sz="1200"/>
          </a:p>
        </p:txBody>
      </p:sp>
      <p:cxnSp>
        <p:nvCxnSpPr>
          <p:cNvPr id="292" name="直線矢印コネクタ 291"/>
          <p:cNvCxnSpPr/>
          <p:nvPr/>
        </p:nvCxnSpPr>
        <p:spPr>
          <a:xfrm>
            <a:off x="7632700" y="3103564"/>
            <a:ext cx="228600" cy="1587"/>
          </a:xfrm>
          <a:prstGeom prst="straightConnector1">
            <a:avLst/>
          </a:prstGeom>
          <a:ln>
            <a:solidFill>
              <a:schemeClr val="tx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341" name="正方形/長方形 292"/>
          <p:cNvSpPr>
            <a:spLocks noChangeArrowheads="1"/>
          </p:cNvSpPr>
          <p:nvPr/>
        </p:nvSpPr>
        <p:spPr bwMode="auto">
          <a:xfrm>
            <a:off x="7542214" y="3028950"/>
            <a:ext cx="454025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ja-JP">
                <a:latin typeface="Times New Roman" charset="0"/>
              </a:rPr>
              <a:t>W</a:t>
            </a:r>
            <a:r>
              <a:rPr lang="en-US" altLang="ja-JP" sz="1200" baseline="-25000">
                <a:latin typeface="Times New Roman" charset="0"/>
              </a:rPr>
              <a:t>6</a:t>
            </a:r>
            <a:endParaRPr lang="ja-JP" altLang="en-US" sz="1200"/>
          </a:p>
        </p:txBody>
      </p:sp>
      <p:cxnSp>
        <p:nvCxnSpPr>
          <p:cNvPr id="295" name="直線矢印コネクタ 294"/>
          <p:cNvCxnSpPr/>
          <p:nvPr/>
        </p:nvCxnSpPr>
        <p:spPr>
          <a:xfrm>
            <a:off x="7888288" y="3100389"/>
            <a:ext cx="228600" cy="1587"/>
          </a:xfrm>
          <a:prstGeom prst="straightConnector1">
            <a:avLst/>
          </a:prstGeom>
          <a:ln>
            <a:solidFill>
              <a:schemeClr val="tx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343" name="正方形/長方形 295"/>
          <p:cNvSpPr>
            <a:spLocks noChangeArrowheads="1"/>
          </p:cNvSpPr>
          <p:nvPr/>
        </p:nvSpPr>
        <p:spPr bwMode="auto">
          <a:xfrm>
            <a:off x="7797801" y="3025775"/>
            <a:ext cx="454025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ja-JP">
                <a:latin typeface="Times New Roman" charset="0"/>
              </a:rPr>
              <a:t>W</a:t>
            </a:r>
            <a:r>
              <a:rPr lang="en-US" altLang="ja-JP" sz="1200" baseline="-25000">
                <a:latin typeface="Times New Roman" charset="0"/>
              </a:rPr>
              <a:t>7</a:t>
            </a:r>
            <a:endParaRPr lang="ja-JP" altLang="en-US" sz="1200"/>
          </a:p>
        </p:txBody>
      </p:sp>
      <p:cxnSp>
        <p:nvCxnSpPr>
          <p:cNvPr id="298" name="直線矢印コネクタ 297"/>
          <p:cNvCxnSpPr/>
          <p:nvPr/>
        </p:nvCxnSpPr>
        <p:spPr>
          <a:xfrm>
            <a:off x="8132763" y="3098800"/>
            <a:ext cx="228600" cy="1588"/>
          </a:xfrm>
          <a:prstGeom prst="straightConnector1">
            <a:avLst/>
          </a:prstGeom>
          <a:ln>
            <a:solidFill>
              <a:schemeClr val="tx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345" name="正方形/長方形 298"/>
          <p:cNvSpPr>
            <a:spLocks noChangeArrowheads="1"/>
          </p:cNvSpPr>
          <p:nvPr/>
        </p:nvSpPr>
        <p:spPr bwMode="auto">
          <a:xfrm>
            <a:off x="8042276" y="3024188"/>
            <a:ext cx="454025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ja-JP">
                <a:latin typeface="Times New Roman" charset="0"/>
              </a:rPr>
              <a:t>W</a:t>
            </a:r>
            <a:r>
              <a:rPr lang="en-US" altLang="ja-JP" sz="1200" baseline="-25000">
                <a:latin typeface="Times New Roman" charset="0"/>
              </a:rPr>
              <a:t>8</a:t>
            </a:r>
            <a:endParaRPr lang="ja-JP" altLang="en-US" sz="1200"/>
          </a:p>
        </p:txBody>
      </p:sp>
      <p:cxnSp>
        <p:nvCxnSpPr>
          <p:cNvPr id="301" name="直線矢印コネクタ 300"/>
          <p:cNvCxnSpPr/>
          <p:nvPr/>
        </p:nvCxnSpPr>
        <p:spPr>
          <a:xfrm>
            <a:off x="8386763" y="3095625"/>
            <a:ext cx="228600" cy="1588"/>
          </a:xfrm>
          <a:prstGeom prst="straightConnector1">
            <a:avLst/>
          </a:prstGeom>
          <a:ln>
            <a:solidFill>
              <a:schemeClr val="tx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347" name="正方形/長方形 301"/>
          <p:cNvSpPr>
            <a:spLocks noChangeArrowheads="1"/>
          </p:cNvSpPr>
          <p:nvPr/>
        </p:nvSpPr>
        <p:spPr bwMode="auto">
          <a:xfrm>
            <a:off x="8296276" y="3021014"/>
            <a:ext cx="454025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ja-JP">
                <a:latin typeface="Times New Roman" charset="0"/>
              </a:rPr>
              <a:t>W</a:t>
            </a:r>
            <a:r>
              <a:rPr lang="en-US" altLang="ja-JP" sz="1200" baseline="-25000">
                <a:latin typeface="Times New Roman" charset="0"/>
              </a:rPr>
              <a:t>9</a:t>
            </a:r>
            <a:endParaRPr lang="ja-JP" altLang="en-US" sz="1200"/>
          </a:p>
        </p:txBody>
      </p:sp>
      <p:cxnSp>
        <p:nvCxnSpPr>
          <p:cNvPr id="322" name="直線矢印コネクタ 321"/>
          <p:cNvCxnSpPr/>
          <p:nvPr/>
        </p:nvCxnSpPr>
        <p:spPr>
          <a:xfrm>
            <a:off x="8645525" y="3092450"/>
            <a:ext cx="228600" cy="1588"/>
          </a:xfrm>
          <a:prstGeom prst="straightConnector1">
            <a:avLst/>
          </a:prstGeom>
          <a:ln>
            <a:solidFill>
              <a:schemeClr val="tx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349" name="正方形/長方形 322"/>
          <p:cNvSpPr>
            <a:spLocks noChangeArrowheads="1"/>
          </p:cNvSpPr>
          <p:nvPr/>
        </p:nvSpPr>
        <p:spPr bwMode="auto">
          <a:xfrm>
            <a:off x="8555039" y="3017838"/>
            <a:ext cx="504825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ja-JP">
                <a:latin typeface="Times New Roman" charset="0"/>
              </a:rPr>
              <a:t>W</a:t>
            </a:r>
            <a:r>
              <a:rPr lang="en-US" altLang="ja-JP" sz="1200" baseline="-25000">
                <a:latin typeface="Times New Roman" charset="0"/>
              </a:rPr>
              <a:t>10</a:t>
            </a:r>
            <a:endParaRPr lang="ja-JP" altLang="en-US" sz="1200"/>
          </a:p>
        </p:txBody>
      </p:sp>
      <p:cxnSp>
        <p:nvCxnSpPr>
          <p:cNvPr id="325" name="直線矢印コネクタ 324"/>
          <p:cNvCxnSpPr/>
          <p:nvPr/>
        </p:nvCxnSpPr>
        <p:spPr>
          <a:xfrm>
            <a:off x="8926513" y="3094039"/>
            <a:ext cx="228600" cy="1587"/>
          </a:xfrm>
          <a:prstGeom prst="straightConnector1">
            <a:avLst/>
          </a:prstGeom>
          <a:ln>
            <a:solidFill>
              <a:schemeClr val="tx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351" name="正方形/長方形 325"/>
          <p:cNvSpPr>
            <a:spLocks noChangeArrowheads="1"/>
          </p:cNvSpPr>
          <p:nvPr/>
        </p:nvSpPr>
        <p:spPr bwMode="auto">
          <a:xfrm>
            <a:off x="8837613" y="3019425"/>
            <a:ext cx="500062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ja-JP">
                <a:latin typeface="Times New Roman" charset="0"/>
              </a:rPr>
              <a:t>W</a:t>
            </a:r>
            <a:r>
              <a:rPr lang="en-US" altLang="ja-JP" sz="1200" baseline="-25000">
                <a:latin typeface="Times New Roman" charset="0"/>
              </a:rPr>
              <a:t>11</a:t>
            </a:r>
            <a:endParaRPr lang="ja-JP" altLang="en-US" sz="1200"/>
          </a:p>
        </p:txBody>
      </p:sp>
      <p:cxnSp>
        <p:nvCxnSpPr>
          <p:cNvPr id="328" name="直線矢印コネクタ 327"/>
          <p:cNvCxnSpPr/>
          <p:nvPr/>
        </p:nvCxnSpPr>
        <p:spPr>
          <a:xfrm>
            <a:off x="7608888" y="3479800"/>
            <a:ext cx="228600" cy="1588"/>
          </a:xfrm>
          <a:prstGeom prst="straightConnector1">
            <a:avLst/>
          </a:prstGeom>
          <a:ln>
            <a:solidFill>
              <a:schemeClr val="tx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353" name="正方形/長方形 328"/>
          <p:cNvSpPr>
            <a:spLocks noChangeArrowheads="1"/>
          </p:cNvSpPr>
          <p:nvPr/>
        </p:nvSpPr>
        <p:spPr bwMode="auto">
          <a:xfrm>
            <a:off x="7519989" y="3405189"/>
            <a:ext cx="504825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ja-JP">
                <a:latin typeface="Times New Roman" charset="0"/>
              </a:rPr>
              <a:t>W</a:t>
            </a:r>
            <a:r>
              <a:rPr lang="en-US" altLang="ja-JP" sz="1200" baseline="-25000">
                <a:latin typeface="Times New Roman" charset="0"/>
              </a:rPr>
              <a:t>12</a:t>
            </a:r>
            <a:endParaRPr lang="ja-JP" altLang="en-US" sz="1200"/>
          </a:p>
        </p:txBody>
      </p:sp>
      <p:sp>
        <p:nvSpPr>
          <p:cNvPr id="54354" name="円/楕円 330"/>
          <p:cNvSpPr>
            <a:spLocks noChangeArrowheads="1"/>
          </p:cNvSpPr>
          <p:nvPr/>
        </p:nvSpPr>
        <p:spPr bwMode="auto">
          <a:xfrm>
            <a:off x="7620000" y="2994025"/>
            <a:ext cx="304800" cy="3810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endParaRPr lang="ja-JP" altLang="en-US"/>
          </a:p>
        </p:txBody>
      </p:sp>
      <p:sp>
        <p:nvSpPr>
          <p:cNvPr id="333" name="AutoShape 146"/>
          <p:cNvSpPr>
            <a:spLocks noChangeArrowheads="1"/>
          </p:cNvSpPr>
          <p:nvPr/>
        </p:nvSpPr>
        <p:spPr bwMode="auto">
          <a:xfrm>
            <a:off x="9448800" y="3013075"/>
            <a:ext cx="457200" cy="609600"/>
          </a:xfrm>
          <a:prstGeom prst="rightArrow">
            <a:avLst>
              <a:gd name="adj1" fmla="val 50000"/>
              <a:gd name="adj2" fmla="val 57148"/>
            </a:avLst>
          </a:prstGeom>
          <a:solidFill>
            <a:schemeClr val="bg1">
              <a:lumMod val="75000"/>
            </a:schemeClr>
          </a:solidFill>
          <a:ln>
            <a:headEnd/>
            <a:tailEnd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anchor="ctr"/>
          <a:lstStyle/>
          <a:p>
            <a:pPr>
              <a:defRPr/>
            </a:pPr>
            <a:endParaRPr lang="ja-JP" altLang="en-US"/>
          </a:p>
        </p:txBody>
      </p:sp>
      <p:sp>
        <p:nvSpPr>
          <p:cNvPr id="54356" name="円/楕円 334"/>
          <p:cNvSpPr>
            <a:spLocks noChangeArrowheads="1"/>
          </p:cNvSpPr>
          <p:nvPr/>
        </p:nvSpPr>
        <p:spPr bwMode="auto">
          <a:xfrm>
            <a:off x="8437563" y="2609850"/>
            <a:ext cx="304800" cy="37465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endParaRPr lang="ja-JP" altLang="en-US"/>
          </a:p>
        </p:txBody>
      </p:sp>
      <p:sp>
        <p:nvSpPr>
          <p:cNvPr id="336" name="正方形/長方形 335"/>
          <p:cNvSpPr/>
          <p:nvPr/>
        </p:nvSpPr>
        <p:spPr>
          <a:xfrm>
            <a:off x="5105400" y="2098676"/>
            <a:ext cx="1828800" cy="307975"/>
          </a:xfrm>
          <a:prstGeom prst="rect">
            <a:avLst/>
          </a:prstGeom>
          <a:ln w="12700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pPr>
              <a:defRPr/>
            </a:pPr>
            <a:r>
              <a:rPr lang="en-US" altLang="ja-JP" sz="1400" dirty="0" err="1">
                <a:latin typeface="Times New Roman" pitchFamily="18" charset="0"/>
                <a:cs typeface="Times New Roman" pitchFamily="18" charset="0"/>
              </a:rPr>
              <a:t>w</a:t>
            </a:r>
            <a:r>
              <a:rPr lang="en-US" altLang="ja-JP" sz="1200" baseline="-25000" dirty="0" err="1">
                <a:latin typeface="Times New Roman" pitchFamily="18" charset="0"/>
                <a:cs typeface="Times New Roman" pitchFamily="18" charset="0"/>
              </a:rPr>
              <a:t>i</a:t>
            </a:r>
            <a:r>
              <a:rPr lang="en-US" altLang="ja-JP" sz="1400" dirty="0">
                <a:latin typeface="Times New Roman" pitchFamily="18" charset="0"/>
                <a:cs typeface="Times New Roman" pitchFamily="18" charset="0"/>
              </a:rPr>
              <a:t>: </a:t>
            </a:r>
            <a:r>
              <a:rPr lang="ja-JP" altLang="en-US" sz="1200" dirty="0">
                <a:latin typeface="Times New Roman" pitchFamily="18" charset="0"/>
                <a:cs typeface="Times New Roman" pitchFamily="18" charset="0"/>
              </a:rPr>
              <a:t>文脈ベクトル</a:t>
            </a:r>
            <a:endParaRPr lang="en-US" altLang="ja-JP" sz="12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337" name="正方形/長方形 336"/>
          <p:cNvSpPr/>
          <p:nvPr/>
        </p:nvSpPr>
        <p:spPr>
          <a:xfrm>
            <a:off x="7543800" y="2098676"/>
            <a:ext cx="1828800" cy="307975"/>
          </a:xfrm>
          <a:prstGeom prst="rect">
            <a:avLst/>
          </a:prstGeom>
          <a:ln w="12700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pPr>
              <a:defRPr/>
            </a:pPr>
            <a:r>
              <a:rPr lang="en-US" altLang="ja-JP" sz="1400" dirty="0" err="1">
                <a:latin typeface="Times New Roman" pitchFamily="18" charset="0"/>
                <a:cs typeface="Times New Roman" pitchFamily="18" charset="0"/>
              </a:rPr>
              <a:t>W</a:t>
            </a:r>
            <a:r>
              <a:rPr lang="en-US" altLang="ja-JP" sz="1200" baseline="-25000" dirty="0" err="1">
                <a:latin typeface="Times New Roman" pitchFamily="18" charset="0"/>
                <a:cs typeface="Times New Roman" pitchFamily="18" charset="0"/>
              </a:rPr>
              <a:t>i</a:t>
            </a:r>
            <a:r>
              <a:rPr lang="en-US" altLang="ja-JP" sz="1400" dirty="0">
                <a:latin typeface="Times New Roman" pitchFamily="18" charset="0"/>
                <a:cs typeface="Times New Roman" pitchFamily="18" charset="0"/>
              </a:rPr>
              <a:t>: </a:t>
            </a:r>
            <a:r>
              <a:rPr lang="ja-JP" altLang="en-US" sz="1200" dirty="0">
                <a:latin typeface="Times New Roman" pitchFamily="18" charset="0"/>
                <a:cs typeface="Times New Roman" pitchFamily="18" charset="0"/>
              </a:rPr>
              <a:t>入力語ベクトル</a:t>
            </a:r>
            <a:endParaRPr lang="en-US" altLang="ja-JP" sz="12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54359" name="Rectangle 37"/>
          <p:cNvSpPr>
            <a:spLocks noChangeArrowheads="1"/>
          </p:cNvSpPr>
          <p:nvPr/>
        </p:nvSpPr>
        <p:spPr bwMode="auto">
          <a:xfrm>
            <a:off x="9983788" y="2460625"/>
            <a:ext cx="1828800" cy="1619250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wrap="none" anchorCtr="1"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endParaRPr lang="ja-JP" altLang="ja-JP" sz="1200">
              <a:latin typeface="ＭＳ Ｐゴシック" charset="-128"/>
            </a:endParaRPr>
          </a:p>
        </p:txBody>
      </p:sp>
      <p:cxnSp>
        <p:nvCxnSpPr>
          <p:cNvPr id="339" name="直線矢印コネクタ 338"/>
          <p:cNvCxnSpPr/>
          <p:nvPr/>
        </p:nvCxnSpPr>
        <p:spPr>
          <a:xfrm>
            <a:off x="10379075" y="2695575"/>
            <a:ext cx="228600" cy="1588"/>
          </a:xfrm>
          <a:prstGeom prst="straightConnector1">
            <a:avLst/>
          </a:prstGeom>
          <a:ln>
            <a:solidFill>
              <a:schemeClr val="tx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361" name="正方形/長方形 339"/>
          <p:cNvSpPr>
            <a:spLocks noChangeArrowheads="1"/>
          </p:cNvSpPr>
          <p:nvPr/>
        </p:nvSpPr>
        <p:spPr bwMode="auto">
          <a:xfrm>
            <a:off x="10288589" y="2620964"/>
            <a:ext cx="388937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ja-JP">
                <a:latin typeface="Times New Roman" charset="0"/>
              </a:rPr>
              <a:t>C</a:t>
            </a:r>
            <a:r>
              <a:rPr lang="en-US" altLang="ja-JP" sz="1200" baseline="-25000">
                <a:latin typeface="Times New Roman" charset="0"/>
              </a:rPr>
              <a:t>1</a:t>
            </a:r>
            <a:endParaRPr lang="ja-JP" altLang="en-US" sz="1200"/>
          </a:p>
        </p:txBody>
      </p:sp>
      <p:cxnSp>
        <p:nvCxnSpPr>
          <p:cNvPr id="341" name="直線矢印コネクタ 340"/>
          <p:cNvCxnSpPr/>
          <p:nvPr/>
        </p:nvCxnSpPr>
        <p:spPr>
          <a:xfrm>
            <a:off x="10633075" y="2692400"/>
            <a:ext cx="228600" cy="1588"/>
          </a:xfrm>
          <a:prstGeom prst="straightConnector1">
            <a:avLst/>
          </a:prstGeom>
          <a:ln>
            <a:solidFill>
              <a:schemeClr val="tx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363" name="正方形/長方形 341"/>
          <p:cNvSpPr>
            <a:spLocks noChangeArrowheads="1"/>
          </p:cNvSpPr>
          <p:nvPr/>
        </p:nvSpPr>
        <p:spPr bwMode="auto">
          <a:xfrm>
            <a:off x="10542589" y="2617789"/>
            <a:ext cx="390525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ja-JP">
                <a:latin typeface="Times New Roman" charset="0"/>
              </a:rPr>
              <a:t>C</a:t>
            </a:r>
            <a:r>
              <a:rPr lang="en-US" altLang="ja-JP" sz="1200" baseline="-25000">
                <a:latin typeface="Times New Roman" charset="0"/>
              </a:rPr>
              <a:t>2</a:t>
            </a:r>
            <a:endParaRPr lang="ja-JP" altLang="en-US" sz="1200"/>
          </a:p>
        </p:txBody>
      </p:sp>
      <p:cxnSp>
        <p:nvCxnSpPr>
          <p:cNvPr id="343" name="直線矢印コネクタ 342"/>
          <p:cNvCxnSpPr/>
          <p:nvPr/>
        </p:nvCxnSpPr>
        <p:spPr>
          <a:xfrm>
            <a:off x="12403138" y="2690814"/>
            <a:ext cx="228600" cy="1587"/>
          </a:xfrm>
          <a:prstGeom prst="straightConnector1">
            <a:avLst/>
          </a:prstGeom>
          <a:ln>
            <a:solidFill>
              <a:schemeClr val="tx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365" name="正方形/長方形 343"/>
          <p:cNvSpPr>
            <a:spLocks noChangeArrowheads="1"/>
          </p:cNvSpPr>
          <p:nvPr/>
        </p:nvSpPr>
        <p:spPr bwMode="auto">
          <a:xfrm>
            <a:off x="12312650" y="2616200"/>
            <a:ext cx="388938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ja-JP">
                <a:latin typeface="Times New Roman" charset="0"/>
              </a:rPr>
              <a:t>C</a:t>
            </a:r>
            <a:r>
              <a:rPr lang="en-US" altLang="ja-JP" sz="1200" baseline="-25000">
                <a:latin typeface="Times New Roman" charset="0"/>
              </a:rPr>
              <a:t>3</a:t>
            </a:r>
            <a:endParaRPr lang="ja-JP" altLang="en-US" sz="1200"/>
          </a:p>
        </p:txBody>
      </p:sp>
      <p:cxnSp>
        <p:nvCxnSpPr>
          <p:cNvPr id="345" name="直線矢印コネクタ 344"/>
          <p:cNvCxnSpPr/>
          <p:nvPr/>
        </p:nvCxnSpPr>
        <p:spPr>
          <a:xfrm>
            <a:off x="12657138" y="2687639"/>
            <a:ext cx="228600" cy="1587"/>
          </a:xfrm>
          <a:prstGeom prst="straightConnector1">
            <a:avLst/>
          </a:prstGeom>
          <a:ln>
            <a:solidFill>
              <a:schemeClr val="tx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367" name="正方形/長方形 345"/>
          <p:cNvSpPr>
            <a:spLocks noChangeArrowheads="1"/>
          </p:cNvSpPr>
          <p:nvPr/>
        </p:nvSpPr>
        <p:spPr bwMode="auto">
          <a:xfrm>
            <a:off x="12566650" y="2613025"/>
            <a:ext cx="390525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ja-JP">
                <a:latin typeface="Times New Roman" charset="0"/>
              </a:rPr>
              <a:t>C</a:t>
            </a:r>
            <a:r>
              <a:rPr lang="en-US" altLang="ja-JP" sz="1200" baseline="-25000">
                <a:latin typeface="Times New Roman" charset="0"/>
              </a:rPr>
              <a:t>4</a:t>
            </a:r>
            <a:endParaRPr lang="ja-JP" altLang="en-US" sz="1200"/>
          </a:p>
        </p:txBody>
      </p:sp>
      <p:cxnSp>
        <p:nvCxnSpPr>
          <p:cNvPr id="347" name="直線矢印コネクタ 346"/>
          <p:cNvCxnSpPr/>
          <p:nvPr/>
        </p:nvCxnSpPr>
        <p:spPr>
          <a:xfrm>
            <a:off x="10379075" y="3462339"/>
            <a:ext cx="228600" cy="1587"/>
          </a:xfrm>
          <a:prstGeom prst="straightConnector1">
            <a:avLst/>
          </a:prstGeom>
          <a:ln>
            <a:solidFill>
              <a:schemeClr val="tx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369" name="正方形/長方形 347"/>
          <p:cNvSpPr>
            <a:spLocks noChangeArrowheads="1"/>
          </p:cNvSpPr>
          <p:nvPr/>
        </p:nvSpPr>
        <p:spPr bwMode="auto">
          <a:xfrm>
            <a:off x="10288589" y="3387725"/>
            <a:ext cx="441325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ja-JP">
                <a:latin typeface="Times New Roman" charset="0"/>
              </a:rPr>
              <a:t>C</a:t>
            </a:r>
            <a:r>
              <a:rPr lang="en-US" altLang="ja-JP" sz="1200" baseline="-25000">
                <a:latin typeface="Times New Roman" charset="0"/>
              </a:rPr>
              <a:t>13</a:t>
            </a:r>
            <a:endParaRPr lang="ja-JP" altLang="en-US" sz="1200"/>
          </a:p>
        </p:txBody>
      </p:sp>
      <p:cxnSp>
        <p:nvCxnSpPr>
          <p:cNvPr id="349" name="直線矢印コネクタ 348"/>
          <p:cNvCxnSpPr/>
          <p:nvPr/>
        </p:nvCxnSpPr>
        <p:spPr>
          <a:xfrm>
            <a:off x="10633075" y="3459164"/>
            <a:ext cx="228600" cy="1587"/>
          </a:xfrm>
          <a:prstGeom prst="straightConnector1">
            <a:avLst/>
          </a:prstGeom>
          <a:ln>
            <a:solidFill>
              <a:schemeClr val="tx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371" name="正方形/長方形 349"/>
          <p:cNvSpPr>
            <a:spLocks noChangeArrowheads="1"/>
          </p:cNvSpPr>
          <p:nvPr/>
        </p:nvSpPr>
        <p:spPr bwMode="auto">
          <a:xfrm>
            <a:off x="10542589" y="3384550"/>
            <a:ext cx="441325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ja-JP">
                <a:latin typeface="Times New Roman" charset="0"/>
              </a:rPr>
              <a:t>C</a:t>
            </a:r>
            <a:r>
              <a:rPr lang="en-US" altLang="ja-JP" sz="1200" baseline="-25000">
                <a:latin typeface="Times New Roman" charset="0"/>
              </a:rPr>
              <a:t>14</a:t>
            </a:r>
            <a:endParaRPr lang="ja-JP" altLang="en-US" sz="1200"/>
          </a:p>
        </p:txBody>
      </p:sp>
      <p:cxnSp>
        <p:nvCxnSpPr>
          <p:cNvPr id="351" name="直線矢印コネクタ 350"/>
          <p:cNvCxnSpPr/>
          <p:nvPr/>
        </p:nvCxnSpPr>
        <p:spPr>
          <a:xfrm>
            <a:off x="12403138" y="3457575"/>
            <a:ext cx="228600" cy="1588"/>
          </a:xfrm>
          <a:prstGeom prst="straightConnector1">
            <a:avLst/>
          </a:prstGeom>
          <a:ln>
            <a:solidFill>
              <a:schemeClr val="tx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373" name="正方形/長方形 351"/>
          <p:cNvSpPr>
            <a:spLocks noChangeArrowheads="1"/>
          </p:cNvSpPr>
          <p:nvPr/>
        </p:nvSpPr>
        <p:spPr bwMode="auto">
          <a:xfrm>
            <a:off x="12312650" y="3382964"/>
            <a:ext cx="441325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ja-JP">
                <a:latin typeface="Times New Roman" charset="0"/>
              </a:rPr>
              <a:t>C</a:t>
            </a:r>
            <a:r>
              <a:rPr lang="en-US" altLang="ja-JP" sz="1200" baseline="-25000">
                <a:latin typeface="Times New Roman" charset="0"/>
              </a:rPr>
              <a:t>15</a:t>
            </a:r>
            <a:endParaRPr lang="ja-JP" altLang="en-US" sz="1200"/>
          </a:p>
        </p:txBody>
      </p:sp>
      <p:cxnSp>
        <p:nvCxnSpPr>
          <p:cNvPr id="353" name="直線矢印コネクタ 352"/>
          <p:cNvCxnSpPr/>
          <p:nvPr/>
        </p:nvCxnSpPr>
        <p:spPr>
          <a:xfrm>
            <a:off x="12657138" y="3454400"/>
            <a:ext cx="228600" cy="1588"/>
          </a:xfrm>
          <a:prstGeom prst="straightConnector1">
            <a:avLst/>
          </a:prstGeom>
          <a:ln>
            <a:solidFill>
              <a:schemeClr val="tx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375" name="正方形/長方形 353"/>
          <p:cNvSpPr>
            <a:spLocks noChangeArrowheads="1"/>
          </p:cNvSpPr>
          <p:nvPr/>
        </p:nvSpPr>
        <p:spPr bwMode="auto">
          <a:xfrm>
            <a:off x="12566650" y="3379789"/>
            <a:ext cx="441325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ja-JP">
                <a:latin typeface="Times New Roman" charset="0"/>
              </a:rPr>
              <a:t>C</a:t>
            </a:r>
            <a:r>
              <a:rPr lang="en-US" altLang="ja-JP" sz="1200" baseline="-25000">
                <a:latin typeface="Times New Roman" charset="0"/>
              </a:rPr>
              <a:t>16</a:t>
            </a:r>
            <a:endParaRPr lang="ja-JP" altLang="en-US" sz="1200"/>
          </a:p>
        </p:txBody>
      </p:sp>
      <p:sp>
        <p:nvSpPr>
          <p:cNvPr id="54376" name="正方形/長方形 354"/>
          <p:cNvSpPr>
            <a:spLocks noChangeArrowheads="1"/>
          </p:cNvSpPr>
          <p:nvPr/>
        </p:nvSpPr>
        <p:spPr bwMode="auto">
          <a:xfrm>
            <a:off x="12920663" y="3375025"/>
            <a:ext cx="415925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en-US" altLang="ja-JP">
                <a:latin typeface="Times New Roman" charset="0"/>
              </a:rPr>
              <a:t>…</a:t>
            </a:r>
            <a:endParaRPr lang="en-US" altLang="ja-JP" sz="900">
              <a:latin typeface="Times New Roman" charset="0"/>
            </a:endParaRPr>
          </a:p>
        </p:txBody>
      </p:sp>
      <p:cxnSp>
        <p:nvCxnSpPr>
          <p:cNvPr id="357" name="直線矢印コネクタ 356"/>
          <p:cNvCxnSpPr/>
          <p:nvPr/>
        </p:nvCxnSpPr>
        <p:spPr>
          <a:xfrm>
            <a:off x="12912725" y="2693989"/>
            <a:ext cx="228600" cy="1587"/>
          </a:xfrm>
          <a:prstGeom prst="straightConnector1">
            <a:avLst/>
          </a:prstGeom>
          <a:ln>
            <a:solidFill>
              <a:schemeClr val="tx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378" name="正方形/長方形 357"/>
          <p:cNvSpPr>
            <a:spLocks noChangeArrowheads="1"/>
          </p:cNvSpPr>
          <p:nvPr/>
        </p:nvSpPr>
        <p:spPr bwMode="auto">
          <a:xfrm>
            <a:off x="12822238" y="2619375"/>
            <a:ext cx="390525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ja-JP">
                <a:latin typeface="Times New Roman" charset="0"/>
              </a:rPr>
              <a:t>C</a:t>
            </a:r>
            <a:r>
              <a:rPr lang="en-US" altLang="ja-JP" sz="1200" baseline="-25000">
                <a:latin typeface="Times New Roman" charset="0"/>
              </a:rPr>
              <a:t>5</a:t>
            </a:r>
            <a:endParaRPr lang="ja-JP" altLang="en-US" sz="1200"/>
          </a:p>
        </p:txBody>
      </p:sp>
      <p:cxnSp>
        <p:nvCxnSpPr>
          <p:cNvPr id="359" name="直線矢印コネクタ 358"/>
          <p:cNvCxnSpPr/>
          <p:nvPr/>
        </p:nvCxnSpPr>
        <p:spPr>
          <a:xfrm>
            <a:off x="10072688" y="3084514"/>
            <a:ext cx="228600" cy="1587"/>
          </a:xfrm>
          <a:prstGeom prst="straightConnector1">
            <a:avLst/>
          </a:prstGeom>
          <a:ln>
            <a:solidFill>
              <a:schemeClr val="tx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380" name="正方形/長方形 359"/>
          <p:cNvSpPr>
            <a:spLocks noChangeArrowheads="1"/>
          </p:cNvSpPr>
          <p:nvPr/>
        </p:nvSpPr>
        <p:spPr bwMode="auto">
          <a:xfrm>
            <a:off x="9982201" y="3009900"/>
            <a:ext cx="390525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ja-JP">
                <a:latin typeface="Times New Roman" charset="0"/>
              </a:rPr>
              <a:t>C</a:t>
            </a:r>
            <a:r>
              <a:rPr lang="en-US" altLang="ja-JP" sz="1200" baseline="-25000">
                <a:latin typeface="Times New Roman" charset="0"/>
              </a:rPr>
              <a:t>6</a:t>
            </a:r>
            <a:endParaRPr lang="ja-JP" altLang="en-US" sz="1200"/>
          </a:p>
        </p:txBody>
      </p:sp>
      <p:cxnSp>
        <p:nvCxnSpPr>
          <p:cNvPr id="361" name="直線矢印コネクタ 360"/>
          <p:cNvCxnSpPr/>
          <p:nvPr/>
        </p:nvCxnSpPr>
        <p:spPr>
          <a:xfrm>
            <a:off x="10326688" y="3081339"/>
            <a:ext cx="228600" cy="1587"/>
          </a:xfrm>
          <a:prstGeom prst="straightConnector1">
            <a:avLst/>
          </a:prstGeom>
          <a:ln>
            <a:solidFill>
              <a:schemeClr val="tx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382" name="正方形/長方形 361"/>
          <p:cNvSpPr>
            <a:spLocks noChangeArrowheads="1"/>
          </p:cNvSpPr>
          <p:nvPr/>
        </p:nvSpPr>
        <p:spPr bwMode="auto">
          <a:xfrm>
            <a:off x="10236201" y="3008313"/>
            <a:ext cx="390525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ja-JP">
                <a:latin typeface="Times New Roman" charset="0"/>
              </a:rPr>
              <a:t>C</a:t>
            </a:r>
            <a:r>
              <a:rPr lang="en-US" altLang="ja-JP" sz="1200" baseline="-25000">
                <a:latin typeface="Times New Roman" charset="0"/>
              </a:rPr>
              <a:t>7</a:t>
            </a:r>
            <a:endParaRPr lang="ja-JP" altLang="en-US" sz="1200"/>
          </a:p>
        </p:txBody>
      </p:sp>
      <p:cxnSp>
        <p:nvCxnSpPr>
          <p:cNvPr id="363" name="直線矢印コネクタ 362"/>
          <p:cNvCxnSpPr/>
          <p:nvPr/>
        </p:nvCxnSpPr>
        <p:spPr>
          <a:xfrm>
            <a:off x="10572750" y="3079750"/>
            <a:ext cx="228600" cy="1588"/>
          </a:xfrm>
          <a:prstGeom prst="straightConnector1">
            <a:avLst/>
          </a:prstGeom>
          <a:ln>
            <a:solidFill>
              <a:schemeClr val="tx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384" name="正方形/長方形 363"/>
          <p:cNvSpPr>
            <a:spLocks noChangeArrowheads="1"/>
          </p:cNvSpPr>
          <p:nvPr/>
        </p:nvSpPr>
        <p:spPr bwMode="auto">
          <a:xfrm>
            <a:off x="10482264" y="3006725"/>
            <a:ext cx="388937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ja-JP">
                <a:latin typeface="Times New Roman" charset="0"/>
              </a:rPr>
              <a:t>C</a:t>
            </a:r>
            <a:r>
              <a:rPr lang="en-US" altLang="ja-JP" sz="1200" baseline="-25000">
                <a:latin typeface="Times New Roman" charset="0"/>
              </a:rPr>
              <a:t>8</a:t>
            </a:r>
            <a:endParaRPr lang="ja-JP" altLang="en-US" sz="1200"/>
          </a:p>
        </p:txBody>
      </p:sp>
      <p:cxnSp>
        <p:nvCxnSpPr>
          <p:cNvPr id="365" name="直線矢印コネクタ 364"/>
          <p:cNvCxnSpPr/>
          <p:nvPr/>
        </p:nvCxnSpPr>
        <p:spPr>
          <a:xfrm>
            <a:off x="12350750" y="3078164"/>
            <a:ext cx="228600" cy="1587"/>
          </a:xfrm>
          <a:prstGeom prst="straightConnector1">
            <a:avLst/>
          </a:prstGeom>
          <a:ln>
            <a:solidFill>
              <a:schemeClr val="tx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386" name="正方形/長方形 365"/>
          <p:cNvSpPr>
            <a:spLocks noChangeArrowheads="1"/>
          </p:cNvSpPr>
          <p:nvPr/>
        </p:nvSpPr>
        <p:spPr bwMode="auto">
          <a:xfrm>
            <a:off x="12260263" y="3003550"/>
            <a:ext cx="390525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ja-JP">
                <a:latin typeface="Times New Roman" charset="0"/>
              </a:rPr>
              <a:t>C</a:t>
            </a:r>
            <a:r>
              <a:rPr lang="en-US" altLang="ja-JP" sz="1200" baseline="-25000">
                <a:latin typeface="Times New Roman" charset="0"/>
              </a:rPr>
              <a:t>9</a:t>
            </a:r>
            <a:endParaRPr lang="ja-JP" altLang="en-US" sz="1200"/>
          </a:p>
        </p:txBody>
      </p:sp>
      <p:cxnSp>
        <p:nvCxnSpPr>
          <p:cNvPr id="367" name="直線矢印コネクタ 366"/>
          <p:cNvCxnSpPr/>
          <p:nvPr/>
        </p:nvCxnSpPr>
        <p:spPr>
          <a:xfrm>
            <a:off x="12609513" y="3073400"/>
            <a:ext cx="228600" cy="1588"/>
          </a:xfrm>
          <a:prstGeom prst="straightConnector1">
            <a:avLst/>
          </a:prstGeom>
          <a:ln>
            <a:solidFill>
              <a:schemeClr val="tx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388" name="正方形/長方形 367"/>
          <p:cNvSpPr>
            <a:spLocks noChangeArrowheads="1"/>
          </p:cNvSpPr>
          <p:nvPr/>
        </p:nvSpPr>
        <p:spPr bwMode="auto">
          <a:xfrm>
            <a:off x="12519025" y="3000375"/>
            <a:ext cx="441325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ja-JP">
                <a:latin typeface="Times New Roman" charset="0"/>
              </a:rPr>
              <a:t>C</a:t>
            </a:r>
            <a:r>
              <a:rPr lang="en-US" altLang="ja-JP" sz="1200" baseline="-25000">
                <a:latin typeface="Times New Roman" charset="0"/>
              </a:rPr>
              <a:t>10</a:t>
            </a:r>
            <a:endParaRPr lang="ja-JP" altLang="en-US" sz="1200"/>
          </a:p>
        </p:txBody>
      </p:sp>
      <p:cxnSp>
        <p:nvCxnSpPr>
          <p:cNvPr id="369" name="直線矢印コネクタ 368"/>
          <p:cNvCxnSpPr/>
          <p:nvPr/>
        </p:nvCxnSpPr>
        <p:spPr>
          <a:xfrm>
            <a:off x="12890500" y="3076575"/>
            <a:ext cx="228600" cy="1588"/>
          </a:xfrm>
          <a:prstGeom prst="straightConnector1">
            <a:avLst/>
          </a:prstGeom>
          <a:ln>
            <a:solidFill>
              <a:schemeClr val="tx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390" name="正方形/長方形 369"/>
          <p:cNvSpPr>
            <a:spLocks noChangeArrowheads="1"/>
          </p:cNvSpPr>
          <p:nvPr/>
        </p:nvSpPr>
        <p:spPr bwMode="auto">
          <a:xfrm>
            <a:off x="12800013" y="3001963"/>
            <a:ext cx="438150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ja-JP">
                <a:latin typeface="Times New Roman" charset="0"/>
              </a:rPr>
              <a:t>C</a:t>
            </a:r>
            <a:r>
              <a:rPr lang="en-US" altLang="ja-JP" sz="1200" baseline="-25000">
                <a:latin typeface="Times New Roman" charset="0"/>
              </a:rPr>
              <a:t>11</a:t>
            </a:r>
            <a:endParaRPr lang="ja-JP" altLang="en-US" sz="1200"/>
          </a:p>
        </p:txBody>
      </p:sp>
      <p:cxnSp>
        <p:nvCxnSpPr>
          <p:cNvPr id="371" name="直線矢印コネクタ 370"/>
          <p:cNvCxnSpPr/>
          <p:nvPr/>
        </p:nvCxnSpPr>
        <p:spPr>
          <a:xfrm>
            <a:off x="10115550" y="3462339"/>
            <a:ext cx="228600" cy="1587"/>
          </a:xfrm>
          <a:prstGeom prst="straightConnector1">
            <a:avLst/>
          </a:prstGeom>
          <a:ln>
            <a:solidFill>
              <a:schemeClr val="tx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392" name="正方形/長方形 371"/>
          <p:cNvSpPr>
            <a:spLocks noChangeArrowheads="1"/>
          </p:cNvSpPr>
          <p:nvPr/>
        </p:nvSpPr>
        <p:spPr bwMode="auto">
          <a:xfrm>
            <a:off x="10025064" y="3387725"/>
            <a:ext cx="441325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ja-JP">
                <a:latin typeface="Times New Roman" charset="0"/>
              </a:rPr>
              <a:t>C</a:t>
            </a:r>
            <a:r>
              <a:rPr lang="en-US" altLang="ja-JP" sz="1200" baseline="-25000">
                <a:latin typeface="Times New Roman" charset="0"/>
              </a:rPr>
              <a:t>12</a:t>
            </a:r>
            <a:endParaRPr lang="ja-JP" altLang="en-US"/>
          </a:p>
        </p:txBody>
      </p:sp>
      <p:sp>
        <p:nvSpPr>
          <p:cNvPr id="374" name="AutoShape 146"/>
          <p:cNvSpPr>
            <a:spLocks noChangeArrowheads="1"/>
          </p:cNvSpPr>
          <p:nvPr/>
        </p:nvSpPr>
        <p:spPr bwMode="auto">
          <a:xfrm>
            <a:off x="13411200" y="2994025"/>
            <a:ext cx="457200" cy="609600"/>
          </a:xfrm>
          <a:prstGeom prst="rightArrow">
            <a:avLst>
              <a:gd name="adj1" fmla="val 50000"/>
              <a:gd name="adj2" fmla="val 57148"/>
            </a:avLst>
          </a:prstGeom>
          <a:solidFill>
            <a:schemeClr val="bg1">
              <a:lumMod val="75000"/>
            </a:schemeClr>
          </a:solidFill>
          <a:ln>
            <a:headEnd/>
            <a:tailEnd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anchor="ctr"/>
          <a:lstStyle/>
          <a:p>
            <a:pPr>
              <a:defRPr/>
            </a:pPr>
            <a:endParaRPr lang="ja-JP" altLang="en-US"/>
          </a:p>
        </p:txBody>
      </p:sp>
      <p:sp>
        <p:nvSpPr>
          <p:cNvPr id="376" name="正方形/長方形 375"/>
          <p:cNvSpPr/>
          <p:nvPr/>
        </p:nvSpPr>
        <p:spPr>
          <a:xfrm>
            <a:off x="9982200" y="2079626"/>
            <a:ext cx="1830388" cy="307975"/>
          </a:xfrm>
          <a:prstGeom prst="rect">
            <a:avLst/>
          </a:prstGeom>
          <a:ln w="12700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pPr>
              <a:defRPr/>
            </a:pPr>
            <a:r>
              <a:rPr lang="en-US" altLang="ja-JP" sz="1400" dirty="0" err="1">
                <a:latin typeface="Times New Roman" pitchFamily="18" charset="0"/>
                <a:cs typeface="Times New Roman" pitchFamily="18" charset="0"/>
              </a:rPr>
              <a:t>C</a:t>
            </a:r>
            <a:r>
              <a:rPr lang="en-US" altLang="ja-JP" sz="1200" baseline="-25000" dirty="0" err="1">
                <a:latin typeface="Times New Roman" pitchFamily="18" charset="0"/>
                <a:cs typeface="Times New Roman" pitchFamily="18" charset="0"/>
              </a:rPr>
              <a:t>i</a:t>
            </a:r>
            <a:r>
              <a:rPr lang="en-US" altLang="ja-JP" sz="1400" dirty="0">
                <a:latin typeface="Times New Roman" pitchFamily="18" charset="0"/>
                <a:cs typeface="Times New Roman" pitchFamily="18" charset="0"/>
              </a:rPr>
              <a:t>: </a:t>
            </a:r>
            <a:r>
              <a:rPr lang="ja-JP" altLang="en-US" sz="1200" dirty="0">
                <a:latin typeface="Times New Roman" pitchFamily="18" charset="0"/>
                <a:cs typeface="Times New Roman" pitchFamily="18" charset="0"/>
              </a:rPr>
              <a:t>概念ベクトル</a:t>
            </a:r>
            <a:endParaRPr lang="en-US" altLang="ja-JP" sz="12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54395" name="テキスト ボックス 376"/>
          <p:cNvSpPr txBox="1">
            <a:spLocks noChangeArrowheads="1"/>
          </p:cNvSpPr>
          <p:nvPr/>
        </p:nvSpPr>
        <p:spPr bwMode="auto">
          <a:xfrm>
            <a:off x="8593138" y="1524000"/>
            <a:ext cx="2151062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en-US" altLang="ja-JP" sz="1600" b="1"/>
              <a:t>4. </a:t>
            </a:r>
            <a:r>
              <a:rPr lang="ja-JP" altLang="en-US" sz="1600" b="1"/>
              <a:t>概念ベクトルの構築</a:t>
            </a:r>
            <a:endParaRPr lang="en-US" altLang="ja-JP" sz="1600" b="1"/>
          </a:p>
        </p:txBody>
      </p:sp>
      <p:sp>
        <p:nvSpPr>
          <p:cNvPr id="54396" name="円/楕円 377"/>
          <p:cNvSpPr>
            <a:spLocks noChangeArrowheads="1"/>
          </p:cNvSpPr>
          <p:nvPr/>
        </p:nvSpPr>
        <p:spPr bwMode="auto">
          <a:xfrm>
            <a:off x="5915025" y="2994025"/>
            <a:ext cx="304800" cy="3810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endParaRPr lang="ja-JP" altLang="en-US"/>
          </a:p>
        </p:txBody>
      </p:sp>
      <p:sp>
        <p:nvSpPr>
          <p:cNvPr id="54397" name="円/楕円 378"/>
          <p:cNvSpPr>
            <a:spLocks noChangeArrowheads="1"/>
          </p:cNvSpPr>
          <p:nvPr/>
        </p:nvSpPr>
        <p:spPr bwMode="auto">
          <a:xfrm>
            <a:off x="5219700" y="3413125"/>
            <a:ext cx="304800" cy="3810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endParaRPr lang="ja-JP" altLang="en-US"/>
          </a:p>
        </p:txBody>
      </p:sp>
      <p:sp>
        <p:nvSpPr>
          <p:cNvPr id="54398" name="Rectangle 37"/>
          <p:cNvSpPr>
            <a:spLocks noChangeArrowheads="1"/>
          </p:cNvSpPr>
          <p:nvPr/>
        </p:nvSpPr>
        <p:spPr bwMode="auto">
          <a:xfrm>
            <a:off x="13944600" y="2460625"/>
            <a:ext cx="1828800" cy="1619250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wrap="none" anchorCtr="1"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endParaRPr lang="ja-JP" altLang="ja-JP" sz="1200">
              <a:latin typeface="ＭＳ Ｐゴシック" charset="-128"/>
            </a:endParaRPr>
          </a:p>
        </p:txBody>
      </p:sp>
      <p:sp>
        <p:nvSpPr>
          <p:cNvPr id="54399" name="正方形/長方形 381"/>
          <p:cNvSpPr>
            <a:spLocks noChangeArrowheads="1"/>
          </p:cNvSpPr>
          <p:nvPr/>
        </p:nvSpPr>
        <p:spPr bwMode="auto">
          <a:xfrm>
            <a:off x="14400213" y="2555875"/>
            <a:ext cx="390525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ja-JP">
                <a:latin typeface="Times New Roman" charset="0"/>
              </a:rPr>
              <a:t>C</a:t>
            </a:r>
            <a:r>
              <a:rPr lang="en-US" altLang="ja-JP" sz="1200" baseline="-25000">
                <a:latin typeface="Times New Roman" charset="0"/>
              </a:rPr>
              <a:t>1</a:t>
            </a:r>
            <a:endParaRPr lang="ja-JP" altLang="en-US" sz="1200"/>
          </a:p>
        </p:txBody>
      </p:sp>
      <p:sp>
        <p:nvSpPr>
          <p:cNvPr id="54400" name="正方形/長方形 396"/>
          <p:cNvSpPr>
            <a:spLocks noChangeArrowheads="1"/>
          </p:cNvSpPr>
          <p:nvPr/>
        </p:nvSpPr>
        <p:spPr bwMode="auto">
          <a:xfrm>
            <a:off x="14611350" y="3470275"/>
            <a:ext cx="703263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en-US" altLang="ja-JP">
                <a:latin typeface="Times New Roman" charset="0"/>
              </a:rPr>
              <a:t>…</a:t>
            </a:r>
            <a:r>
              <a:rPr lang="en-US" altLang="ja-JP">
                <a:solidFill>
                  <a:srgbClr val="000000"/>
                </a:solidFill>
                <a:latin typeface="Times New Roman" charset="0"/>
              </a:rPr>
              <a:t> …</a:t>
            </a:r>
            <a:endParaRPr lang="en-US" altLang="ja-JP" sz="900">
              <a:latin typeface="Times New Roman" charset="0"/>
            </a:endParaRPr>
          </a:p>
        </p:txBody>
      </p:sp>
      <p:sp>
        <p:nvSpPr>
          <p:cNvPr id="414" name="正方形/長方形 413"/>
          <p:cNvSpPr/>
          <p:nvPr/>
        </p:nvSpPr>
        <p:spPr>
          <a:xfrm>
            <a:off x="13944600" y="2079626"/>
            <a:ext cx="1828800" cy="307975"/>
          </a:xfrm>
          <a:prstGeom prst="rect">
            <a:avLst/>
          </a:prstGeom>
          <a:ln w="12700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pPr>
              <a:defRPr/>
            </a:pPr>
            <a:r>
              <a:rPr lang="en-US" altLang="ja-JP" sz="1400" dirty="0" err="1">
                <a:latin typeface="Times New Roman" pitchFamily="18" charset="0"/>
                <a:cs typeface="Times New Roman" pitchFamily="18" charset="0"/>
              </a:rPr>
              <a:t>C</a:t>
            </a:r>
            <a:r>
              <a:rPr lang="en-US" altLang="ja-JP" sz="1400" baseline="-25000" dirty="0" err="1">
                <a:latin typeface="Times New Roman" pitchFamily="18" charset="0"/>
                <a:cs typeface="Times New Roman" pitchFamily="18" charset="0"/>
              </a:rPr>
              <a:t>i</a:t>
            </a:r>
            <a:r>
              <a:rPr lang="en-US" altLang="ja-JP" sz="1400" dirty="0">
                <a:latin typeface="Times New Roman" pitchFamily="18" charset="0"/>
                <a:cs typeface="Times New Roman" pitchFamily="18" charset="0"/>
              </a:rPr>
              <a:t>: </a:t>
            </a:r>
            <a:r>
              <a:rPr lang="ja-JP" altLang="en-US" sz="1400" dirty="0">
                <a:latin typeface="Times New Roman" pitchFamily="18" charset="0"/>
                <a:cs typeface="Times New Roman" pitchFamily="18" charset="0"/>
              </a:rPr>
              <a:t>入力</a:t>
            </a:r>
            <a:r>
              <a:rPr lang="ja-JP" altLang="en-US" sz="1200" dirty="0">
                <a:latin typeface="Times New Roman" pitchFamily="18" charset="0"/>
                <a:cs typeface="Times New Roman" pitchFamily="18" charset="0"/>
              </a:rPr>
              <a:t>概念</a:t>
            </a:r>
            <a:endParaRPr lang="en-US" altLang="ja-JP" sz="12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54402" name="テキスト ボックス 414"/>
          <p:cNvSpPr txBox="1">
            <a:spLocks noChangeArrowheads="1"/>
          </p:cNvSpPr>
          <p:nvPr/>
        </p:nvSpPr>
        <p:spPr bwMode="auto">
          <a:xfrm>
            <a:off x="12420600" y="1524000"/>
            <a:ext cx="2481263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en-US" altLang="ja-JP" sz="1600" b="1"/>
              <a:t>5. </a:t>
            </a:r>
            <a:r>
              <a:rPr lang="ja-JP" altLang="en-US" sz="1600" b="1"/>
              <a:t>文脈類似概念対の抽出</a:t>
            </a:r>
            <a:endParaRPr lang="en-US" altLang="ja-JP" sz="1600" b="1"/>
          </a:p>
        </p:txBody>
      </p:sp>
      <p:sp>
        <p:nvSpPr>
          <p:cNvPr id="54403" name="正方形/長方形 415"/>
          <p:cNvSpPr>
            <a:spLocks noChangeArrowheads="1"/>
          </p:cNvSpPr>
          <p:nvPr/>
        </p:nvSpPr>
        <p:spPr bwMode="auto">
          <a:xfrm>
            <a:off x="15001875" y="2555875"/>
            <a:ext cx="388938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ja-JP">
                <a:latin typeface="Times New Roman" charset="0"/>
              </a:rPr>
              <a:t>C</a:t>
            </a:r>
            <a:r>
              <a:rPr lang="en-US" altLang="ja-JP" sz="1200" baseline="-25000">
                <a:latin typeface="Times New Roman" charset="0"/>
              </a:rPr>
              <a:t>5</a:t>
            </a:r>
            <a:endParaRPr lang="ja-JP" altLang="en-US" sz="1200"/>
          </a:p>
        </p:txBody>
      </p:sp>
      <p:cxnSp>
        <p:nvCxnSpPr>
          <p:cNvPr id="420" name="直線コネクタ 419"/>
          <p:cNvCxnSpPr>
            <a:stCxn id="54399" idx="3"/>
            <a:endCxn id="54403" idx="1"/>
          </p:cNvCxnSpPr>
          <p:nvPr/>
        </p:nvCxnSpPr>
        <p:spPr>
          <a:xfrm>
            <a:off x="14790738" y="2740025"/>
            <a:ext cx="211137" cy="1588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405" name="正方形/長方形 420"/>
          <p:cNvSpPr>
            <a:spLocks noChangeArrowheads="1"/>
          </p:cNvSpPr>
          <p:nvPr/>
        </p:nvSpPr>
        <p:spPr bwMode="auto">
          <a:xfrm>
            <a:off x="14404975" y="2784475"/>
            <a:ext cx="390525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ja-JP">
                <a:latin typeface="Times New Roman" charset="0"/>
              </a:rPr>
              <a:t>C</a:t>
            </a:r>
            <a:r>
              <a:rPr lang="en-US" altLang="ja-JP" sz="1200" baseline="-25000">
                <a:latin typeface="Times New Roman" charset="0"/>
              </a:rPr>
              <a:t>1</a:t>
            </a:r>
            <a:endParaRPr lang="ja-JP" altLang="en-US" sz="1200"/>
          </a:p>
        </p:txBody>
      </p:sp>
      <p:sp>
        <p:nvSpPr>
          <p:cNvPr id="54406" name="正方形/長方形 421"/>
          <p:cNvSpPr>
            <a:spLocks noChangeArrowheads="1"/>
          </p:cNvSpPr>
          <p:nvPr/>
        </p:nvSpPr>
        <p:spPr bwMode="auto">
          <a:xfrm>
            <a:off x="15006638" y="2784475"/>
            <a:ext cx="388937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ja-JP">
                <a:latin typeface="Times New Roman" charset="0"/>
              </a:rPr>
              <a:t>C</a:t>
            </a:r>
            <a:r>
              <a:rPr lang="en-US" altLang="ja-JP" sz="1200" baseline="-25000">
                <a:latin typeface="Times New Roman" charset="0"/>
              </a:rPr>
              <a:t>8</a:t>
            </a:r>
            <a:endParaRPr lang="ja-JP" altLang="en-US" sz="1200"/>
          </a:p>
        </p:txBody>
      </p:sp>
      <p:cxnSp>
        <p:nvCxnSpPr>
          <p:cNvPr id="423" name="直線コネクタ 422"/>
          <p:cNvCxnSpPr>
            <a:stCxn id="54405" idx="3"/>
            <a:endCxn id="54406" idx="1"/>
          </p:cNvCxnSpPr>
          <p:nvPr/>
        </p:nvCxnSpPr>
        <p:spPr>
          <a:xfrm>
            <a:off x="14795500" y="2968625"/>
            <a:ext cx="211138" cy="1588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408" name="正方形/長方形 423"/>
          <p:cNvSpPr>
            <a:spLocks noChangeArrowheads="1"/>
          </p:cNvSpPr>
          <p:nvPr/>
        </p:nvSpPr>
        <p:spPr bwMode="auto">
          <a:xfrm>
            <a:off x="14412913" y="3024189"/>
            <a:ext cx="390525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ja-JP">
                <a:latin typeface="Times New Roman" charset="0"/>
              </a:rPr>
              <a:t>C</a:t>
            </a:r>
            <a:r>
              <a:rPr lang="en-US" altLang="ja-JP" sz="1200" baseline="-25000">
                <a:latin typeface="Times New Roman" charset="0"/>
              </a:rPr>
              <a:t>2</a:t>
            </a:r>
            <a:endParaRPr lang="ja-JP" altLang="en-US" sz="1200"/>
          </a:p>
        </p:txBody>
      </p:sp>
      <p:sp>
        <p:nvSpPr>
          <p:cNvPr id="54409" name="正方形/長方形 424"/>
          <p:cNvSpPr>
            <a:spLocks noChangeArrowheads="1"/>
          </p:cNvSpPr>
          <p:nvPr/>
        </p:nvSpPr>
        <p:spPr bwMode="auto">
          <a:xfrm>
            <a:off x="15014575" y="3024189"/>
            <a:ext cx="388938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ja-JP">
                <a:latin typeface="Times New Roman" charset="0"/>
              </a:rPr>
              <a:t>C</a:t>
            </a:r>
            <a:r>
              <a:rPr lang="en-US" altLang="ja-JP" sz="1200" baseline="-25000">
                <a:latin typeface="Times New Roman" charset="0"/>
              </a:rPr>
              <a:t>7</a:t>
            </a:r>
            <a:endParaRPr lang="ja-JP" altLang="en-US" sz="1200"/>
          </a:p>
        </p:txBody>
      </p:sp>
      <p:cxnSp>
        <p:nvCxnSpPr>
          <p:cNvPr id="426" name="直線コネクタ 425"/>
          <p:cNvCxnSpPr>
            <a:stCxn id="54408" idx="3"/>
            <a:endCxn id="54409" idx="1"/>
          </p:cNvCxnSpPr>
          <p:nvPr/>
        </p:nvCxnSpPr>
        <p:spPr>
          <a:xfrm>
            <a:off x="14803438" y="3208339"/>
            <a:ext cx="211137" cy="158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411" name="正方形/長方形 426"/>
          <p:cNvSpPr>
            <a:spLocks noChangeArrowheads="1"/>
          </p:cNvSpPr>
          <p:nvPr/>
        </p:nvSpPr>
        <p:spPr bwMode="auto">
          <a:xfrm>
            <a:off x="14420850" y="3248025"/>
            <a:ext cx="390525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ja-JP">
                <a:latin typeface="Times New Roman" charset="0"/>
              </a:rPr>
              <a:t>C</a:t>
            </a:r>
            <a:r>
              <a:rPr lang="en-US" altLang="ja-JP" sz="1200" baseline="-25000">
                <a:latin typeface="Times New Roman" charset="0"/>
              </a:rPr>
              <a:t>2</a:t>
            </a:r>
            <a:endParaRPr lang="ja-JP" altLang="en-US" sz="1200"/>
          </a:p>
        </p:txBody>
      </p:sp>
      <p:sp>
        <p:nvSpPr>
          <p:cNvPr id="54412" name="正方形/長方形 427"/>
          <p:cNvSpPr>
            <a:spLocks noChangeArrowheads="1"/>
          </p:cNvSpPr>
          <p:nvPr/>
        </p:nvSpPr>
        <p:spPr bwMode="auto">
          <a:xfrm>
            <a:off x="15022513" y="3248025"/>
            <a:ext cx="388937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ja-JP">
                <a:latin typeface="Times New Roman" charset="0"/>
              </a:rPr>
              <a:t>C</a:t>
            </a:r>
            <a:r>
              <a:rPr lang="en-US" altLang="ja-JP" sz="1200" baseline="-25000">
                <a:latin typeface="Times New Roman" charset="0"/>
              </a:rPr>
              <a:t>8</a:t>
            </a:r>
            <a:endParaRPr lang="ja-JP" altLang="en-US" sz="1200"/>
          </a:p>
        </p:txBody>
      </p:sp>
      <p:cxnSp>
        <p:nvCxnSpPr>
          <p:cNvPr id="429" name="直線コネクタ 428"/>
          <p:cNvCxnSpPr>
            <a:stCxn id="54411" idx="3"/>
            <a:endCxn id="54412" idx="1"/>
          </p:cNvCxnSpPr>
          <p:nvPr/>
        </p:nvCxnSpPr>
        <p:spPr>
          <a:xfrm>
            <a:off x="14811375" y="3433764"/>
            <a:ext cx="211138" cy="158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2" name="直線矢印コネクタ 431"/>
          <p:cNvCxnSpPr/>
          <p:nvPr/>
        </p:nvCxnSpPr>
        <p:spPr>
          <a:xfrm>
            <a:off x="5181600" y="2174875"/>
            <a:ext cx="228600" cy="1588"/>
          </a:xfrm>
          <a:prstGeom prst="straightConnector1">
            <a:avLst/>
          </a:prstGeom>
          <a:ln>
            <a:solidFill>
              <a:schemeClr val="tx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4" name="直線矢印コネクタ 433"/>
          <p:cNvCxnSpPr/>
          <p:nvPr/>
        </p:nvCxnSpPr>
        <p:spPr>
          <a:xfrm>
            <a:off x="7620000" y="2154239"/>
            <a:ext cx="228600" cy="1587"/>
          </a:xfrm>
          <a:prstGeom prst="straightConnector1">
            <a:avLst/>
          </a:prstGeom>
          <a:ln>
            <a:solidFill>
              <a:schemeClr val="tx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5" name="直線矢印コネクタ 434"/>
          <p:cNvCxnSpPr/>
          <p:nvPr/>
        </p:nvCxnSpPr>
        <p:spPr>
          <a:xfrm>
            <a:off x="10058400" y="2143125"/>
            <a:ext cx="228600" cy="1588"/>
          </a:xfrm>
          <a:prstGeom prst="straightConnector1">
            <a:avLst/>
          </a:prstGeom>
          <a:ln>
            <a:solidFill>
              <a:schemeClr val="tx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4417" name="グループ化 435"/>
          <p:cNvGrpSpPr>
            <a:grpSpLocks/>
          </p:cNvGrpSpPr>
          <p:nvPr/>
        </p:nvGrpSpPr>
        <p:grpSpPr bwMode="auto">
          <a:xfrm>
            <a:off x="7207251" y="4394200"/>
            <a:ext cx="403225" cy="368300"/>
            <a:chOff x="4377075" y="3244334"/>
            <a:chExt cx="402674" cy="369332"/>
          </a:xfrm>
        </p:grpSpPr>
        <p:cxnSp>
          <p:nvCxnSpPr>
            <p:cNvPr id="437" name="直線矢印コネクタ 436"/>
            <p:cNvCxnSpPr/>
            <p:nvPr/>
          </p:nvCxnSpPr>
          <p:spPr>
            <a:xfrm>
              <a:off x="4467439" y="3352586"/>
              <a:ext cx="228288" cy="1592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4461" name="正方形/長方形 437"/>
            <p:cNvSpPr>
              <a:spLocks noChangeArrowheads="1"/>
            </p:cNvSpPr>
            <p:nvPr/>
          </p:nvSpPr>
          <p:spPr bwMode="auto">
            <a:xfrm>
              <a:off x="4377075" y="3244334"/>
              <a:ext cx="402674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ja-JP">
                  <a:latin typeface="Times New Roman" charset="0"/>
                </a:rPr>
                <a:t>w</a:t>
              </a:r>
              <a:r>
                <a:rPr lang="en-US" altLang="ja-JP" sz="1200" baseline="-25000">
                  <a:latin typeface="Times New Roman" charset="0"/>
                </a:rPr>
                <a:t>1</a:t>
              </a:r>
              <a:endParaRPr lang="ja-JP" altLang="en-US" sz="1200"/>
            </a:p>
          </p:txBody>
        </p:sp>
      </p:grpSp>
      <p:grpSp>
        <p:nvGrpSpPr>
          <p:cNvPr id="54418" name="グループ化 438"/>
          <p:cNvGrpSpPr>
            <a:grpSpLocks/>
          </p:cNvGrpSpPr>
          <p:nvPr/>
        </p:nvGrpSpPr>
        <p:grpSpPr bwMode="auto">
          <a:xfrm>
            <a:off x="7740651" y="4394200"/>
            <a:ext cx="403225" cy="368300"/>
            <a:chOff x="4377075" y="3244334"/>
            <a:chExt cx="402674" cy="369332"/>
          </a:xfrm>
        </p:grpSpPr>
        <p:cxnSp>
          <p:nvCxnSpPr>
            <p:cNvPr id="440" name="直線矢印コネクタ 439"/>
            <p:cNvCxnSpPr/>
            <p:nvPr/>
          </p:nvCxnSpPr>
          <p:spPr>
            <a:xfrm>
              <a:off x="4467439" y="3352586"/>
              <a:ext cx="228288" cy="1592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4459" name="正方形/長方形 440"/>
            <p:cNvSpPr>
              <a:spLocks noChangeArrowheads="1"/>
            </p:cNvSpPr>
            <p:nvPr/>
          </p:nvSpPr>
          <p:spPr bwMode="auto">
            <a:xfrm>
              <a:off x="4377075" y="3244334"/>
              <a:ext cx="402674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ja-JP">
                  <a:latin typeface="Times New Roman" charset="0"/>
                </a:rPr>
                <a:t>w</a:t>
              </a:r>
              <a:r>
                <a:rPr lang="en-US" altLang="ja-JP" sz="1200" baseline="-25000">
                  <a:latin typeface="Times New Roman" charset="0"/>
                </a:rPr>
                <a:t>9</a:t>
              </a:r>
              <a:endParaRPr lang="ja-JP" altLang="en-US" sz="1200"/>
            </a:p>
          </p:txBody>
        </p:sp>
      </p:grpSp>
      <p:grpSp>
        <p:nvGrpSpPr>
          <p:cNvPr id="54419" name="グループ化 441"/>
          <p:cNvGrpSpPr>
            <a:grpSpLocks/>
          </p:cNvGrpSpPr>
          <p:nvPr/>
        </p:nvGrpSpPr>
        <p:grpSpPr bwMode="auto">
          <a:xfrm>
            <a:off x="8274051" y="4394200"/>
            <a:ext cx="454025" cy="368300"/>
            <a:chOff x="4377075" y="3244334"/>
            <a:chExt cx="453970" cy="369332"/>
          </a:xfrm>
        </p:grpSpPr>
        <p:cxnSp>
          <p:nvCxnSpPr>
            <p:cNvPr id="443" name="直線矢印コネクタ 442"/>
            <p:cNvCxnSpPr/>
            <p:nvPr/>
          </p:nvCxnSpPr>
          <p:spPr>
            <a:xfrm>
              <a:off x="4467552" y="3352586"/>
              <a:ext cx="228572" cy="1592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4457" name="正方形/長方形 443"/>
            <p:cNvSpPr>
              <a:spLocks noChangeArrowheads="1"/>
            </p:cNvSpPr>
            <p:nvPr/>
          </p:nvSpPr>
          <p:spPr bwMode="auto">
            <a:xfrm>
              <a:off x="4377075" y="3244334"/>
              <a:ext cx="453970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ja-JP">
                  <a:latin typeface="Times New Roman" charset="0"/>
                </a:rPr>
                <a:t>w</a:t>
              </a:r>
              <a:r>
                <a:rPr lang="en-US" altLang="ja-JP" sz="1200" baseline="-25000">
                  <a:latin typeface="Times New Roman" charset="0"/>
                </a:rPr>
                <a:t>12</a:t>
              </a:r>
              <a:endParaRPr lang="ja-JP" altLang="en-US" sz="1200"/>
            </a:p>
          </p:txBody>
        </p:sp>
      </p:grpSp>
      <p:sp>
        <p:nvSpPr>
          <p:cNvPr id="54420" name="正方形/長方形 444"/>
          <p:cNvSpPr>
            <a:spLocks noChangeArrowheads="1"/>
          </p:cNvSpPr>
          <p:nvPr/>
        </p:nvSpPr>
        <p:spPr bwMode="auto">
          <a:xfrm>
            <a:off x="6670675" y="4394200"/>
            <a:ext cx="431800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ja-JP">
                <a:latin typeface="Times New Roman" charset="0"/>
              </a:rPr>
              <a:t>W</a:t>
            </a:r>
            <a:r>
              <a:rPr lang="en-US" altLang="ja-JP" sz="1200" baseline="-25000">
                <a:latin typeface="Times New Roman" charset="0"/>
              </a:rPr>
              <a:t>i</a:t>
            </a:r>
            <a:endParaRPr lang="ja-JP" altLang="en-US" sz="1200"/>
          </a:p>
        </p:txBody>
      </p:sp>
      <p:cxnSp>
        <p:nvCxnSpPr>
          <p:cNvPr id="446" name="直線矢印コネクタ 445"/>
          <p:cNvCxnSpPr/>
          <p:nvPr/>
        </p:nvCxnSpPr>
        <p:spPr>
          <a:xfrm>
            <a:off x="6697663" y="4446589"/>
            <a:ext cx="228600" cy="1587"/>
          </a:xfrm>
          <a:prstGeom prst="straightConnector1">
            <a:avLst/>
          </a:prstGeom>
          <a:ln>
            <a:solidFill>
              <a:schemeClr val="tx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422" name="テキスト ボックス 446"/>
          <p:cNvSpPr txBox="1">
            <a:spLocks noChangeArrowheads="1"/>
          </p:cNvSpPr>
          <p:nvPr/>
        </p:nvSpPr>
        <p:spPr bwMode="auto">
          <a:xfrm>
            <a:off x="6975475" y="4384675"/>
            <a:ext cx="319088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ja-JP"/>
              <a:t>=</a:t>
            </a:r>
            <a:endParaRPr lang="ja-JP" altLang="en-US"/>
          </a:p>
        </p:txBody>
      </p:sp>
      <p:sp>
        <p:nvSpPr>
          <p:cNvPr id="54423" name="テキスト ボックス 447"/>
          <p:cNvSpPr txBox="1">
            <a:spLocks noChangeArrowheads="1"/>
          </p:cNvSpPr>
          <p:nvPr/>
        </p:nvSpPr>
        <p:spPr bwMode="auto">
          <a:xfrm>
            <a:off x="7508875" y="4394200"/>
            <a:ext cx="319088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ja-JP"/>
              <a:t>+</a:t>
            </a:r>
            <a:endParaRPr lang="ja-JP" altLang="en-US"/>
          </a:p>
        </p:txBody>
      </p:sp>
      <p:sp>
        <p:nvSpPr>
          <p:cNvPr id="54424" name="テキスト ボックス 448"/>
          <p:cNvSpPr txBox="1">
            <a:spLocks noChangeArrowheads="1"/>
          </p:cNvSpPr>
          <p:nvPr/>
        </p:nvSpPr>
        <p:spPr bwMode="auto">
          <a:xfrm>
            <a:off x="8042275" y="4394200"/>
            <a:ext cx="319088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ja-JP"/>
              <a:t>+</a:t>
            </a:r>
            <a:endParaRPr lang="ja-JP" altLang="en-US"/>
          </a:p>
        </p:txBody>
      </p:sp>
      <p:sp>
        <p:nvSpPr>
          <p:cNvPr id="54425" name="テキスト ボックス 449"/>
          <p:cNvSpPr txBox="1">
            <a:spLocks noChangeArrowheads="1"/>
          </p:cNvSpPr>
          <p:nvPr/>
        </p:nvSpPr>
        <p:spPr bwMode="auto">
          <a:xfrm>
            <a:off x="8637588" y="4394200"/>
            <a:ext cx="665162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ja-JP"/>
              <a:t>+</a:t>
            </a:r>
            <a:r>
              <a:rPr lang="ja-JP" altLang="en-US"/>
              <a:t>・・・</a:t>
            </a:r>
          </a:p>
        </p:txBody>
      </p:sp>
      <p:sp>
        <p:nvSpPr>
          <p:cNvPr id="451" name="左中かっこ 450"/>
          <p:cNvSpPr/>
          <p:nvPr/>
        </p:nvSpPr>
        <p:spPr>
          <a:xfrm rot="16200000">
            <a:off x="8080375" y="3810000"/>
            <a:ext cx="304800" cy="2057400"/>
          </a:xfrm>
          <a:prstGeom prst="leftBrac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algn="ctr">
              <a:defRPr/>
            </a:pPr>
            <a:endParaRPr lang="ja-JP" altLang="en-US"/>
          </a:p>
        </p:txBody>
      </p:sp>
      <p:sp>
        <p:nvSpPr>
          <p:cNvPr id="54427" name="テキスト ボックス 451"/>
          <p:cNvSpPr txBox="1">
            <a:spLocks noChangeArrowheads="1"/>
          </p:cNvSpPr>
          <p:nvPr/>
        </p:nvSpPr>
        <p:spPr bwMode="auto">
          <a:xfrm>
            <a:off x="7388225" y="4962526"/>
            <a:ext cx="1746250" cy="523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ja-JP" altLang="en-US" sz="1400"/>
              <a:t>同一入力語における</a:t>
            </a:r>
            <a:endParaRPr lang="en-US" altLang="ja-JP" sz="1400"/>
          </a:p>
          <a:p>
            <a:pPr algn="ctr" eaLnBrk="1" hangingPunct="1"/>
            <a:r>
              <a:rPr lang="ja-JP" altLang="en-US" sz="1400"/>
              <a:t>文脈ベクトルの和</a:t>
            </a:r>
            <a:endParaRPr lang="en-US" altLang="ja-JP" sz="1400"/>
          </a:p>
        </p:txBody>
      </p:sp>
      <p:sp>
        <p:nvSpPr>
          <p:cNvPr id="453" name="左中かっこ 452"/>
          <p:cNvSpPr/>
          <p:nvPr/>
        </p:nvSpPr>
        <p:spPr>
          <a:xfrm rot="16200000">
            <a:off x="6727825" y="4629150"/>
            <a:ext cx="304800" cy="381000"/>
          </a:xfrm>
          <a:prstGeom prst="leftBrac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algn="ctr">
              <a:defRPr/>
            </a:pPr>
            <a:endParaRPr lang="ja-JP" altLang="en-US"/>
          </a:p>
        </p:txBody>
      </p:sp>
      <p:sp>
        <p:nvSpPr>
          <p:cNvPr id="54429" name="テキスト ボックス 453"/>
          <p:cNvSpPr txBox="1">
            <a:spLocks noChangeArrowheads="1"/>
          </p:cNvSpPr>
          <p:nvPr/>
        </p:nvSpPr>
        <p:spPr bwMode="auto">
          <a:xfrm>
            <a:off x="6442075" y="4914901"/>
            <a:ext cx="795338" cy="523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ja-JP" altLang="en-US" sz="1400"/>
              <a:t>入力語</a:t>
            </a:r>
            <a:endParaRPr lang="en-US" altLang="ja-JP" sz="1400"/>
          </a:p>
          <a:p>
            <a:pPr algn="ctr" eaLnBrk="1" hangingPunct="1"/>
            <a:r>
              <a:rPr lang="ja-JP" altLang="en-US" sz="1400"/>
              <a:t>ベクトル</a:t>
            </a:r>
            <a:endParaRPr lang="en-US" altLang="ja-JP" sz="1400"/>
          </a:p>
        </p:txBody>
      </p:sp>
      <p:cxnSp>
        <p:nvCxnSpPr>
          <p:cNvPr id="456" name="直線矢印コネクタ 455"/>
          <p:cNvCxnSpPr/>
          <p:nvPr/>
        </p:nvCxnSpPr>
        <p:spPr>
          <a:xfrm>
            <a:off x="10193338" y="4503739"/>
            <a:ext cx="228600" cy="1587"/>
          </a:xfrm>
          <a:prstGeom prst="straightConnector1">
            <a:avLst/>
          </a:prstGeom>
          <a:ln>
            <a:solidFill>
              <a:schemeClr val="tx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431" name="正方形/長方形 456"/>
          <p:cNvSpPr>
            <a:spLocks noChangeArrowheads="1"/>
          </p:cNvSpPr>
          <p:nvPr/>
        </p:nvSpPr>
        <p:spPr bwMode="auto">
          <a:xfrm>
            <a:off x="10102851" y="4432300"/>
            <a:ext cx="454025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ja-JP">
                <a:latin typeface="Times New Roman" charset="0"/>
              </a:rPr>
              <a:t>W</a:t>
            </a:r>
            <a:r>
              <a:rPr lang="en-US" altLang="ja-JP" sz="1200" baseline="-25000">
                <a:latin typeface="Times New Roman" charset="0"/>
              </a:rPr>
              <a:t>3</a:t>
            </a:r>
            <a:endParaRPr lang="ja-JP" altLang="en-US" sz="1200"/>
          </a:p>
        </p:txBody>
      </p:sp>
      <p:cxnSp>
        <p:nvCxnSpPr>
          <p:cNvPr id="459" name="直線矢印コネクタ 458"/>
          <p:cNvCxnSpPr/>
          <p:nvPr/>
        </p:nvCxnSpPr>
        <p:spPr>
          <a:xfrm>
            <a:off x="12250738" y="4503739"/>
            <a:ext cx="228600" cy="1587"/>
          </a:xfrm>
          <a:prstGeom prst="straightConnector1">
            <a:avLst/>
          </a:prstGeom>
          <a:ln>
            <a:solidFill>
              <a:schemeClr val="tx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433" name="正方形/長方形 459"/>
          <p:cNvSpPr>
            <a:spLocks noChangeArrowheads="1"/>
          </p:cNvSpPr>
          <p:nvPr/>
        </p:nvSpPr>
        <p:spPr bwMode="auto">
          <a:xfrm>
            <a:off x="10636251" y="4432300"/>
            <a:ext cx="454025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ja-JP">
                <a:latin typeface="Times New Roman" charset="0"/>
              </a:rPr>
              <a:t>W</a:t>
            </a:r>
            <a:r>
              <a:rPr lang="en-US" altLang="ja-JP" sz="1200" baseline="-25000">
                <a:latin typeface="Times New Roman" charset="0"/>
              </a:rPr>
              <a:t>6</a:t>
            </a:r>
            <a:endParaRPr lang="ja-JP" altLang="en-US" sz="1200"/>
          </a:p>
        </p:txBody>
      </p:sp>
      <p:sp>
        <p:nvSpPr>
          <p:cNvPr id="54434" name="正方形/長方形 463"/>
          <p:cNvSpPr>
            <a:spLocks noChangeArrowheads="1"/>
          </p:cNvSpPr>
          <p:nvPr/>
        </p:nvSpPr>
        <p:spPr bwMode="auto">
          <a:xfrm>
            <a:off x="9566275" y="4432300"/>
            <a:ext cx="368300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ja-JP">
                <a:latin typeface="Times New Roman" charset="0"/>
              </a:rPr>
              <a:t>C</a:t>
            </a:r>
            <a:r>
              <a:rPr lang="en-US" altLang="ja-JP" sz="1200" baseline="-25000">
                <a:latin typeface="Times New Roman" charset="0"/>
              </a:rPr>
              <a:t>i</a:t>
            </a:r>
            <a:endParaRPr lang="ja-JP" altLang="en-US" sz="1200"/>
          </a:p>
        </p:txBody>
      </p:sp>
      <p:cxnSp>
        <p:nvCxnSpPr>
          <p:cNvPr id="465" name="直線矢印コネクタ 464"/>
          <p:cNvCxnSpPr/>
          <p:nvPr/>
        </p:nvCxnSpPr>
        <p:spPr>
          <a:xfrm>
            <a:off x="9671050" y="4486275"/>
            <a:ext cx="228600" cy="1588"/>
          </a:xfrm>
          <a:prstGeom prst="straightConnector1">
            <a:avLst/>
          </a:prstGeom>
          <a:ln>
            <a:solidFill>
              <a:schemeClr val="tx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436" name="テキスト ボックス 465"/>
          <p:cNvSpPr txBox="1">
            <a:spLocks noChangeArrowheads="1"/>
          </p:cNvSpPr>
          <p:nvPr/>
        </p:nvSpPr>
        <p:spPr bwMode="auto">
          <a:xfrm>
            <a:off x="9871075" y="4422775"/>
            <a:ext cx="319088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ja-JP"/>
              <a:t>=</a:t>
            </a:r>
            <a:endParaRPr lang="ja-JP" altLang="en-US"/>
          </a:p>
        </p:txBody>
      </p:sp>
      <p:sp>
        <p:nvSpPr>
          <p:cNvPr id="54437" name="テキスト ボックス 466"/>
          <p:cNvSpPr txBox="1">
            <a:spLocks noChangeArrowheads="1"/>
          </p:cNvSpPr>
          <p:nvPr/>
        </p:nvSpPr>
        <p:spPr bwMode="auto">
          <a:xfrm>
            <a:off x="10404475" y="4432300"/>
            <a:ext cx="319088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ja-JP"/>
              <a:t>+</a:t>
            </a:r>
            <a:endParaRPr lang="ja-JP" altLang="en-US"/>
          </a:p>
        </p:txBody>
      </p:sp>
      <p:sp>
        <p:nvSpPr>
          <p:cNvPr id="54438" name="テキスト ボックス 468"/>
          <p:cNvSpPr txBox="1">
            <a:spLocks noChangeArrowheads="1"/>
          </p:cNvSpPr>
          <p:nvPr/>
        </p:nvSpPr>
        <p:spPr bwMode="auto">
          <a:xfrm>
            <a:off x="12538075" y="4432300"/>
            <a:ext cx="665163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ja-JP"/>
              <a:t>+</a:t>
            </a:r>
            <a:r>
              <a:rPr lang="ja-JP" altLang="en-US"/>
              <a:t>・・・</a:t>
            </a:r>
          </a:p>
        </p:txBody>
      </p:sp>
      <p:sp>
        <p:nvSpPr>
          <p:cNvPr id="470" name="左中かっこ 469"/>
          <p:cNvSpPr/>
          <p:nvPr/>
        </p:nvSpPr>
        <p:spPr>
          <a:xfrm rot="16200000">
            <a:off x="10975975" y="3849688"/>
            <a:ext cx="304800" cy="2057400"/>
          </a:xfrm>
          <a:prstGeom prst="leftBrac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algn="ctr">
              <a:defRPr/>
            </a:pPr>
            <a:endParaRPr lang="ja-JP" altLang="en-US"/>
          </a:p>
        </p:txBody>
      </p:sp>
      <p:sp>
        <p:nvSpPr>
          <p:cNvPr id="54440" name="テキスト ボックス 470"/>
          <p:cNvSpPr txBox="1">
            <a:spLocks noChangeArrowheads="1"/>
          </p:cNvSpPr>
          <p:nvPr/>
        </p:nvSpPr>
        <p:spPr bwMode="auto">
          <a:xfrm>
            <a:off x="10099676" y="5002214"/>
            <a:ext cx="2397125" cy="5222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ja-JP" altLang="en-US" sz="1400"/>
              <a:t>入力概念</a:t>
            </a:r>
            <a:r>
              <a:rPr lang="en-US" altLang="ja-JP" sz="1400">
                <a:latin typeface="Times New Roman" charset="0"/>
              </a:rPr>
              <a:t>C</a:t>
            </a:r>
            <a:r>
              <a:rPr lang="en-US" altLang="ja-JP" sz="1400" baseline="-25000">
                <a:latin typeface="Times New Roman" charset="0"/>
              </a:rPr>
              <a:t>i</a:t>
            </a:r>
            <a:r>
              <a:rPr lang="ja-JP" altLang="en-US" sz="1400"/>
              <a:t>の見出しにおける</a:t>
            </a:r>
            <a:endParaRPr lang="en-US" altLang="ja-JP" sz="1400"/>
          </a:p>
          <a:p>
            <a:pPr algn="ctr" eaLnBrk="1" hangingPunct="1"/>
            <a:r>
              <a:rPr lang="ja-JP" altLang="en-US" sz="1400"/>
              <a:t>入力語ベクトルの和</a:t>
            </a:r>
            <a:endParaRPr lang="en-US" altLang="ja-JP" sz="1400"/>
          </a:p>
        </p:txBody>
      </p:sp>
      <p:sp>
        <p:nvSpPr>
          <p:cNvPr id="472" name="左中かっこ 471"/>
          <p:cNvSpPr/>
          <p:nvPr/>
        </p:nvSpPr>
        <p:spPr>
          <a:xfrm rot="16200000">
            <a:off x="9623425" y="4668838"/>
            <a:ext cx="304800" cy="381000"/>
          </a:xfrm>
          <a:prstGeom prst="leftBrac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algn="ctr">
              <a:defRPr/>
            </a:pPr>
            <a:endParaRPr lang="ja-JP" altLang="en-US"/>
          </a:p>
        </p:txBody>
      </p:sp>
      <p:sp>
        <p:nvSpPr>
          <p:cNvPr id="54442" name="テキスト ボックス 472"/>
          <p:cNvSpPr txBox="1">
            <a:spLocks noChangeArrowheads="1"/>
          </p:cNvSpPr>
          <p:nvPr/>
        </p:nvSpPr>
        <p:spPr bwMode="auto">
          <a:xfrm>
            <a:off x="9337675" y="4954589"/>
            <a:ext cx="825500" cy="5222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ja-JP" altLang="en-US" sz="1400"/>
              <a:t>概念</a:t>
            </a:r>
            <a:endParaRPr lang="en-US" altLang="ja-JP" sz="1400"/>
          </a:p>
          <a:p>
            <a:pPr algn="ctr" eaLnBrk="1" hangingPunct="1"/>
            <a:r>
              <a:rPr lang="ja-JP" altLang="en-US" sz="1400"/>
              <a:t>ベクトル</a:t>
            </a:r>
            <a:endParaRPr lang="en-US" altLang="ja-JP" sz="1400"/>
          </a:p>
        </p:txBody>
      </p:sp>
      <p:sp>
        <p:nvSpPr>
          <p:cNvPr id="54443" name="正方形/長方形 482"/>
          <p:cNvSpPr>
            <a:spLocks noChangeArrowheads="1"/>
          </p:cNvSpPr>
          <p:nvPr/>
        </p:nvSpPr>
        <p:spPr bwMode="auto">
          <a:xfrm>
            <a:off x="3241676" y="4394200"/>
            <a:ext cx="403225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ja-JP">
                <a:latin typeface="Times New Roman" charset="0"/>
              </a:rPr>
              <a:t>w</a:t>
            </a:r>
            <a:r>
              <a:rPr lang="en-US" altLang="ja-JP" sz="1200" baseline="-25000">
                <a:latin typeface="Times New Roman" charset="0"/>
              </a:rPr>
              <a:t>1</a:t>
            </a:r>
            <a:endParaRPr lang="ja-JP" altLang="en-US" sz="1200"/>
          </a:p>
        </p:txBody>
      </p:sp>
      <p:cxnSp>
        <p:nvCxnSpPr>
          <p:cNvPr id="484" name="直線矢印コネクタ 483"/>
          <p:cNvCxnSpPr/>
          <p:nvPr/>
        </p:nvCxnSpPr>
        <p:spPr>
          <a:xfrm>
            <a:off x="3268663" y="4446589"/>
            <a:ext cx="228600" cy="1587"/>
          </a:xfrm>
          <a:prstGeom prst="straightConnector1">
            <a:avLst/>
          </a:prstGeom>
          <a:ln>
            <a:solidFill>
              <a:schemeClr val="tx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445" name="テキスト ボックス 484"/>
          <p:cNvSpPr txBox="1">
            <a:spLocks noChangeArrowheads="1"/>
          </p:cNvSpPr>
          <p:nvPr/>
        </p:nvSpPr>
        <p:spPr bwMode="auto">
          <a:xfrm>
            <a:off x="3546476" y="4384675"/>
            <a:ext cx="2557463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ja-JP"/>
              <a:t>= </a:t>
            </a:r>
            <a:r>
              <a:rPr lang="en-US" altLang="ja-JP">
                <a:latin typeface="Times New Roman" charset="0"/>
              </a:rPr>
              <a:t>(3, 1, 1, 1, 2, 0, 0, 1,…)</a:t>
            </a:r>
            <a:endParaRPr lang="ja-JP" altLang="en-US">
              <a:latin typeface="Times New Roman" charset="0"/>
            </a:endParaRPr>
          </a:p>
        </p:txBody>
      </p:sp>
      <p:sp>
        <p:nvSpPr>
          <p:cNvPr id="491" name="左中かっこ 490"/>
          <p:cNvSpPr/>
          <p:nvPr/>
        </p:nvSpPr>
        <p:spPr>
          <a:xfrm rot="16200000">
            <a:off x="3298825" y="4629150"/>
            <a:ext cx="304800" cy="381000"/>
          </a:xfrm>
          <a:prstGeom prst="leftBrac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algn="ctr">
              <a:defRPr/>
            </a:pPr>
            <a:endParaRPr lang="ja-JP" altLang="en-US"/>
          </a:p>
        </p:txBody>
      </p:sp>
      <p:sp>
        <p:nvSpPr>
          <p:cNvPr id="54447" name="テキスト ボックス 491"/>
          <p:cNvSpPr txBox="1">
            <a:spLocks noChangeArrowheads="1"/>
          </p:cNvSpPr>
          <p:nvPr/>
        </p:nvSpPr>
        <p:spPr bwMode="auto">
          <a:xfrm>
            <a:off x="3013075" y="4914901"/>
            <a:ext cx="795338" cy="523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ja-JP" altLang="en-US" sz="1400"/>
              <a:t>文脈</a:t>
            </a:r>
            <a:endParaRPr lang="en-US" altLang="ja-JP" sz="1400"/>
          </a:p>
          <a:p>
            <a:pPr algn="ctr" eaLnBrk="1" hangingPunct="1"/>
            <a:r>
              <a:rPr lang="ja-JP" altLang="en-US" sz="1400"/>
              <a:t>ベクトル</a:t>
            </a:r>
            <a:endParaRPr lang="en-US" altLang="ja-JP" sz="1400"/>
          </a:p>
        </p:txBody>
      </p:sp>
      <p:sp>
        <p:nvSpPr>
          <p:cNvPr id="54448" name="テキスト ボックス 492"/>
          <p:cNvSpPr txBox="1">
            <a:spLocks noChangeArrowheads="1"/>
          </p:cNvSpPr>
          <p:nvPr/>
        </p:nvSpPr>
        <p:spPr bwMode="auto">
          <a:xfrm>
            <a:off x="3836989" y="4603750"/>
            <a:ext cx="2224087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ja-JP" sz="1600">
                <a:latin typeface="Times New Roman" charset="0"/>
              </a:rPr>
              <a:t>g</a:t>
            </a:r>
            <a:r>
              <a:rPr lang="en-US" altLang="ja-JP" sz="1600" baseline="-25000">
                <a:latin typeface="Times New Roman" charset="0"/>
              </a:rPr>
              <a:t>1</a:t>
            </a:r>
            <a:r>
              <a:rPr lang="en-US" altLang="ja-JP" sz="1600">
                <a:latin typeface="Times New Roman" charset="0"/>
              </a:rPr>
              <a:t> g</a:t>
            </a:r>
            <a:r>
              <a:rPr lang="en-US" altLang="ja-JP" sz="1600" baseline="-25000">
                <a:latin typeface="Times New Roman" charset="0"/>
              </a:rPr>
              <a:t>2</a:t>
            </a:r>
            <a:r>
              <a:rPr lang="en-US" altLang="ja-JP" sz="1600">
                <a:latin typeface="Times New Roman" charset="0"/>
              </a:rPr>
              <a:t> g</a:t>
            </a:r>
            <a:r>
              <a:rPr lang="en-US" altLang="ja-JP" sz="1600" baseline="-25000">
                <a:latin typeface="Times New Roman" charset="0"/>
              </a:rPr>
              <a:t>3</a:t>
            </a:r>
            <a:r>
              <a:rPr lang="en-US" altLang="ja-JP" sz="1600">
                <a:latin typeface="Times New Roman" charset="0"/>
              </a:rPr>
              <a:t> g</a:t>
            </a:r>
            <a:r>
              <a:rPr lang="en-US" altLang="ja-JP" sz="1600" baseline="-25000">
                <a:latin typeface="Times New Roman" charset="0"/>
              </a:rPr>
              <a:t>4</a:t>
            </a:r>
            <a:r>
              <a:rPr lang="en-US" altLang="ja-JP" sz="1600">
                <a:latin typeface="Times New Roman" charset="0"/>
              </a:rPr>
              <a:t> g</a:t>
            </a:r>
            <a:r>
              <a:rPr lang="en-US" altLang="ja-JP" sz="1600" baseline="-25000">
                <a:latin typeface="Times New Roman" charset="0"/>
              </a:rPr>
              <a:t>5</a:t>
            </a:r>
            <a:r>
              <a:rPr lang="en-US" altLang="ja-JP" sz="1600">
                <a:latin typeface="Times New Roman" charset="0"/>
              </a:rPr>
              <a:t> g</a:t>
            </a:r>
            <a:r>
              <a:rPr lang="en-US" altLang="ja-JP" sz="1600" baseline="-25000">
                <a:latin typeface="Times New Roman" charset="0"/>
              </a:rPr>
              <a:t>6</a:t>
            </a:r>
            <a:r>
              <a:rPr lang="en-US" altLang="ja-JP" sz="1600">
                <a:latin typeface="Times New Roman" charset="0"/>
              </a:rPr>
              <a:t> g</a:t>
            </a:r>
            <a:r>
              <a:rPr lang="en-US" altLang="ja-JP" sz="1600" baseline="-25000">
                <a:latin typeface="Times New Roman" charset="0"/>
              </a:rPr>
              <a:t>7</a:t>
            </a:r>
            <a:r>
              <a:rPr lang="en-US" altLang="ja-JP" sz="1600">
                <a:latin typeface="Times New Roman" charset="0"/>
              </a:rPr>
              <a:t> g</a:t>
            </a:r>
            <a:r>
              <a:rPr lang="en-US" altLang="ja-JP" sz="1600" baseline="-25000">
                <a:latin typeface="Times New Roman" charset="0"/>
              </a:rPr>
              <a:t>8</a:t>
            </a:r>
            <a:r>
              <a:rPr lang="en-US" altLang="ja-JP" sz="1600">
                <a:latin typeface="Times New Roman" charset="0"/>
              </a:rPr>
              <a:t> …</a:t>
            </a:r>
            <a:endParaRPr lang="ja-JP" altLang="en-US" sz="1600">
              <a:latin typeface="Times New Roman" charset="0"/>
            </a:endParaRPr>
          </a:p>
        </p:txBody>
      </p:sp>
      <p:sp>
        <p:nvSpPr>
          <p:cNvPr id="497" name="左中かっこ 496"/>
          <p:cNvSpPr/>
          <p:nvPr/>
        </p:nvSpPr>
        <p:spPr>
          <a:xfrm rot="16200000">
            <a:off x="4727575" y="3962400"/>
            <a:ext cx="304800" cy="2057400"/>
          </a:xfrm>
          <a:prstGeom prst="leftBrac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algn="ctr">
              <a:defRPr/>
            </a:pPr>
            <a:endParaRPr lang="ja-JP" altLang="en-US"/>
          </a:p>
        </p:txBody>
      </p:sp>
      <p:sp>
        <p:nvSpPr>
          <p:cNvPr id="54450" name="テキスト ボックス 497"/>
          <p:cNvSpPr txBox="1">
            <a:spLocks noChangeArrowheads="1"/>
          </p:cNvSpPr>
          <p:nvPr/>
        </p:nvSpPr>
        <p:spPr bwMode="auto">
          <a:xfrm>
            <a:off x="3794125" y="5114926"/>
            <a:ext cx="2705100" cy="523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ja-JP" altLang="en-US" sz="1400"/>
              <a:t>の要素</a:t>
            </a:r>
            <a:r>
              <a:rPr lang="en-US" altLang="ja-JP" sz="1400">
                <a:latin typeface="Times New Roman" charset="0"/>
              </a:rPr>
              <a:t>a</a:t>
            </a:r>
            <a:r>
              <a:rPr lang="en-US" altLang="ja-JP" sz="1400" baseline="-25000">
                <a:latin typeface="Times New Roman" charset="0"/>
              </a:rPr>
              <a:t>i,j</a:t>
            </a:r>
            <a:r>
              <a:rPr lang="ja-JP" altLang="en-US" sz="1400"/>
              <a:t>は，入力語</a:t>
            </a:r>
            <a:r>
              <a:rPr lang="en-US" altLang="ja-JP" sz="1400">
                <a:latin typeface="Times New Roman" charset="0"/>
              </a:rPr>
              <a:t>w</a:t>
            </a:r>
            <a:r>
              <a:rPr lang="en-US" altLang="ja-JP" sz="1400" baseline="-25000">
                <a:latin typeface="Times New Roman" charset="0"/>
              </a:rPr>
              <a:t>i</a:t>
            </a:r>
            <a:r>
              <a:rPr lang="ja-JP" altLang="en-US" sz="1400"/>
              <a:t>周辺の</a:t>
            </a:r>
            <a:endParaRPr lang="en-US" altLang="ja-JP" sz="1400"/>
          </a:p>
          <a:p>
            <a:pPr algn="ctr" eaLnBrk="1" hangingPunct="1"/>
            <a:r>
              <a:rPr lang="ja-JP" altLang="en-US" sz="1400"/>
              <a:t>高頻度単語</a:t>
            </a:r>
            <a:r>
              <a:rPr lang="en-US" altLang="ja-JP" sz="1400">
                <a:latin typeface="Times New Roman" charset="0"/>
              </a:rPr>
              <a:t>N-gram g</a:t>
            </a:r>
            <a:r>
              <a:rPr lang="en-US" altLang="ja-JP" sz="1400" baseline="-25000">
                <a:latin typeface="Times New Roman" charset="0"/>
              </a:rPr>
              <a:t>j</a:t>
            </a:r>
            <a:r>
              <a:rPr lang="ja-JP" altLang="en-US" sz="1400"/>
              <a:t>の出現回数</a:t>
            </a:r>
            <a:endParaRPr lang="en-US" altLang="ja-JP" sz="1400"/>
          </a:p>
        </p:txBody>
      </p:sp>
      <p:sp>
        <p:nvSpPr>
          <p:cNvPr id="54451" name="正方形/長方形 498"/>
          <p:cNvSpPr>
            <a:spLocks noChangeArrowheads="1"/>
          </p:cNvSpPr>
          <p:nvPr/>
        </p:nvSpPr>
        <p:spPr bwMode="auto">
          <a:xfrm>
            <a:off x="3698875" y="5070475"/>
            <a:ext cx="381000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ja-JP">
                <a:latin typeface="Times New Roman" charset="0"/>
              </a:rPr>
              <a:t>w</a:t>
            </a:r>
            <a:r>
              <a:rPr lang="en-US" altLang="ja-JP" sz="1200" baseline="-25000">
                <a:latin typeface="Times New Roman" charset="0"/>
              </a:rPr>
              <a:t>i</a:t>
            </a:r>
            <a:endParaRPr lang="ja-JP" altLang="en-US" sz="1200"/>
          </a:p>
        </p:txBody>
      </p:sp>
      <p:cxnSp>
        <p:nvCxnSpPr>
          <p:cNvPr id="500" name="直線矢印コネクタ 499"/>
          <p:cNvCxnSpPr/>
          <p:nvPr/>
        </p:nvCxnSpPr>
        <p:spPr>
          <a:xfrm>
            <a:off x="3803650" y="5122864"/>
            <a:ext cx="228600" cy="1587"/>
          </a:xfrm>
          <a:prstGeom prst="straightConnector1">
            <a:avLst/>
          </a:prstGeom>
          <a:ln>
            <a:solidFill>
              <a:schemeClr val="tx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453" name="正方形/長方形 501"/>
          <p:cNvSpPr>
            <a:spLocks noChangeArrowheads="1"/>
          </p:cNvSpPr>
          <p:nvPr/>
        </p:nvSpPr>
        <p:spPr bwMode="auto">
          <a:xfrm>
            <a:off x="1039813" y="4384675"/>
            <a:ext cx="1897063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ja-JP">
                <a:latin typeface="Times New Roman" charset="0"/>
              </a:rPr>
              <a:t>   g</a:t>
            </a:r>
            <a:r>
              <a:rPr lang="en-US" altLang="ja-JP" baseline="-25000">
                <a:latin typeface="Times New Roman" charset="0"/>
              </a:rPr>
              <a:t>i</a:t>
            </a:r>
            <a:r>
              <a:rPr lang="en-US" altLang="ja-JP">
                <a:latin typeface="Times New Roman" charset="0"/>
              </a:rPr>
              <a:t> = w</a:t>
            </a:r>
            <a:r>
              <a:rPr lang="en-US" altLang="ja-JP" sz="1400" baseline="-25000">
                <a:latin typeface="Times New Roman" charset="0"/>
              </a:rPr>
              <a:t>5</a:t>
            </a:r>
            <a:r>
              <a:rPr lang="en-US" altLang="ja-JP">
                <a:latin typeface="Times New Roman" charset="0"/>
              </a:rPr>
              <a:t> w</a:t>
            </a:r>
            <a:r>
              <a:rPr lang="en-US" altLang="ja-JP" sz="1400" baseline="-25000">
                <a:latin typeface="Times New Roman" charset="0"/>
              </a:rPr>
              <a:t>6</a:t>
            </a:r>
            <a:r>
              <a:rPr lang="en-US" altLang="ja-JP">
                <a:latin typeface="Times New Roman" charset="0"/>
              </a:rPr>
              <a:t> w</a:t>
            </a:r>
            <a:r>
              <a:rPr lang="en-US" altLang="ja-JP" sz="1400" baseline="-25000">
                <a:latin typeface="Times New Roman" charset="0"/>
              </a:rPr>
              <a:t>3</a:t>
            </a:r>
            <a:r>
              <a:rPr lang="en-US" altLang="ja-JP">
                <a:latin typeface="Times New Roman" charset="0"/>
              </a:rPr>
              <a:t> w</a:t>
            </a:r>
            <a:r>
              <a:rPr lang="en-US" altLang="ja-JP" sz="1400" baseline="-25000">
                <a:latin typeface="Times New Roman" charset="0"/>
              </a:rPr>
              <a:t>4</a:t>
            </a:r>
            <a:r>
              <a:rPr lang="en-US" altLang="ja-JP">
                <a:latin typeface="Times New Roman" charset="0"/>
              </a:rPr>
              <a:t> </a:t>
            </a:r>
            <a:endParaRPr lang="ja-JP" altLang="en-US"/>
          </a:p>
        </p:txBody>
      </p:sp>
      <p:sp>
        <p:nvSpPr>
          <p:cNvPr id="503" name="左中かっこ 502"/>
          <p:cNvSpPr/>
          <p:nvPr/>
        </p:nvSpPr>
        <p:spPr>
          <a:xfrm rot="16200000">
            <a:off x="1203325" y="4619625"/>
            <a:ext cx="304800" cy="381000"/>
          </a:xfrm>
          <a:prstGeom prst="leftBrac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algn="ctr">
              <a:defRPr/>
            </a:pPr>
            <a:endParaRPr lang="ja-JP" altLang="en-US"/>
          </a:p>
        </p:txBody>
      </p:sp>
      <p:sp>
        <p:nvSpPr>
          <p:cNvPr id="54455" name="テキスト ボックス 503"/>
          <p:cNvSpPr txBox="1">
            <a:spLocks noChangeArrowheads="1"/>
          </p:cNvSpPr>
          <p:nvPr/>
        </p:nvSpPr>
        <p:spPr bwMode="auto">
          <a:xfrm>
            <a:off x="727075" y="4959351"/>
            <a:ext cx="1258888" cy="523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ja-JP" altLang="en-US" sz="1400"/>
              <a:t>単語 </a:t>
            </a:r>
            <a:r>
              <a:rPr lang="en-US" altLang="ja-JP" sz="1400"/>
              <a:t>N-gram</a:t>
            </a:r>
          </a:p>
          <a:p>
            <a:pPr algn="ctr" eaLnBrk="1" hangingPunct="1"/>
            <a:r>
              <a:rPr lang="ja-JP" altLang="en-US" sz="1400"/>
              <a:t>（</a:t>
            </a:r>
            <a:r>
              <a:rPr lang="en-US" altLang="ja-JP" sz="1400"/>
              <a:t>N=4</a:t>
            </a:r>
            <a:r>
              <a:rPr lang="ja-JP" altLang="en-US" sz="1400"/>
              <a:t>の場合）</a:t>
            </a:r>
            <a:endParaRPr lang="en-US" altLang="ja-JP" sz="1400"/>
          </a:p>
        </p:txBody>
      </p:sp>
    </p:spTree>
  </p:cSld>
  <p:clrMapOvr>
    <a:masterClrMapping/>
  </p:clrMapOvr>
  <p:transition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表 2"/>
          <p:cNvGraphicFramePr>
            <a:graphicFrameLocks noGrp="1"/>
          </p:cNvGraphicFramePr>
          <p:nvPr/>
        </p:nvGraphicFramePr>
        <p:xfrm>
          <a:off x="1524001" y="304800"/>
          <a:ext cx="944563" cy="1854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445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b="1" dirty="0"/>
                        <a:t>T</a:t>
                      </a:r>
                      <a:endParaRPr kumimoji="1" lang="ja-JP" altLang="en-US" b="1" dirty="0"/>
                    </a:p>
                  </a:txBody>
                  <a:tcPr marL="91409" marR="91409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1,3,4</a:t>
                      </a:r>
                      <a:endParaRPr kumimoji="1" lang="ja-JP" altLang="en-US" dirty="0"/>
                    </a:p>
                  </a:txBody>
                  <a:tcPr marL="91409" marR="91409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2,3,5</a:t>
                      </a:r>
                      <a:endParaRPr kumimoji="1" lang="ja-JP" altLang="en-US" dirty="0"/>
                    </a:p>
                  </a:txBody>
                  <a:tcPr marL="91409" marR="91409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1,2,3,5</a:t>
                      </a:r>
                      <a:endParaRPr kumimoji="1" lang="ja-JP" altLang="en-US" dirty="0"/>
                    </a:p>
                  </a:txBody>
                  <a:tcPr marL="91409" marR="91409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2,5</a:t>
                      </a:r>
                      <a:endParaRPr kumimoji="1" lang="ja-JP" altLang="en-US" dirty="0"/>
                    </a:p>
                  </a:txBody>
                  <a:tcPr marL="91409" marR="91409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4" name="表 3"/>
          <p:cNvGraphicFramePr>
            <a:graphicFrameLocks noGrp="1"/>
          </p:cNvGraphicFramePr>
          <p:nvPr/>
        </p:nvGraphicFramePr>
        <p:xfrm>
          <a:off x="4857750" y="304800"/>
          <a:ext cx="2057400" cy="222567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0367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372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946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b="1" dirty="0"/>
                        <a:t>C</a:t>
                      </a:r>
                      <a:r>
                        <a:rPr kumimoji="1" lang="en-US" altLang="ja-JP" sz="1800" b="1" baseline="-25000" dirty="0"/>
                        <a:t>1</a:t>
                      </a:r>
                      <a:endParaRPr kumimoji="1" lang="ja-JP" altLang="en-US" sz="1800" b="1" baseline="-25000" dirty="0"/>
                    </a:p>
                  </a:txBody>
                  <a:tcPr marT="45733" marB="45733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800" b="1" dirty="0"/>
                        <a:t>支持度</a:t>
                      </a:r>
                    </a:p>
                  </a:txBody>
                  <a:tcPr marT="45733" marB="45733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946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/>
                        <a:t>{1}</a:t>
                      </a:r>
                      <a:endParaRPr kumimoji="1" lang="ja-JP" altLang="en-US" sz="1800" dirty="0"/>
                    </a:p>
                  </a:txBody>
                  <a:tcPr marT="45733" marB="45733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/>
                        <a:t>2/4 = 0.50</a:t>
                      </a:r>
                      <a:endParaRPr kumimoji="1" lang="ja-JP" altLang="en-US" sz="1800" dirty="0"/>
                    </a:p>
                  </a:txBody>
                  <a:tcPr marT="45733" marB="45733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946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/>
                        <a:t>{2}</a:t>
                      </a:r>
                      <a:endParaRPr kumimoji="1" lang="ja-JP" altLang="en-US" sz="1800" dirty="0"/>
                    </a:p>
                  </a:txBody>
                  <a:tcPr marT="45733" marB="45733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/>
                        <a:t>3/4 = 0.75 </a:t>
                      </a:r>
                      <a:endParaRPr kumimoji="1" lang="ja-JP" altLang="en-US" sz="1800" dirty="0"/>
                    </a:p>
                  </a:txBody>
                  <a:tcPr marT="45733" marB="45733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946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/>
                        <a:t>{3}</a:t>
                      </a:r>
                      <a:endParaRPr kumimoji="1" lang="ja-JP" altLang="en-US" sz="1800" dirty="0"/>
                    </a:p>
                  </a:txBody>
                  <a:tcPr marT="45733" marB="45733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/>
                        <a:t>3/4 =</a:t>
                      </a:r>
                      <a:r>
                        <a:rPr kumimoji="1" lang="en-US" altLang="ja-JP" sz="1800" baseline="0" dirty="0"/>
                        <a:t> 0.75</a:t>
                      </a:r>
                      <a:endParaRPr kumimoji="1" lang="ja-JP" altLang="en-US" sz="1800" dirty="0"/>
                    </a:p>
                  </a:txBody>
                  <a:tcPr marT="45733" marB="45733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946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/>
                        <a:t>{4}</a:t>
                      </a:r>
                      <a:endParaRPr kumimoji="1" lang="ja-JP" altLang="en-US" sz="1800" dirty="0"/>
                    </a:p>
                  </a:txBody>
                  <a:tcPr marT="45733" marB="45733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/>
                        <a:t>1/4 =</a:t>
                      </a:r>
                      <a:r>
                        <a:rPr kumimoji="1" lang="en-US" altLang="ja-JP" sz="1800" baseline="0" dirty="0"/>
                        <a:t> 0.25</a:t>
                      </a:r>
                      <a:endParaRPr kumimoji="1" lang="ja-JP" altLang="en-US" sz="1800" dirty="0"/>
                    </a:p>
                  </a:txBody>
                  <a:tcPr marT="45733" marB="45733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946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/>
                        <a:t>{5}</a:t>
                      </a:r>
                      <a:endParaRPr kumimoji="1" lang="ja-JP" altLang="en-US" sz="1800" dirty="0"/>
                    </a:p>
                  </a:txBody>
                  <a:tcPr marT="45733" marB="45733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/>
                        <a:t>3/4 =</a:t>
                      </a:r>
                      <a:r>
                        <a:rPr kumimoji="1" lang="en-US" altLang="ja-JP" sz="1800" baseline="0" dirty="0"/>
                        <a:t> 0.75</a:t>
                      </a:r>
                      <a:endParaRPr kumimoji="1" lang="ja-JP" altLang="en-US" sz="1800" dirty="0"/>
                    </a:p>
                  </a:txBody>
                  <a:tcPr marT="45733" marB="45733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5" name="表 4"/>
          <p:cNvGraphicFramePr>
            <a:graphicFrameLocks noGrp="1"/>
          </p:cNvGraphicFramePr>
          <p:nvPr/>
        </p:nvGraphicFramePr>
        <p:xfrm>
          <a:off x="3048000" y="304800"/>
          <a:ext cx="990600" cy="222567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90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70946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b="1" dirty="0"/>
                        <a:t>C</a:t>
                      </a:r>
                      <a:r>
                        <a:rPr kumimoji="1" lang="en-US" altLang="ja-JP" sz="1800" b="1" baseline="-25000" dirty="0"/>
                        <a:t>1</a:t>
                      </a:r>
                      <a:endParaRPr kumimoji="1" lang="ja-JP" altLang="en-US" sz="1800" b="1" baseline="-25000" dirty="0"/>
                    </a:p>
                  </a:txBody>
                  <a:tcPr marT="45733" marB="45733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946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/>
                        <a:t>{1}</a:t>
                      </a:r>
                      <a:endParaRPr kumimoji="1" lang="ja-JP" altLang="en-US" sz="1800" dirty="0"/>
                    </a:p>
                  </a:txBody>
                  <a:tcPr marT="45733" marB="45733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946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/>
                        <a:t>{2}</a:t>
                      </a:r>
                      <a:endParaRPr kumimoji="1" lang="ja-JP" altLang="en-US" sz="1800" dirty="0"/>
                    </a:p>
                  </a:txBody>
                  <a:tcPr marT="45733" marB="45733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946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/>
                        <a:t>{3}</a:t>
                      </a:r>
                      <a:endParaRPr kumimoji="1" lang="ja-JP" altLang="en-US" sz="1800" dirty="0"/>
                    </a:p>
                  </a:txBody>
                  <a:tcPr marT="45733" marB="45733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946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/>
                        <a:t>{4}</a:t>
                      </a:r>
                      <a:endParaRPr kumimoji="1" lang="ja-JP" altLang="en-US" sz="1800" dirty="0"/>
                    </a:p>
                  </a:txBody>
                  <a:tcPr marT="45733" marB="45733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946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/>
                        <a:t>{5}</a:t>
                      </a:r>
                      <a:endParaRPr kumimoji="1" lang="ja-JP" altLang="en-US" sz="1800" dirty="0"/>
                    </a:p>
                  </a:txBody>
                  <a:tcPr marT="45733" marB="45733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6" name="表 5"/>
          <p:cNvGraphicFramePr>
            <a:graphicFrameLocks noGrp="1"/>
          </p:cNvGraphicFramePr>
          <p:nvPr/>
        </p:nvGraphicFramePr>
        <p:xfrm>
          <a:off x="7620000" y="333375"/>
          <a:ext cx="1828800" cy="1854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583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704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b="1" dirty="0"/>
                        <a:t>F</a:t>
                      </a:r>
                      <a:r>
                        <a:rPr kumimoji="1" lang="en-US" altLang="ja-JP" b="1" baseline="-25000" dirty="0"/>
                        <a:t>1</a:t>
                      </a:r>
                      <a:endParaRPr kumimoji="1" lang="ja-JP" altLang="en-US" b="1" baseline="-25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b="1" dirty="0"/>
                        <a:t>支持度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{1}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0.50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{2}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0.75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{3}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0.75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{5}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0.75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7" name="表 6"/>
          <p:cNvGraphicFramePr>
            <a:graphicFrameLocks noGrp="1"/>
          </p:cNvGraphicFramePr>
          <p:nvPr/>
        </p:nvGraphicFramePr>
        <p:xfrm>
          <a:off x="4857750" y="2819401"/>
          <a:ext cx="2057400" cy="259556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16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41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795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b="1" dirty="0"/>
                        <a:t>C</a:t>
                      </a:r>
                      <a:r>
                        <a:rPr kumimoji="1" lang="en-US" altLang="ja-JP" sz="1800" b="1" baseline="-25000" dirty="0"/>
                        <a:t>2</a:t>
                      </a:r>
                      <a:endParaRPr kumimoji="1" lang="ja-JP" altLang="en-US" sz="1800" b="1" baseline="-25000" dirty="0"/>
                    </a:p>
                  </a:txBody>
                  <a:tcPr marT="45714" marB="45714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800" b="1" dirty="0"/>
                        <a:t>支持度</a:t>
                      </a:r>
                    </a:p>
                  </a:txBody>
                  <a:tcPr marT="45714" marB="45714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795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/>
                        <a:t>{1,2}</a:t>
                      </a:r>
                      <a:endParaRPr kumimoji="1" lang="ja-JP" altLang="en-US" sz="1800" dirty="0"/>
                    </a:p>
                  </a:txBody>
                  <a:tcPr marT="45714" marB="45714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/>
                        <a:t>1/4 = 0.25</a:t>
                      </a:r>
                    </a:p>
                  </a:txBody>
                  <a:tcPr marT="45714" marB="45714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795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/>
                        <a:t>{1,3}</a:t>
                      </a:r>
                      <a:endParaRPr kumimoji="1" lang="ja-JP" altLang="en-US" sz="1800" dirty="0"/>
                    </a:p>
                  </a:txBody>
                  <a:tcPr marT="45714" marB="45714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/>
                        <a:t>2/4</a:t>
                      </a:r>
                      <a:r>
                        <a:rPr kumimoji="1" lang="en-US" altLang="ja-JP" sz="1800" baseline="0" dirty="0"/>
                        <a:t> = 0.50</a:t>
                      </a:r>
                      <a:endParaRPr kumimoji="1" lang="ja-JP" altLang="en-US" sz="1800" dirty="0"/>
                    </a:p>
                  </a:txBody>
                  <a:tcPr marT="45714" marB="45714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795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/>
                        <a:t>{1,5}</a:t>
                      </a:r>
                      <a:endParaRPr kumimoji="1" lang="ja-JP" altLang="en-US" sz="1800" dirty="0"/>
                    </a:p>
                  </a:txBody>
                  <a:tcPr marT="45714" marB="45714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/>
                        <a:t>1/4 = 0.25</a:t>
                      </a:r>
                      <a:endParaRPr kumimoji="1" lang="ja-JP" altLang="en-US" sz="1800" dirty="0"/>
                    </a:p>
                  </a:txBody>
                  <a:tcPr marT="45714" marB="45714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795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/>
                        <a:t>{2,3}</a:t>
                      </a:r>
                      <a:endParaRPr kumimoji="1" lang="ja-JP" altLang="en-US" sz="1800" dirty="0"/>
                    </a:p>
                  </a:txBody>
                  <a:tcPr marT="45714" marB="45714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/>
                        <a:t>2/4 = 0.50</a:t>
                      </a:r>
                      <a:endParaRPr kumimoji="1" lang="ja-JP" altLang="en-US" sz="1800" dirty="0"/>
                    </a:p>
                  </a:txBody>
                  <a:tcPr marT="45714" marB="45714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795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/>
                        <a:t>{2,5}</a:t>
                      </a:r>
                      <a:endParaRPr kumimoji="1" lang="ja-JP" altLang="en-US" sz="1800" dirty="0"/>
                    </a:p>
                  </a:txBody>
                  <a:tcPr marT="45714" marB="45714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/>
                        <a:t>3/4</a:t>
                      </a:r>
                      <a:r>
                        <a:rPr kumimoji="1" lang="en-US" altLang="ja-JP" sz="1800" baseline="0" dirty="0"/>
                        <a:t> = 0.75</a:t>
                      </a:r>
                      <a:endParaRPr kumimoji="1" lang="ja-JP" altLang="en-US" sz="1800" dirty="0"/>
                    </a:p>
                  </a:txBody>
                  <a:tcPr marT="45714" marB="45714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795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/>
                        <a:t>{3,5}</a:t>
                      </a:r>
                      <a:endParaRPr kumimoji="1" lang="ja-JP" altLang="en-US" sz="1800" dirty="0"/>
                    </a:p>
                  </a:txBody>
                  <a:tcPr marT="45714" marB="45714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/>
                        <a:t>2/4 = 0.50</a:t>
                      </a:r>
                      <a:endParaRPr kumimoji="1" lang="ja-JP" altLang="en-US" sz="1800" dirty="0"/>
                    </a:p>
                  </a:txBody>
                  <a:tcPr marT="45714" marB="45714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8" name="表 7"/>
          <p:cNvGraphicFramePr>
            <a:graphicFrameLocks noGrp="1"/>
          </p:cNvGraphicFramePr>
          <p:nvPr/>
        </p:nvGraphicFramePr>
        <p:xfrm>
          <a:off x="3048001" y="2819401"/>
          <a:ext cx="1020763" cy="259556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207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70795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b="1" dirty="0"/>
                        <a:t>C</a:t>
                      </a:r>
                      <a:r>
                        <a:rPr kumimoji="1" lang="en-US" altLang="ja-JP" sz="1800" b="1" baseline="-25000" dirty="0"/>
                        <a:t>2</a:t>
                      </a:r>
                      <a:endParaRPr kumimoji="1" lang="ja-JP" altLang="en-US" sz="1800" b="1" baseline="-25000" dirty="0"/>
                    </a:p>
                  </a:txBody>
                  <a:tcPr marL="91412" marR="91412" marT="45714" marB="45714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795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/>
                        <a:t>{1,2}</a:t>
                      </a:r>
                      <a:endParaRPr kumimoji="1" lang="ja-JP" altLang="en-US" sz="1800" dirty="0"/>
                    </a:p>
                  </a:txBody>
                  <a:tcPr marL="91412" marR="91412" marT="45714" marB="45714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795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/>
                        <a:t>{1,3}</a:t>
                      </a:r>
                      <a:endParaRPr kumimoji="1" lang="ja-JP" altLang="en-US" sz="1800" dirty="0"/>
                    </a:p>
                  </a:txBody>
                  <a:tcPr marL="91412" marR="91412" marT="45714" marB="45714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795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/>
                        <a:t>{1,5}</a:t>
                      </a:r>
                      <a:endParaRPr kumimoji="1" lang="ja-JP" altLang="en-US" sz="1800" dirty="0"/>
                    </a:p>
                  </a:txBody>
                  <a:tcPr marL="91412" marR="91412" marT="45714" marB="45714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795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/>
                        <a:t>{2,3}</a:t>
                      </a:r>
                      <a:endParaRPr kumimoji="1" lang="ja-JP" altLang="en-US" sz="1800" dirty="0"/>
                    </a:p>
                  </a:txBody>
                  <a:tcPr marL="91412" marR="91412" marT="45714" marB="45714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795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/>
                        <a:t>{2,5}</a:t>
                      </a:r>
                      <a:endParaRPr kumimoji="1" lang="ja-JP" altLang="en-US" sz="1800" dirty="0"/>
                    </a:p>
                  </a:txBody>
                  <a:tcPr marL="91412" marR="91412" marT="45714" marB="45714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795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/>
                        <a:t>{3,5}</a:t>
                      </a:r>
                      <a:endParaRPr kumimoji="1" lang="ja-JP" altLang="en-US" sz="1800" dirty="0"/>
                    </a:p>
                  </a:txBody>
                  <a:tcPr marL="91412" marR="91412" marT="45714" marB="45714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9" name="表 8"/>
          <p:cNvGraphicFramePr>
            <a:graphicFrameLocks noGrp="1"/>
          </p:cNvGraphicFramePr>
          <p:nvPr/>
        </p:nvGraphicFramePr>
        <p:xfrm>
          <a:off x="7639051" y="2809875"/>
          <a:ext cx="1876425" cy="1854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338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26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b="1" dirty="0"/>
                        <a:t>F</a:t>
                      </a:r>
                      <a:r>
                        <a:rPr kumimoji="1" lang="en-US" altLang="ja-JP" b="1" baseline="-25000" dirty="0"/>
                        <a:t>2</a:t>
                      </a:r>
                      <a:endParaRPr kumimoji="1" lang="ja-JP" altLang="en-US" b="1" baseline="-25000" dirty="0"/>
                    </a:p>
                  </a:txBody>
                  <a:tcPr marL="91409" marR="91409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b="1" dirty="0"/>
                        <a:t>支持度</a:t>
                      </a:r>
                    </a:p>
                  </a:txBody>
                  <a:tcPr marL="91409" marR="91409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{1,3}</a:t>
                      </a:r>
                      <a:endParaRPr kumimoji="1" lang="ja-JP" altLang="en-US" dirty="0"/>
                    </a:p>
                  </a:txBody>
                  <a:tcPr marL="91409" marR="91409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0.50</a:t>
                      </a:r>
                      <a:endParaRPr kumimoji="1" lang="ja-JP" altLang="en-US" dirty="0"/>
                    </a:p>
                  </a:txBody>
                  <a:tcPr marL="91409" marR="91409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{2,3}</a:t>
                      </a:r>
                      <a:endParaRPr kumimoji="1" lang="ja-JP" altLang="en-US" dirty="0"/>
                    </a:p>
                  </a:txBody>
                  <a:tcPr marL="91409" marR="91409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0.50</a:t>
                      </a:r>
                      <a:endParaRPr kumimoji="1" lang="ja-JP" altLang="en-US" dirty="0"/>
                    </a:p>
                  </a:txBody>
                  <a:tcPr marL="91409" marR="91409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{2,5}</a:t>
                      </a:r>
                      <a:endParaRPr kumimoji="1" lang="ja-JP" altLang="en-US" dirty="0"/>
                    </a:p>
                  </a:txBody>
                  <a:tcPr marL="91409" marR="91409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0.75</a:t>
                      </a:r>
                      <a:endParaRPr kumimoji="1" lang="ja-JP" altLang="en-US" dirty="0"/>
                    </a:p>
                  </a:txBody>
                  <a:tcPr marL="91409" marR="91409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{3,5}</a:t>
                      </a:r>
                      <a:endParaRPr kumimoji="1" lang="ja-JP" altLang="en-US" dirty="0"/>
                    </a:p>
                  </a:txBody>
                  <a:tcPr marL="91409" marR="91409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0.50</a:t>
                      </a:r>
                      <a:endParaRPr kumimoji="1" lang="ja-JP" altLang="en-US" dirty="0"/>
                    </a:p>
                  </a:txBody>
                  <a:tcPr marL="91409" marR="91409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10" name="表 9"/>
          <p:cNvGraphicFramePr>
            <a:graphicFrameLocks noGrp="1"/>
          </p:cNvGraphicFramePr>
          <p:nvPr/>
        </p:nvGraphicFramePr>
        <p:xfrm>
          <a:off x="3057525" y="5715000"/>
          <a:ext cx="990600" cy="148272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90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70681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b="1" dirty="0"/>
                        <a:t>C</a:t>
                      </a:r>
                      <a:r>
                        <a:rPr kumimoji="1" lang="en-US" altLang="ja-JP" sz="1800" b="1" baseline="-25000" dirty="0"/>
                        <a:t>3</a:t>
                      </a:r>
                      <a:endParaRPr kumimoji="1" lang="ja-JP" altLang="en-US" sz="1800" b="1" baseline="-25000" dirty="0"/>
                    </a:p>
                  </a:txBody>
                  <a:tcPr marT="45700" marB="457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681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/>
                        <a:t>{1,2,3}</a:t>
                      </a:r>
                      <a:endParaRPr kumimoji="1" lang="ja-JP" altLang="en-US" sz="1800" dirty="0"/>
                    </a:p>
                  </a:txBody>
                  <a:tcPr marT="45700" marB="457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681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/>
                        <a:t>{1,3,5}</a:t>
                      </a:r>
                      <a:endParaRPr kumimoji="1" lang="ja-JP" altLang="en-US" sz="1800" dirty="0"/>
                    </a:p>
                  </a:txBody>
                  <a:tcPr marT="45700" marB="457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681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/>
                        <a:t>{2,3,5}</a:t>
                      </a:r>
                      <a:endParaRPr kumimoji="1" lang="ja-JP" altLang="en-US" sz="1800" dirty="0"/>
                    </a:p>
                  </a:txBody>
                  <a:tcPr marT="45700" marB="457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11" name="表 10"/>
          <p:cNvGraphicFramePr>
            <a:graphicFrameLocks noGrp="1"/>
          </p:cNvGraphicFramePr>
          <p:nvPr/>
        </p:nvGraphicFramePr>
        <p:xfrm>
          <a:off x="4857751" y="5726113"/>
          <a:ext cx="2066925" cy="74136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5698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099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681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b="1" dirty="0"/>
                        <a:t>C</a:t>
                      </a:r>
                      <a:r>
                        <a:rPr kumimoji="1" lang="en-US" altLang="ja-JP" sz="1800" b="1" baseline="-25000" dirty="0"/>
                        <a:t>3</a:t>
                      </a:r>
                      <a:endParaRPr kumimoji="1" lang="ja-JP" altLang="en-US" sz="1800" b="1" baseline="-25000" dirty="0"/>
                    </a:p>
                  </a:txBody>
                  <a:tcPr marL="91412" marR="91412" marT="45700" marB="457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800" b="1" dirty="0"/>
                        <a:t>支持度</a:t>
                      </a:r>
                    </a:p>
                  </a:txBody>
                  <a:tcPr marL="91412" marR="91412" marT="45700" marB="457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681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/>
                        <a:t>{2,3,5}</a:t>
                      </a:r>
                      <a:endParaRPr kumimoji="1" lang="ja-JP" altLang="en-US" sz="1800" dirty="0"/>
                    </a:p>
                  </a:txBody>
                  <a:tcPr marL="91412" marR="91412" marT="45700" marB="45700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/>
                        <a:t>2/4 = 0.50</a:t>
                      </a:r>
                    </a:p>
                  </a:txBody>
                  <a:tcPr marL="91412" marR="91412" marT="45700" marB="457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2" name="表 11"/>
          <p:cNvGraphicFramePr>
            <a:graphicFrameLocks noGrp="1"/>
          </p:cNvGraphicFramePr>
          <p:nvPr/>
        </p:nvGraphicFramePr>
        <p:xfrm>
          <a:off x="7686676" y="5735638"/>
          <a:ext cx="2066925" cy="74136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0650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042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681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b="1" dirty="0"/>
                        <a:t>F</a:t>
                      </a:r>
                      <a:r>
                        <a:rPr kumimoji="1" lang="en-US" altLang="ja-JP" sz="1800" b="1" baseline="-25000" dirty="0"/>
                        <a:t>3</a:t>
                      </a:r>
                      <a:endParaRPr kumimoji="1" lang="ja-JP" altLang="en-US" sz="1800" b="1" baseline="-25000" dirty="0"/>
                    </a:p>
                  </a:txBody>
                  <a:tcPr marL="91412" marR="91412" marT="45700" marB="457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800" b="1" dirty="0"/>
                        <a:t>支持度</a:t>
                      </a:r>
                    </a:p>
                  </a:txBody>
                  <a:tcPr marL="91412" marR="91412" marT="45700" marB="457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681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/>
                        <a:t>{2,3,5}</a:t>
                      </a:r>
                      <a:endParaRPr kumimoji="1" lang="ja-JP" altLang="en-US" sz="1800" dirty="0"/>
                    </a:p>
                  </a:txBody>
                  <a:tcPr marL="91412" marR="91412" marT="45700" marB="45700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/>
                        <a:t>0.50</a:t>
                      </a:r>
                    </a:p>
                  </a:txBody>
                  <a:tcPr marL="91412" marR="91412" marT="45700" marB="457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3" name="右矢印 12"/>
          <p:cNvSpPr/>
          <p:nvPr/>
        </p:nvSpPr>
        <p:spPr bwMode="auto">
          <a:xfrm>
            <a:off x="2514600" y="1066800"/>
            <a:ext cx="533400" cy="484188"/>
          </a:xfrm>
          <a:prstGeom prst="rightArrow">
            <a:avLst/>
          </a:prstGeom>
          <a:solidFill>
            <a:schemeClr val="bg1">
              <a:lumMod val="75000"/>
            </a:scheme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>
              <a:defRPr/>
            </a:pPr>
            <a:endParaRPr lang="ja-JP" altLang="en-US"/>
          </a:p>
        </p:txBody>
      </p:sp>
      <p:sp>
        <p:nvSpPr>
          <p:cNvPr id="14" name="右矢印 13"/>
          <p:cNvSpPr/>
          <p:nvPr/>
        </p:nvSpPr>
        <p:spPr bwMode="auto">
          <a:xfrm>
            <a:off x="4191000" y="1066800"/>
            <a:ext cx="533400" cy="484188"/>
          </a:xfrm>
          <a:prstGeom prst="rightArrow">
            <a:avLst/>
          </a:prstGeom>
          <a:solidFill>
            <a:schemeClr val="bg1">
              <a:lumMod val="75000"/>
            </a:scheme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>
              <a:defRPr/>
            </a:pPr>
            <a:endParaRPr lang="ja-JP" altLang="en-US"/>
          </a:p>
        </p:txBody>
      </p:sp>
      <p:sp>
        <p:nvSpPr>
          <p:cNvPr id="15" name="右矢印 14"/>
          <p:cNvSpPr/>
          <p:nvPr/>
        </p:nvSpPr>
        <p:spPr bwMode="auto">
          <a:xfrm>
            <a:off x="7010400" y="1066800"/>
            <a:ext cx="533400" cy="484188"/>
          </a:xfrm>
          <a:prstGeom prst="rightArrow">
            <a:avLst/>
          </a:prstGeom>
          <a:solidFill>
            <a:schemeClr val="bg1">
              <a:lumMod val="75000"/>
            </a:scheme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>
              <a:defRPr/>
            </a:pPr>
            <a:endParaRPr lang="ja-JP" altLang="en-US"/>
          </a:p>
        </p:txBody>
      </p:sp>
      <p:sp>
        <p:nvSpPr>
          <p:cNvPr id="16" name="右矢印 15"/>
          <p:cNvSpPr/>
          <p:nvPr/>
        </p:nvSpPr>
        <p:spPr bwMode="auto">
          <a:xfrm>
            <a:off x="4191000" y="3706814"/>
            <a:ext cx="533400" cy="484187"/>
          </a:xfrm>
          <a:prstGeom prst="rightArrow">
            <a:avLst/>
          </a:prstGeom>
          <a:solidFill>
            <a:schemeClr val="bg1">
              <a:lumMod val="75000"/>
            </a:scheme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>
              <a:defRPr/>
            </a:pPr>
            <a:endParaRPr lang="ja-JP" altLang="en-US"/>
          </a:p>
        </p:txBody>
      </p:sp>
      <p:sp>
        <p:nvSpPr>
          <p:cNvPr id="17" name="右矢印 16"/>
          <p:cNvSpPr/>
          <p:nvPr/>
        </p:nvSpPr>
        <p:spPr bwMode="auto">
          <a:xfrm>
            <a:off x="7010400" y="3733800"/>
            <a:ext cx="533400" cy="484188"/>
          </a:xfrm>
          <a:prstGeom prst="rightArrow">
            <a:avLst/>
          </a:prstGeom>
          <a:solidFill>
            <a:schemeClr val="bg1">
              <a:lumMod val="75000"/>
            </a:scheme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>
              <a:defRPr/>
            </a:pPr>
            <a:endParaRPr lang="ja-JP" altLang="en-US"/>
          </a:p>
        </p:txBody>
      </p:sp>
      <p:sp>
        <p:nvSpPr>
          <p:cNvPr id="18" name="右矢印 17"/>
          <p:cNvSpPr/>
          <p:nvPr/>
        </p:nvSpPr>
        <p:spPr bwMode="auto">
          <a:xfrm>
            <a:off x="4191000" y="5840414"/>
            <a:ext cx="533400" cy="484187"/>
          </a:xfrm>
          <a:prstGeom prst="rightArrow">
            <a:avLst/>
          </a:prstGeom>
          <a:solidFill>
            <a:schemeClr val="bg1">
              <a:lumMod val="75000"/>
            </a:scheme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>
              <a:defRPr/>
            </a:pPr>
            <a:endParaRPr lang="ja-JP" altLang="en-US"/>
          </a:p>
        </p:txBody>
      </p:sp>
      <p:sp>
        <p:nvSpPr>
          <p:cNvPr id="19" name="右矢印 18"/>
          <p:cNvSpPr/>
          <p:nvPr/>
        </p:nvSpPr>
        <p:spPr bwMode="auto">
          <a:xfrm>
            <a:off x="7086600" y="5840414"/>
            <a:ext cx="533400" cy="484187"/>
          </a:xfrm>
          <a:prstGeom prst="rightArrow">
            <a:avLst/>
          </a:prstGeom>
          <a:solidFill>
            <a:schemeClr val="bg1">
              <a:lumMod val="75000"/>
            </a:scheme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>
              <a:defRPr/>
            </a:pPr>
            <a:endParaRPr lang="ja-JP" altLang="en-US"/>
          </a:p>
        </p:txBody>
      </p:sp>
      <p:graphicFrame>
        <p:nvGraphicFramePr>
          <p:cNvPr id="20" name="表 19"/>
          <p:cNvGraphicFramePr>
            <a:graphicFrameLocks noGrp="1"/>
          </p:cNvGraphicFramePr>
          <p:nvPr/>
        </p:nvGraphicFramePr>
        <p:xfrm>
          <a:off x="1676400" y="2819400"/>
          <a:ext cx="762000" cy="1854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6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b="1" dirty="0"/>
                        <a:t>F</a:t>
                      </a:r>
                      <a:r>
                        <a:rPr kumimoji="1" lang="en-US" altLang="ja-JP" b="1" baseline="-25000" dirty="0"/>
                        <a:t>1</a:t>
                      </a:r>
                      <a:endParaRPr kumimoji="1" lang="ja-JP" altLang="en-US" b="1" baseline="-25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{1}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{2}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{3}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{5}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21" name="表 20"/>
          <p:cNvGraphicFramePr>
            <a:graphicFrameLocks noGrp="1"/>
          </p:cNvGraphicFramePr>
          <p:nvPr/>
        </p:nvGraphicFramePr>
        <p:xfrm>
          <a:off x="1676400" y="5689600"/>
          <a:ext cx="762000" cy="1854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6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b="1" dirty="0"/>
                        <a:t>F</a:t>
                      </a:r>
                      <a:r>
                        <a:rPr kumimoji="1" lang="en-US" altLang="ja-JP" b="1" baseline="-25000" dirty="0"/>
                        <a:t>2</a:t>
                      </a:r>
                      <a:endParaRPr kumimoji="1" lang="ja-JP" altLang="en-US" b="1" baseline="-25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{1,3}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{2,3}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{2,5}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{3,5}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2" name="右矢印 21"/>
          <p:cNvSpPr/>
          <p:nvPr/>
        </p:nvSpPr>
        <p:spPr bwMode="auto">
          <a:xfrm>
            <a:off x="2514600" y="3657600"/>
            <a:ext cx="533400" cy="484188"/>
          </a:xfrm>
          <a:prstGeom prst="rightArrow">
            <a:avLst/>
          </a:prstGeom>
          <a:solidFill>
            <a:schemeClr val="bg1">
              <a:lumMod val="75000"/>
            </a:scheme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>
              <a:defRPr/>
            </a:pPr>
            <a:endParaRPr lang="ja-JP" altLang="en-US"/>
          </a:p>
        </p:txBody>
      </p:sp>
      <p:sp>
        <p:nvSpPr>
          <p:cNvPr id="23" name="右矢印 22"/>
          <p:cNvSpPr/>
          <p:nvPr/>
        </p:nvSpPr>
        <p:spPr bwMode="auto">
          <a:xfrm>
            <a:off x="2514600" y="5867400"/>
            <a:ext cx="533400" cy="484188"/>
          </a:xfrm>
          <a:prstGeom prst="rightArrow">
            <a:avLst/>
          </a:prstGeom>
          <a:solidFill>
            <a:schemeClr val="bg1">
              <a:lumMod val="75000"/>
            </a:scheme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>
              <a:defRPr/>
            </a:pPr>
            <a:endParaRPr lang="ja-JP" altLang="en-US"/>
          </a:p>
        </p:txBody>
      </p:sp>
      <p:sp>
        <p:nvSpPr>
          <p:cNvPr id="55506" name="テキスト ボックス 23"/>
          <p:cNvSpPr txBox="1">
            <a:spLocks noChangeArrowheads="1"/>
          </p:cNvSpPr>
          <p:nvPr/>
        </p:nvSpPr>
        <p:spPr bwMode="auto">
          <a:xfrm>
            <a:off x="2514601" y="3200400"/>
            <a:ext cx="466725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ja-JP"/>
              <a:t>(1)</a:t>
            </a:r>
            <a:endParaRPr lang="ja-JP" altLang="en-US"/>
          </a:p>
        </p:txBody>
      </p:sp>
      <p:sp>
        <p:nvSpPr>
          <p:cNvPr id="55507" name="テキスト ボックス 24"/>
          <p:cNvSpPr txBox="1">
            <a:spLocks noChangeArrowheads="1"/>
          </p:cNvSpPr>
          <p:nvPr/>
        </p:nvSpPr>
        <p:spPr bwMode="auto">
          <a:xfrm>
            <a:off x="2514601" y="5410200"/>
            <a:ext cx="466725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ja-JP"/>
              <a:t>(1)</a:t>
            </a:r>
            <a:endParaRPr lang="ja-JP" altLang="en-US"/>
          </a:p>
        </p:txBody>
      </p:sp>
      <p:sp>
        <p:nvSpPr>
          <p:cNvPr id="55508" name="テキスト ボックス 25"/>
          <p:cNvSpPr txBox="1">
            <a:spLocks noChangeArrowheads="1"/>
          </p:cNvSpPr>
          <p:nvPr/>
        </p:nvSpPr>
        <p:spPr bwMode="auto">
          <a:xfrm>
            <a:off x="4181476" y="533400"/>
            <a:ext cx="466725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ja-JP"/>
              <a:t>(2)</a:t>
            </a:r>
            <a:endParaRPr lang="ja-JP" altLang="en-US"/>
          </a:p>
        </p:txBody>
      </p:sp>
      <p:sp>
        <p:nvSpPr>
          <p:cNvPr id="55509" name="テキスト ボックス 26"/>
          <p:cNvSpPr txBox="1">
            <a:spLocks noChangeArrowheads="1"/>
          </p:cNvSpPr>
          <p:nvPr/>
        </p:nvSpPr>
        <p:spPr bwMode="auto">
          <a:xfrm>
            <a:off x="4191001" y="3200400"/>
            <a:ext cx="466725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ja-JP"/>
              <a:t>(2)</a:t>
            </a:r>
            <a:endParaRPr lang="ja-JP" altLang="en-US"/>
          </a:p>
        </p:txBody>
      </p:sp>
      <p:sp>
        <p:nvSpPr>
          <p:cNvPr id="55510" name="テキスト ボックス 27"/>
          <p:cNvSpPr txBox="1">
            <a:spLocks noChangeArrowheads="1"/>
          </p:cNvSpPr>
          <p:nvPr/>
        </p:nvSpPr>
        <p:spPr bwMode="auto">
          <a:xfrm>
            <a:off x="4191001" y="5421314"/>
            <a:ext cx="466725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ja-JP"/>
              <a:t>(2)</a:t>
            </a:r>
            <a:endParaRPr lang="ja-JP" altLang="en-US"/>
          </a:p>
        </p:txBody>
      </p:sp>
      <p:sp>
        <p:nvSpPr>
          <p:cNvPr id="55511" name="テキスト ボックス 28"/>
          <p:cNvSpPr txBox="1">
            <a:spLocks noChangeArrowheads="1"/>
          </p:cNvSpPr>
          <p:nvPr/>
        </p:nvSpPr>
        <p:spPr bwMode="auto">
          <a:xfrm>
            <a:off x="7010401" y="533400"/>
            <a:ext cx="466725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ja-JP"/>
              <a:t>(3)</a:t>
            </a:r>
            <a:endParaRPr lang="ja-JP" altLang="en-US"/>
          </a:p>
        </p:txBody>
      </p:sp>
      <p:sp>
        <p:nvSpPr>
          <p:cNvPr id="55512" name="テキスト ボックス 29"/>
          <p:cNvSpPr txBox="1">
            <a:spLocks noChangeArrowheads="1"/>
          </p:cNvSpPr>
          <p:nvPr/>
        </p:nvSpPr>
        <p:spPr bwMode="auto">
          <a:xfrm>
            <a:off x="7010401" y="3211514"/>
            <a:ext cx="466725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ja-JP"/>
              <a:t>(3)</a:t>
            </a:r>
            <a:endParaRPr lang="ja-JP" altLang="en-US"/>
          </a:p>
        </p:txBody>
      </p:sp>
      <p:sp>
        <p:nvSpPr>
          <p:cNvPr id="55513" name="テキスト ボックス 30"/>
          <p:cNvSpPr txBox="1">
            <a:spLocks noChangeArrowheads="1"/>
          </p:cNvSpPr>
          <p:nvPr/>
        </p:nvSpPr>
        <p:spPr bwMode="auto">
          <a:xfrm>
            <a:off x="7077076" y="5486400"/>
            <a:ext cx="466725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ja-JP"/>
              <a:t>(3)</a:t>
            </a:r>
            <a:endParaRPr lang="ja-JP" altLang="en-US"/>
          </a:p>
        </p:txBody>
      </p:sp>
      <p:cxnSp>
        <p:nvCxnSpPr>
          <p:cNvPr id="33" name="直線コネクタ 32"/>
          <p:cNvCxnSpPr/>
          <p:nvPr/>
        </p:nvCxnSpPr>
        <p:spPr>
          <a:xfrm>
            <a:off x="3200400" y="6248400"/>
            <a:ext cx="762000" cy="1588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線コネクタ 33"/>
          <p:cNvCxnSpPr/>
          <p:nvPr/>
        </p:nvCxnSpPr>
        <p:spPr>
          <a:xfrm>
            <a:off x="3200400" y="6324600"/>
            <a:ext cx="762000" cy="1588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線コネクタ 34"/>
          <p:cNvCxnSpPr/>
          <p:nvPr/>
        </p:nvCxnSpPr>
        <p:spPr>
          <a:xfrm>
            <a:off x="3200400" y="6629400"/>
            <a:ext cx="762000" cy="1588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線コネクタ 35"/>
          <p:cNvCxnSpPr/>
          <p:nvPr/>
        </p:nvCxnSpPr>
        <p:spPr>
          <a:xfrm>
            <a:off x="3200400" y="6705600"/>
            <a:ext cx="762000" cy="1588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正方形/長方形 160"/>
          <p:cNvSpPr/>
          <p:nvPr/>
        </p:nvSpPr>
        <p:spPr>
          <a:xfrm>
            <a:off x="4159251" y="838200"/>
            <a:ext cx="2949575" cy="762000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ja-JP" altLang="en-US"/>
          </a:p>
        </p:txBody>
      </p:sp>
      <p:sp>
        <p:nvSpPr>
          <p:cNvPr id="56323" name="Oval 4"/>
          <p:cNvSpPr>
            <a:spLocks noChangeArrowheads="1"/>
          </p:cNvSpPr>
          <p:nvPr/>
        </p:nvSpPr>
        <p:spPr bwMode="auto">
          <a:xfrm>
            <a:off x="8624888" y="3859213"/>
            <a:ext cx="311150" cy="1397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en-US" altLang="ja-JP" sz="1400"/>
              <a:t>A</a:t>
            </a:r>
            <a:endParaRPr lang="ja-JP" altLang="en-US" sz="1400"/>
          </a:p>
        </p:txBody>
      </p:sp>
      <p:sp>
        <p:nvSpPr>
          <p:cNvPr id="56324" name="Oval 5"/>
          <p:cNvSpPr>
            <a:spLocks noChangeArrowheads="1"/>
          </p:cNvSpPr>
          <p:nvPr/>
        </p:nvSpPr>
        <p:spPr bwMode="auto">
          <a:xfrm>
            <a:off x="8648700" y="5083175"/>
            <a:ext cx="312738" cy="1397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en-US" altLang="ja-JP" sz="1400"/>
              <a:t>D</a:t>
            </a:r>
            <a:endParaRPr lang="ja-JP" altLang="en-US" sz="1400"/>
          </a:p>
        </p:txBody>
      </p:sp>
      <p:sp>
        <p:nvSpPr>
          <p:cNvPr id="56325" name="Oval 6"/>
          <p:cNvSpPr>
            <a:spLocks noChangeArrowheads="1"/>
          </p:cNvSpPr>
          <p:nvPr/>
        </p:nvSpPr>
        <p:spPr bwMode="auto">
          <a:xfrm>
            <a:off x="8634414" y="4487863"/>
            <a:ext cx="312737" cy="1397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en-US" altLang="ja-JP" sz="1400"/>
              <a:t>C</a:t>
            </a:r>
            <a:endParaRPr lang="ja-JP" altLang="en-US" sz="1400"/>
          </a:p>
        </p:txBody>
      </p:sp>
      <p:sp>
        <p:nvSpPr>
          <p:cNvPr id="56326" name="Oval 7"/>
          <p:cNvSpPr>
            <a:spLocks noChangeArrowheads="1"/>
          </p:cNvSpPr>
          <p:nvPr/>
        </p:nvSpPr>
        <p:spPr bwMode="auto">
          <a:xfrm>
            <a:off x="8237539" y="4473575"/>
            <a:ext cx="312737" cy="1397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en-US" altLang="ja-JP" sz="1400"/>
              <a:t>B</a:t>
            </a:r>
            <a:endParaRPr lang="ja-JP" altLang="en-US" sz="1400"/>
          </a:p>
        </p:txBody>
      </p:sp>
      <p:sp>
        <p:nvSpPr>
          <p:cNvPr id="56327" name="Oval 8"/>
          <p:cNvSpPr>
            <a:spLocks noChangeArrowheads="1"/>
          </p:cNvSpPr>
          <p:nvPr/>
        </p:nvSpPr>
        <p:spPr bwMode="auto">
          <a:xfrm>
            <a:off x="6534150" y="3894138"/>
            <a:ext cx="312738" cy="1397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en-US" altLang="ja-JP" sz="1400"/>
              <a:t>A</a:t>
            </a:r>
            <a:endParaRPr lang="ja-JP" altLang="en-US" sz="1400"/>
          </a:p>
        </p:txBody>
      </p:sp>
      <p:sp>
        <p:nvSpPr>
          <p:cNvPr id="29705" name="Oval 9"/>
          <p:cNvSpPr>
            <a:spLocks noChangeArrowheads="1"/>
          </p:cNvSpPr>
          <p:nvPr/>
        </p:nvSpPr>
        <p:spPr bwMode="auto">
          <a:xfrm>
            <a:off x="6924675" y="4548188"/>
            <a:ext cx="312738" cy="139700"/>
          </a:xfrm>
          <a:prstGeom prst="ellipse">
            <a:avLst/>
          </a:prstGeom>
          <a:noFill/>
          <a:ln w="9525" cmpd="sng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US" altLang="ja-JP" sz="1400" dirty="0">
                <a:latin typeface="+mj-lt"/>
              </a:rPr>
              <a:t>D</a:t>
            </a:r>
            <a:endParaRPr lang="ja-JP" altLang="en-US" sz="1400" dirty="0">
              <a:latin typeface="+mj-lt"/>
            </a:endParaRPr>
          </a:p>
        </p:txBody>
      </p:sp>
      <p:sp>
        <p:nvSpPr>
          <p:cNvPr id="56329" name="Oval 10"/>
          <p:cNvSpPr>
            <a:spLocks noChangeArrowheads="1"/>
          </p:cNvSpPr>
          <p:nvPr/>
        </p:nvSpPr>
        <p:spPr bwMode="auto">
          <a:xfrm>
            <a:off x="6548438" y="4548188"/>
            <a:ext cx="311150" cy="1397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en-US" altLang="ja-JP" sz="1400"/>
              <a:t>C</a:t>
            </a:r>
            <a:endParaRPr lang="ja-JP" altLang="en-US" sz="1400"/>
          </a:p>
        </p:txBody>
      </p:sp>
      <p:sp>
        <p:nvSpPr>
          <p:cNvPr id="29707" name="Oval 11"/>
          <p:cNvSpPr>
            <a:spLocks noChangeArrowheads="1"/>
          </p:cNvSpPr>
          <p:nvPr/>
        </p:nvSpPr>
        <p:spPr bwMode="auto">
          <a:xfrm>
            <a:off x="6208713" y="4548188"/>
            <a:ext cx="311150" cy="139700"/>
          </a:xfrm>
          <a:prstGeom prst="ellipse">
            <a:avLst/>
          </a:prstGeom>
          <a:noFill/>
          <a:ln w="9525" cmpd="sng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US" altLang="ja-JP" sz="1400" dirty="0">
                <a:latin typeface="+mj-lt"/>
              </a:rPr>
              <a:t>B</a:t>
            </a:r>
            <a:endParaRPr lang="ja-JP" altLang="en-US" sz="1400" dirty="0">
              <a:latin typeface="+mj-lt"/>
            </a:endParaRPr>
          </a:p>
        </p:txBody>
      </p:sp>
      <p:sp>
        <p:nvSpPr>
          <p:cNvPr id="56331" name="Oval 13"/>
          <p:cNvSpPr>
            <a:spLocks noChangeArrowheads="1"/>
          </p:cNvSpPr>
          <p:nvPr/>
        </p:nvSpPr>
        <p:spPr bwMode="auto">
          <a:xfrm>
            <a:off x="4705350" y="5170488"/>
            <a:ext cx="312738" cy="1397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en-US" altLang="ja-JP" sz="1400"/>
              <a:t>D</a:t>
            </a:r>
          </a:p>
        </p:txBody>
      </p:sp>
      <p:sp>
        <p:nvSpPr>
          <p:cNvPr id="56332" name="Oval 14"/>
          <p:cNvSpPr>
            <a:spLocks noChangeArrowheads="1"/>
          </p:cNvSpPr>
          <p:nvPr/>
        </p:nvSpPr>
        <p:spPr bwMode="auto">
          <a:xfrm>
            <a:off x="4154489" y="4110038"/>
            <a:ext cx="312737" cy="1397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en-US" altLang="ja-JP" sz="1400"/>
              <a:t>C</a:t>
            </a:r>
          </a:p>
        </p:txBody>
      </p:sp>
      <p:sp>
        <p:nvSpPr>
          <p:cNvPr id="56333" name="Oval 15"/>
          <p:cNvSpPr>
            <a:spLocks noChangeArrowheads="1"/>
          </p:cNvSpPr>
          <p:nvPr/>
        </p:nvSpPr>
        <p:spPr bwMode="auto">
          <a:xfrm>
            <a:off x="3841750" y="4110038"/>
            <a:ext cx="312738" cy="1397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en-US" altLang="ja-JP" sz="1400"/>
              <a:t>B</a:t>
            </a:r>
            <a:endParaRPr lang="ja-JP" altLang="en-US" sz="1400"/>
          </a:p>
        </p:txBody>
      </p:sp>
      <p:sp>
        <p:nvSpPr>
          <p:cNvPr id="29712" name="AutoShape 16"/>
          <p:cNvSpPr>
            <a:spLocks noChangeArrowheads="1"/>
          </p:cNvSpPr>
          <p:nvPr/>
        </p:nvSpPr>
        <p:spPr bwMode="auto">
          <a:xfrm rot="5400000">
            <a:off x="4327526" y="3862388"/>
            <a:ext cx="1446212" cy="1147763"/>
          </a:xfrm>
          <a:prstGeom prst="flowChartManualInput">
            <a:avLst/>
          </a:prstGeom>
          <a:gradFill rotWithShape="0">
            <a:gsLst>
              <a:gs pos="0">
                <a:schemeClr val="bg1">
                  <a:lumMod val="75000"/>
                </a:schemeClr>
              </a:gs>
              <a:gs pos="100000">
                <a:schemeClr val="hlink">
                  <a:gamma/>
                  <a:tint val="0"/>
                  <a:invGamma/>
                </a:schemeClr>
              </a:gs>
            </a:gsLst>
            <a:path path="shape">
              <a:fillToRect l="50000" t="50000" r="50000" b="50000"/>
            </a:path>
          </a:gradFill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none" anchor="ctr"/>
          <a:lstStyle/>
          <a:p>
            <a:pPr>
              <a:defRPr/>
            </a:pPr>
            <a:endParaRPr lang="ja-JP" altLang="en-US"/>
          </a:p>
        </p:txBody>
      </p:sp>
      <p:sp>
        <p:nvSpPr>
          <p:cNvPr id="49174" name="Oval 24"/>
          <p:cNvSpPr>
            <a:spLocks noChangeArrowheads="1"/>
          </p:cNvSpPr>
          <p:nvPr/>
        </p:nvSpPr>
        <p:spPr bwMode="auto">
          <a:xfrm>
            <a:off x="4676776" y="4051300"/>
            <a:ext cx="79375" cy="69850"/>
          </a:xfrm>
          <a:prstGeom prst="ellipse">
            <a:avLst/>
          </a:prstGeom>
          <a:solidFill>
            <a:schemeClr val="bg1">
              <a:lumMod val="50000"/>
            </a:scheme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>
              <a:defRPr/>
            </a:pPr>
            <a:endParaRPr lang="ja-JP" altLang="en-US"/>
          </a:p>
        </p:txBody>
      </p:sp>
      <p:sp>
        <p:nvSpPr>
          <p:cNvPr id="49176" name="Oval 27"/>
          <p:cNvSpPr>
            <a:spLocks noChangeArrowheads="1"/>
          </p:cNvSpPr>
          <p:nvPr/>
        </p:nvSpPr>
        <p:spPr bwMode="auto">
          <a:xfrm>
            <a:off x="5011739" y="4425951"/>
            <a:ext cx="79375" cy="66675"/>
          </a:xfrm>
          <a:prstGeom prst="ellipse">
            <a:avLst/>
          </a:prstGeom>
          <a:solidFill>
            <a:schemeClr val="bg1">
              <a:lumMod val="50000"/>
            </a:scheme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>
              <a:defRPr/>
            </a:pPr>
            <a:endParaRPr lang="ja-JP" altLang="en-US"/>
          </a:p>
        </p:txBody>
      </p:sp>
      <p:sp>
        <p:nvSpPr>
          <p:cNvPr id="49178" name="Oval 29"/>
          <p:cNvSpPr>
            <a:spLocks noChangeArrowheads="1"/>
          </p:cNvSpPr>
          <p:nvPr/>
        </p:nvSpPr>
        <p:spPr bwMode="auto">
          <a:xfrm>
            <a:off x="4819651" y="4756150"/>
            <a:ext cx="79375" cy="69850"/>
          </a:xfrm>
          <a:prstGeom prst="ellipse">
            <a:avLst/>
          </a:prstGeom>
          <a:solidFill>
            <a:schemeClr val="bg1">
              <a:lumMod val="50000"/>
            </a:scheme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>
              <a:defRPr/>
            </a:pPr>
            <a:endParaRPr lang="ja-JP" altLang="en-US"/>
          </a:p>
        </p:txBody>
      </p:sp>
      <p:sp>
        <p:nvSpPr>
          <p:cNvPr id="56338" name="Rectangle 34"/>
          <p:cNvSpPr>
            <a:spLocks noChangeArrowheads="1"/>
          </p:cNvSpPr>
          <p:nvPr/>
        </p:nvSpPr>
        <p:spPr bwMode="auto">
          <a:xfrm>
            <a:off x="4668839" y="3787776"/>
            <a:ext cx="904875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8" rIns="92075" bIns="46038">
            <a:spAutoFit/>
          </a:bodyPr>
          <a:lstStyle>
            <a:lvl1pPr defTabSz="7620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defTabSz="7620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defTabSz="7620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defTabSz="7620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defTabSz="7620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defTabSz="7620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defTabSz="7620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defTabSz="7620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defTabSz="7620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ja-JP" altLang="en-US" sz="1400" b="1">
                <a:latin typeface="ＭＳ Ｐゴシック" charset="-128"/>
              </a:rPr>
              <a:t>除去領域</a:t>
            </a:r>
          </a:p>
        </p:txBody>
      </p:sp>
      <p:sp>
        <p:nvSpPr>
          <p:cNvPr id="56339" name="Rectangle 35"/>
          <p:cNvSpPr>
            <a:spLocks noChangeArrowheads="1"/>
          </p:cNvSpPr>
          <p:nvPr/>
        </p:nvSpPr>
        <p:spPr bwMode="auto">
          <a:xfrm>
            <a:off x="6127751" y="4800600"/>
            <a:ext cx="1190625" cy="585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8" rIns="92075" bIns="46038">
            <a:spAutoFit/>
          </a:bodyPr>
          <a:lstStyle>
            <a:lvl1pPr defTabSz="7620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defTabSz="7620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defTabSz="7620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defTabSz="7620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defTabSz="7620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defTabSz="7620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defTabSz="7620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defTabSz="7620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defTabSz="7620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ja-JP" altLang="en-US" sz="1600" b="1">
                <a:latin typeface="ＭＳ Ｐゴシック" charset="-128"/>
              </a:rPr>
              <a:t>概念階層</a:t>
            </a:r>
            <a:endParaRPr lang="en-US" altLang="ja-JP" sz="1600" b="1">
              <a:latin typeface="ＭＳ Ｐゴシック" charset="-128"/>
            </a:endParaRPr>
          </a:p>
          <a:p>
            <a:pPr algn="ctr" eaLnBrk="1" hangingPunct="1"/>
            <a:r>
              <a:rPr lang="ja-JP" altLang="en-US" sz="1600" b="1">
                <a:latin typeface="ＭＳ Ｐゴシック" charset="-128"/>
              </a:rPr>
              <a:t>初期モデル</a:t>
            </a:r>
          </a:p>
        </p:txBody>
      </p:sp>
      <p:sp>
        <p:nvSpPr>
          <p:cNvPr id="56340" name="Rectangle 39"/>
          <p:cNvSpPr>
            <a:spLocks noChangeArrowheads="1"/>
          </p:cNvSpPr>
          <p:nvPr/>
        </p:nvSpPr>
        <p:spPr bwMode="auto">
          <a:xfrm>
            <a:off x="6183313" y="4125913"/>
            <a:ext cx="24765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>
            <a:spAutoFit/>
          </a:bodyPr>
          <a:lstStyle>
            <a:lvl1pPr defTabSz="7620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defTabSz="7620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defTabSz="7620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defTabSz="7620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defTabSz="7620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defTabSz="7620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defTabSz="7620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defTabSz="7620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defTabSz="7620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ja-JP" sz="1600">
                <a:latin typeface="ＭＳ Ｐゴシック" charset="-128"/>
              </a:rPr>
              <a:t>0</a:t>
            </a:r>
          </a:p>
        </p:txBody>
      </p:sp>
      <p:sp>
        <p:nvSpPr>
          <p:cNvPr id="56341" name="Rectangle 40"/>
          <p:cNvSpPr>
            <a:spLocks noChangeArrowheads="1"/>
          </p:cNvSpPr>
          <p:nvPr/>
        </p:nvSpPr>
        <p:spPr bwMode="auto">
          <a:xfrm>
            <a:off x="6472239" y="4130675"/>
            <a:ext cx="287337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8" rIns="92075" bIns="46038">
            <a:spAutoFit/>
          </a:bodyPr>
          <a:lstStyle>
            <a:lvl1pPr defTabSz="7620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defTabSz="7620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defTabSz="7620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defTabSz="7620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defTabSz="7620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defTabSz="7620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defTabSz="7620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defTabSz="7620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defTabSz="7620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ja-JP" sz="1600">
                <a:latin typeface="ＭＳ Ｐゴシック" charset="-128"/>
              </a:rPr>
              <a:t>0</a:t>
            </a:r>
          </a:p>
        </p:txBody>
      </p:sp>
      <p:sp>
        <p:nvSpPr>
          <p:cNvPr id="56342" name="Rectangle 41"/>
          <p:cNvSpPr>
            <a:spLocks noChangeArrowheads="1"/>
          </p:cNvSpPr>
          <p:nvPr/>
        </p:nvSpPr>
        <p:spPr bwMode="auto">
          <a:xfrm>
            <a:off x="6959601" y="4119564"/>
            <a:ext cx="290513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8" rIns="92075" bIns="46038">
            <a:spAutoFit/>
          </a:bodyPr>
          <a:lstStyle>
            <a:lvl1pPr defTabSz="7620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defTabSz="7620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defTabSz="7620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defTabSz="7620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defTabSz="7620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defTabSz="7620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defTabSz="7620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defTabSz="7620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defTabSz="7620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ja-JP" sz="1600" b="1">
                <a:latin typeface="ＭＳ Ｐゴシック" charset="-128"/>
              </a:rPr>
              <a:t>3</a:t>
            </a:r>
          </a:p>
        </p:txBody>
      </p:sp>
      <p:sp>
        <p:nvSpPr>
          <p:cNvPr id="56343" name="Rectangle 48"/>
          <p:cNvSpPr>
            <a:spLocks noChangeArrowheads="1"/>
          </p:cNvSpPr>
          <p:nvPr/>
        </p:nvSpPr>
        <p:spPr bwMode="auto">
          <a:xfrm>
            <a:off x="5481639" y="4016376"/>
            <a:ext cx="600075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8" rIns="92075" bIns="46038">
            <a:spAutoFit/>
          </a:bodyPr>
          <a:lstStyle>
            <a:lvl1pPr defTabSz="7620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defTabSz="7620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defTabSz="7620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defTabSz="7620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defTabSz="7620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defTabSz="7620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defTabSz="7620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defTabSz="7620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defTabSz="7620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ja-JP" altLang="en-US" sz="1600" b="1">
                <a:latin typeface="ＭＳ Ｐゴシック" charset="-128"/>
              </a:rPr>
              <a:t>剪定</a:t>
            </a:r>
          </a:p>
        </p:txBody>
      </p:sp>
      <p:sp>
        <p:nvSpPr>
          <p:cNvPr id="56344" name="Rectangle 54"/>
          <p:cNvSpPr>
            <a:spLocks noChangeArrowheads="1"/>
          </p:cNvSpPr>
          <p:nvPr/>
        </p:nvSpPr>
        <p:spPr bwMode="auto">
          <a:xfrm>
            <a:off x="7169150" y="3656014"/>
            <a:ext cx="1339850" cy="687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8" rIns="92075" bIns="46038">
            <a:spAutoFit/>
          </a:bodyPr>
          <a:lstStyle>
            <a:lvl1pPr defTabSz="7620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defTabSz="7620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defTabSz="7620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defTabSz="7620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defTabSz="7620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defTabSz="7620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defTabSz="7620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defTabSz="7620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defTabSz="7620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ja-JP" altLang="en-US" sz="1300" b="1">
                <a:latin typeface="ＭＳ Ｐゴシック" charset="-128"/>
              </a:rPr>
              <a:t>概念Ａの再分化</a:t>
            </a:r>
          </a:p>
          <a:p>
            <a:pPr eaLnBrk="1" hangingPunct="1"/>
            <a:r>
              <a:rPr lang="ja-JP" altLang="en-US" sz="1300" b="1">
                <a:latin typeface="ＭＳ Ｐゴシック" charset="-128"/>
              </a:rPr>
              <a:t>（階層の再構成）</a:t>
            </a:r>
          </a:p>
          <a:p>
            <a:pPr eaLnBrk="1" hangingPunct="1"/>
            <a:r>
              <a:rPr lang="ja-JP" altLang="en-US" sz="1300" b="1">
                <a:latin typeface="ＭＳ Ｐゴシック" charset="-128"/>
              </a:rPr>
              <a:t>を示唆</a:t>
            </a:r>
          </a:p>
        </p:txBody>
      </p:sp>
      <p:sp>
        <p:nvSpPr>
          <p:cNvPr id="56345" name="Rectangle 59"/>
          <p:cNvSpPr>
            <a:spLocks noChangeArrowheads="1"/>
          </p:cNvSpPr>
          <p:nvPr/>
        </p:nvSpPr>
        <p:spPr bwMode="auto">
          <a:xfrm>
            <a:off x="4540250" y="969964"/>
            <a:ext cx="1525588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8" rIns="92075" bIns="46038">
            <a:spAutoFit/>
          </a:bodyPr>
          <a:lstStyle>
            <a:lvl1pPr defTabSz="7620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defTabSz="7620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defTabSz="7620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defTabSz="7620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defTabSz="7620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defTabSz="7620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defTabSz="7620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defTabSz="7620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defTabSz="7620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ja-JP" altLang="en-US" sz="1400" b="1">
                <a:latin typeface="ＭＳ Ｐゴシック" charset="-128"/>
              </a:rPr>
              <a:t>ベストマッチノード</a:t>
            </a:r>
          </a:p>
        </p:txBody>
      </p:sp>
      <p:sp>
        <p:nvSpPr>
          <p:cNvPr id="56346" name="Rectangle 91"/>
          <p:cNvSpPr>
            <a:spLocks noChangeArrowheads="1"/>
          </p:cNvSpPr>
          <p:nvPr/>
        </p:nvSpPr>
        <p:spPr bwMode="auto">
          <a:xfrm>
            <a:off x="4527551" y="2971801"/>
            <a:ext cx="600075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8" rIns="92075" bIns="46038">
            <a:spAutoFit/>
          </a:bodyPr>
          <a:lstStyle>
            <a:lvl1pPr defTabSz="7620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defTabSz="7620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defTabSz="7620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defTabSz="7620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defTabSz="7620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defTabSz="7620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defTabSz="7620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defTabSz="7620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defTabSz="7620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ja-JP" altLang="en-US" sz="1600" b="1">
                <a:latin typeface="ＭＳ Ｐゴシック" charset="-128"/>
              </a:rPr>
              <a:t>移動</a:t>
            </a:r>
          </a:p>
        </p:txBody>
      </p:sp>
      <p:sp>
        <p:nvSpPr>
          <p:cNvPr id="56347" name="Rectangle 92"/>
          <p:cNvSpPr>
            <a:spLocks noChangeArrowheads="1"/>
          </p:cNvSpPr>
          <p:nvPr/>
        </p:nvSpPr>
        <p:spPr bwMode="auto">
          <a:xfrm>
            <a:off x="6432551" y="2819401"/>
            <a:ext cx="600075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8" rIns="92075" bIns="46038">
            <a:spAutoFit/>
          </a:bodyPr>
          <a:lstStyle>
            <a:lvl1pPr defTabSz="7620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defTabSz="7620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defTabSz="7620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defTabSz="7620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defTabSz="7620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defTabSz="7620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defTabSz="7620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defTabSz="7620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defTabSz="7620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ja-JP" altLang="en-US" sz="1600" b="1">
                <a:latin typeface="ＭＳ Ｐゴシック" charset="-128"/>
              </a:rPr>
              <a:t>移動</a:t>
            </a:r>
          </a:p>
        </p:txBody>
      </p:sp>
      <p:sp>
        <p:nvSpPr>
          <p:cNvPr id="56348" name="Rectangle 93"/>
          <p:cNvSpPr>
            <a:spLocks noChangeArrowheads="1"/>
          </p:cNvSpPr>
          <p:nvPr/>
        </p:nvSpPr>
        <p:spPr bwMode="auto">
          <a:xfrm>
            <a:off x="6432551" y="2209801"/>
            <a:ext cx="600075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8" rIns="92075" bIns="46038">
            <a:spAutoFit/>
          </a:bodyPr>
          <a:lstStyle>
            <a:lvl1pPr defTabSz="7620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defTabSz="7620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defTabSz="7620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defTabSz="7620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defTabSz="7620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defTabSz="7620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defTabSz="7620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defTabSz="7620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defTabSz="7620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ja-JP" altLang="en-US" sz="1600" b="1">
                <a:latin typeface="ＭＳ Ｐゴシック" charset="-128"/>
              </a:rPr>
              <a:t>移動</a:t>
            </a:r>
          </a:p>
        </p:txBody>
      </p:sp>
      <p:sp>
        <p:nvSpPr>
          <p:cNvPr id="56349" name="Rectangle 94"/>
          <p:cNvSpPr>
            <a:spLocks noChangeArrowheads="1"/>
          </p:cNvSpPr>
          <p:nvPr/>
        </p:nvSpPr>
        <p:spPr bwMode="auto">
          <a:xfrm>
            <a:off x="5213351" y="2971801"/>
            <a:ext cx="600075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8" rIns="92075" bIns="46038">
            <a:spAutoFit/>
          </a:bodyPr>
          <a:lstStyle>
            <a:lvl1pPr defTabSz="7620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defTabSz="7620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defTabSz="7620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defTabSz="7620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defTabSz="7620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defTabSz="7620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defTabSz="7620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defTabSz="7620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defTabSz="7620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ja-JP" altLang="en-US" sz="1600" b="1">
                <a:latin typeface="ＭＳ Ｐゴシック" charset="-128"/>
              </a:rPr>
              <a:t>確定</a:t>
            </a:r>
          </a:p>
        </p:txBody>
      </p:sp>
      <p:sp>
        <p:nvSpPr>
          <p:cNvPr id="56350" name="Rectangle 97"/>
          <p:cNvSpPr>
            <a:spLocks noChangeArrowheads="1"/>
          </p:cNvSpPr>
          <p:nvPr/>
        </p:nvSpPr>
        <p:spPr bwMode="auto">
          <a:xfrm>
            <a:off x="4579938" y="1246188"/>
            <a:ext cx="455612" cy="309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8" rIns="92075" bIns="46038">
            <a:spAutoFit/>
          </a:bodyPr>
          <a:lstStyle>
            <a:lvl1pPr defTabSz="7620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defTabSz="7620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defTabSz="7620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defTabSz="7620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defTabSz="7620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defTabSz="7620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defTabSz="7620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defTabSz="7620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defTabSz="7620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ja-JP" sz="1400" b="1">
                <a:latin typeface="ＭＳ Ｐゴシック" charset="-128"/>
              </a:rPr>
              <a:t>SIN</a:t>
            </a:r>
            <a:endParaRPr lang="ja-JP" altLang="en-US" sz="1400" b="1">
              <a:latin typeface="ＭＳ Ｐゴシック" charset="-128"/>
            </a:endParaRPr>
          </a:p>
        </p:txBody>
      </p:sp>
      <p:sp>
        <p:nvSpPr>
          <p:cNvPr id="56351" name="Rectangle 118"/>
          <p:cNvSpPr>
            <a:spLocks noChangeArrowheads="1"/>
          </p:cNvSpPr>
          <p:nvPr/>
        </p:nvSpPr>
        <p:spPr bwMode="auto">
          <a:xfrm>
            <a:off x="5865814" y="5756276"/>
            <a:ext cx="1633537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8" rIns="92075" bIns="46038">
            <a:spAutoFit/>
          </a:bodyPr>
          <a:lstStyle>
            <a:lvl1pPr defTabSz="7620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defTabSz="7620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defTabSz="7620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defTabSz="7620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defTabSz="7620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defTabSz="7620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defTabSz="7620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defTabSz="7620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defTabSz="7620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ja-JP" altLang="en-US" sz="1600" b="1">
                <a:latin typeface="ＭＳ Ｐゴシック" charset="-128"/>
              </a:rPr>
              <a:t>多重継承の除去</a:t>
            </a:r>
          </a:p>
        </p:txBody>
      </p:sp>
      <p:sp>
        <p:nvSpPr>
          <p:cNvPr id="56352" name="Rectangle 119"/>
          <p:cNvSpPr>
            <a:spLocks noChangeArrowheads="1"/>
          </p:cNvSpPr>
          <p:nvPr/>
        </p:nvSpPr>
        <p:spPr bwMode="auto">
          <a:xfrm>
            <a:off x="6116638" y="990600"/>
            <a:ext cx="304800" cy="228600"/>
          </a:xfrm>
          <a:prstGeom prst="rect">
            <a:avLst/>
          </a:prstGeom>
          <a:noFill/>
          <a:ln w="2857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endParaRPr lang="ja-JP" altLang="en-US"/>
          </a:p>
        </p:txBody>
      </p:sp>
      <p:sp>
        <p:nvSpPr>
          <p:cNvPr id="56353" name="Rectangle 120"/>
          <p:cNvSpPr>
            <a:spLocks noChangeArrowheads="1"/>
          </p:cNvSpPr>
          <p:nvPr/>
        </p:nvSpPr>
        <p:spPr bwMode="auto">
          <a:xfrm>
            <a:off x="6116638" y="1295400"/>
            <a:ext cx="304800" cy="228600"/>
          </a:xfrm>
          <a:prstGeom prst="rect">
            <a:avLst/>
          </a:prstGeom>
          <a:noFill/>
          <a:ln w="19050">
            <a:solidFill>
              <a:schemeClr val="tx1"/>
            </a:solidFill>
            <a:prstDash val="sysDot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endParaRPr lang="ja-JP" altLang="en-US"/>
          </a:p>
        </p:txBody>
      </p:sp>
      <p:sp>
        <p:nvSpPr>
          <p:cNvPr id="29817" name="Text Box 121"/>
          <p:cNvSpPr txBox="1">
            <a:spLocks noChangeArrowheads="1"/>
          </p:cNvSpPr>
          <p:nvPr/>
        </p:nvSpPr>
        <p:spPr bwMode="auto">
          <a:xfrm>
            <a:off x="6421438" y="914401"/>
            <a:ext cx="525462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altLang="ja-JP" sz="1400" b="1" dirty="0">
                <a:latin typeface="+mj-ea"/>
                <a:ea typeface="+mj-ea"/>
              </a:rPr>
              <a:t>PAB</a:t>
            </a:r>
          </a:p>
        </p:txBody>
      </p:sp>
      <p:sp>
        <p:nvSpPr>
          <p:cNvPr id="29818" name="Text Box 122"/>
          <p:cNvSpPr txBox="1">
            <a:spLocks noChangeArrowheads="1"/>
          </p:cNvSpPr>
          <p:nvPr/>
        </p:nvSpPr>
        <p:spPr bwMode="auto">
          <a:xfrm>
            <a:off x="6421439" y="1219201"/>
            <a:ext cx="534987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altLang="ja-JP" sz="1400" b="1" dirty="0">
                <a:latin typeface="+mj-ea"/>
                <a:ea typeface="+mj-ea"/>
              </a:rPr>
              <a:t>STM</a:t>
            </a:r>
          </a:p>
        </p:txBody>
      </p:sp>
      <p:sp>
        <p:nvSpPr>
          <p:cNvPr id="49266" name="Oval 25"/>
          <p:cNvSpPr>
            <a:spLocks noChangeArrowheads="1"/>
          </p:cNvSpPr>
          <p:nvPr/>
        </p:nvSpPr>
        <p:spPr bwMode="auto">
          <a:xfrm>
            <a:off x="4524376" y="4425951"/>
            <a:ext cx="80963" cy="66675"/>
          </a:xfrm>
          <a:prstGeom prst="ellipse">
            <a:avLst/>
          </a:prstGeom>
          <a:solidFill>
            <a:schemeClr val="bg1">
              <a:lumMod val="50000"/>
            </a:schemeClr>
          </a:solidFill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 wrap="none" anchor="ctr"/>
          <a:lstStyle/>
          <a:p>
            <a:pPr>
              <a:defRPr/>
            </a:pPr>
            <a:endParaRPr lang="ja-JP" altLang="en-US"/>
          </a:p>
        </p:txBody>
      </p:sp>
      <p:sp>
        <p:nvSpPr>
          <p:cNvPr id="49267" name="Oval 42"/>
          <p:cNvSpPr>
            <a:spLocks noChangeArrowheads="1"/>
          </p:cNvSpPr>
          <p:nvPr/>
        </p:nvSpPr>
        <p:spPr bwMode="auto">
          <a:xfrm>
            <a:off x="5249863" y="4756150"/>
            <a:ext cx="80962" cy="69850"/>
          </a:xfrm>
          <a:prstGeom prst="ellipse">
            <a:avLst/>
          </a:prstGeom>
          <a:solidFill>
            <a:schemeClr val="bg1">
              <a:lumMod val="50000"/>
            </a:schemeClr>
          </a:solidFill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 wrap="none" anchor="ctr"/>
          <a:lstStyle/>
          <a:p>
            <a:pPr>
              <a:defRPr/>
            </a:pPr>
            <a:endParaRPr lang="ja-JP" altLang="en-US"/>
          </a:p>
        </p:txBody>
      </p:sp>
      <p:sp>
        <p:nvSpPr>
          <p:cNvPr id="119" name="AutoShape 146"/>
          <p:cNvSpPr>
            <a:spLocks noChangeArrowheads="1"/>
          </p:cNvSpPr>
          <p:nvPr/>
        </p:nvSpPr>
        <p:spPr bwMode="auto">
          <a:xfrm>
            <a:off x="5583238" y="4378325"/>
            <a:ext cx="457200" cy="400050"/>
          </a:xfrm>
          <a:prstGeom prst="rightArrow">
            <a:avLst>
              <a:gd name="adj1" fmla="val 50000"/>
              <a:gd name="adj2" fmla="val 57148"/>
            </a:avLst>
          </a:prstGeom>
          <a:solidFill>
            <a:schemeClr val="bg1">
              <a:lumMod val="75000"/>
            </a:schemeClr>
          </a:solidFill>
          <a:ln>
            <a:headEnd/>
            <a:tailEnd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anchor="ctr"/>
          <a:lstStyle/>
          <a:p>
            <a:pPr>
              <a:defRPr/>
            </a:pPr>
            <a:endParaRPr lang="ja-JP" altLang="en-US"/>
          </a:p>
        </p:txBody>
      </p:sp>
      <p:sp>
        <p:nvSpPr>
          <p:cNvPr id="120" name="AutoShape 146"/>
          <p:cNvSpPr>
            <a:spLocks noChangeArrowheads="1"/>
          </p:cNvSpPr>
          <p:nvPr/>
        </p:nvSpPr>
        <p:spPr bwMode="auto">
          <a:xfrm>
            <a:off x="7640638" y="4378325"/>
            <a:ext cx="457200" cy="400050"/>
          </a:xfrm>
          <a:prstGeom prst="rightArrow">
            <a:avLst>
              <a:gd name="adj1" fmla="val 50000"/>
              <a:gd name="adj2" fmla="val 57148"/>
            </a:avLst>
          </a:prstGeom>
          <a:solidFill>
            <a:schemeClr val="bg1">
              <a:lumMod val="75000"/>
            </a:schemeClr>
          </a:solidFill>
          <a:ln>
            <a:headEnd/>
            <a:tailEnd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anchor="ctr"/>
          <a:lstStyle/>
          <a:p>
            <a:pPr>
              <a:defRPr/>
            </a:pPr>
            <a:endParaRPr lang="ja-JP" altLang="en-US"/>
          </a:p>
        </p:txBody>
      </p:sp>
      <p:sp>
        <p:nvSpPr>
          <p:cNvPr id="121" name="AutoShape 146"/>
          <p:cNvSpPr>
            <a:spLocks noChangeArrowheads="1"/>
          </p:cNvSpPr>
          <p:nvPr/>
        </p:nvSpPr>
        <p:spPr bwMode="auto">
          <a:xfrm>
            <a:off x="6432550" y="6096000"/>
            <a:ext cx="457200" cy="400050"/>
          </a:xfrm>
          <a:prstGeom prst="rightArrow">
            <a:avLst>
              <a:gd name="adj1" fmla="val 50000"/>
              <a:gd name="adj2" fmla="val 57148"/>
            </a:avLst>
          </a:prstGeom>
          <a:solidFill>
            <a:schemeClr val="bg1">
              <a:lumMod val="75000"/>
            </a:schemeClr>
          </a:solidFill>
          <a:ln>
            <a:headEnd/>
            <a:tailEnd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anchor="ctr"/>
          <a:lstStyle/>
          <a:p>
            <a:pPr>
              <a:defRPr/>
            </a:pPr>
            <a:endParaRPr lang="ja-JP" altLang="en-US"/>
          </a:p>
        </p:txBody>
      </p:sp>
      <p:sp>
        <p:nvSpPr>
          <p:cNvPr id="56361" name="Oval 12"/>
          <p:cNvSpPr>
            <a:spLocks noChangeArrowheads="1"/>
          </p:cNvSpPr>
          <p:nvPr/>
        </p:nvSpPr>
        <p:spPr bwMode="auto">
          <a:xfrm>
            <a:off x="4160839" y="3635375"/>
            <a:ext cx="312737" cy="1397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en-US" altLang="ja-JP" sz="1400"/>
              <a:t>A</a:t>
            </a:r>
            <a:endParaRPr lang="ja-JP" altLang="en-US" sz="1400"/>
          </a:p>
        </p:txBody>
      </p:sp>
      <p:cxnSp>
        <p:nvCxnSpPr>
          <p:cNvPr id="123" name="直線矢印コネクタ 122"/>
          <p:cNvCxnSpPr>
            <a:stCxn id="56333" idx="0"/>
            <a:endCxn id="56361" idx="3"/>
          </p:cNvCxnSpPr>
          <p:nvPr/>
        </p:nvCxnSpPr>
        <p:spPr>
          <a:xfrm rot="5400000" flipH="1" flipV="1">
            <a:off x="3925094" y="3828257"/>
            <a:ext cx="355600" cy="20796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直線矢印コネクタ 125"/>
          <p:cNvCxnSpPr>
            <a:stCxn id="56332" idx="0"/>
            <a:endCxn id="56361" idx="4"/>
          </p:cNvCxnSpPr>
          <p:nvPr/>
        </p:nvCxnSpPr>
        <p:spPr>
          <a:xfrm rot="5400000" flipH="1" flipV="1">
            <a:off x="4147344" y="3939382"/>
            <a:ext cx="334963" cy="635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直線矢印コネクタ 129"/>
          <p:cNvCxnSpPr>
            <a:stCxn id="49174" idx="0"/>
            <a:endCxn id="56361" idx="5"/>
          </p:cNvCxnSpPr>
          <p:nvPr/>
        </p:nvCxnSpPr>
        <p:spPr>
          <a:xfrm rot="16200000" flipV="1">
            <a:off x="4424363" y="3759200"/>
            <a:ext cx="296862" cy="287338"/>
          </a:xfrm>
          <a:prstGeom prst="straightConnector1">
            <a:avLst/>
          </a:prstGeom>
          <a:ln w="38100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直線矢印コネクタ 135"/>
          <p:cNvCxnSpPr>
            <a:stCxn id="49176" idx="0"/>
            <a:endCxn id="49174" idx="5"/>
          </p:cNvCxnSpPr>
          <p:nvPr/>
        </p:nvCxnSpPr>
        <p:spPr>
          <a:xfrm rot="16200000" flipV="1">
            <a:off x="4741070" y="4115595"/>
            <a:ext cx="314325" cy="306387"/>
          </a:xfrm>
          <a:prstGeom prst="straightConnector1">
            <a:avLst/>
          </a:prstGeom>
          <a:ln w="38100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直線矢印コネクタ 140"/>
          <p:cNvCxnSpPr>
            <a:stCxn id="49178" idx="0"/>
            <a:endCxn id="49176" idx="2"/>
          </p:cNvCxnSpPr>
          <p:nvPr/>
        </p:nvCxnSpPr>
        <p:spPr>
          <a:xfrm rot="5400000" flipH="1" flipV="1">
            <a:off x="4787107" y="4531519"/>
            <a:ext cx="296862" cy="152400"/>
          </a:xfrm>
          <a:prstGeom prst="straightConnector1">
            <a:avLst/>
          </a:prstGeom>
          <a:ln w="38100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直線矢印コネクタ 146"/>
          <p:cNvCxnSpPr>
            <a:stCxn id="56331" idx="0"/>
            <a:endCxn id="49178" idx="4"/>
          </p:cNvCxnSpPr>
          <p:nvPr/>
        </p:nvCxnSpPr>
        <p:spPr>
          <a:xfrm rot="16200000" flipV="1">
            <a:off x="4688682" y="4996657"/>
            <a:ext cx="344488" cy="3175"/>
          </a:xfrm>
          <a:prstGeom prst="straightConnector1">
            <a:avLst/>
          </a:prstGeom>
          <a:ln w="38100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直線矢印コネクタ 153"/>
          <p:cNvCxnSpPr>
            <a:stCxn id="49267" idx="0"/>
            <a:endCxn id="49176" idx="5"/>
          </p:cNvCxnSpPr>
          <p:nvPr/>
        </p:nvCxnSpPr>
        <p:spPr>
          <a:xfrm rot="16200000" flipV="1">
            <a:off x="5049044" y="4514056"/>
            <a:ext cx="273050" cy="211138"/>
          </a:xfrm>
          <a:prstGeom prst="straightConnector1">
            <a:avLst/>
          </a:prstGeom>
          <a:ln w="38100">
            <a:solidFill>
              <a:schemeClr val="bg1">
                <a:lumMod val="50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直線矢印コネクタ 158"/>
          <p:cNvCxnSpPr>
            <a:stCxn id="49266" idx="0"/>
            <a:endCxn id="49174" idx="3"/>
          </p:cNvCxnSpPr>
          <p:nvPr/>
        </p:nvCxnSpPr>
        <p:spPr>
          <a:xfrm rot="5400000" flipH="1" flipV="1">
            <a:off x="4470401" y="4206876"/>
            <a:ext cx="314325" cy="123825"/>
          </a:xfrm>
          <a:prstGeom prst="straightConnector1">
            <a:avLst/>
          </a:prstGeom>
          <a:ln w="38100">
            <a:solidFill>
              <a:schemeClr val="bg1">
                <a:lumMod val="50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直線矢印コネクタ 163"/>
          <p:cNvCxnSpPr>
            <a:endCxn id="49267" idx="5"/>
          </p:cNvCxnSpPr>
          <p:nvPr/>
        </p:nvCxnSpPr>
        <p:spPr>
          <a:xfrm rot="16200000" flipV="1">
            <a:off x="5130007" y="5006182"/>
            <a:ext cx="419100" cy="39687"/>
          </a:xfrm>
          <a:prstGeom prst="straightConnector1">
            <a:avLst/>
          </a:prstGeom>
          <a:ln w="38100">
            <a:solidFill>
              <a:schemeClr val="bg1">
                <a:lumMod val="50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直線矢印コネクタ 167"/>
          <p:cNvCxnSpPr>
            <a:stCxn id="29707" idx="0"/>
            <a:endCxn id="56327" idx="3"/>
          </p:cNvCxnSpPr>
          <p:nvPr/>
        </p:nvCxnSpPr>
        <p:spPr>
          <a:xfrm rot="5400000" flipH="1" flipV="1">
            <a:off x="6204744" y="4172744"/>
            <a:ext cx="534988" cy="21590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直線矢印コネクタ 170"/>
          <p:cNvCxnSpPr>
            <a:stCxn id="56329" idx="0"/>
            <a:endCxn id="56327" idx="4"/>
          </p:cNvCxnSpPr>
          <p:nvPr/>
        </p:nvCxnSpPr>
        <p:spPr>
          <a:xfrm rot="16200000" flipV="1">
            <a:off x="6440488" y="4284663"/>
            <a:ext cx="514350" cy="1270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直線矢印コネクタ 173"/>
          <p:cNvCxnSpPr>
            <a:stCxn id="29705" idx="0"/>
            <a:endCxn id="56327" idx="5"/>
          </p:cNvCxnSpPr>
          <p:nvPr/>
        </p:nvCxnSpPr>
        <p:spPr>
          <a:xfrm rot="16200000" flipV="1">
            <a:off x="6674644" y="4140994"/>
            <a:ext cx="534988" cy="279400"/>
          </a:xfrm>
          <a:prstGeom prst="straightConnector1">
            <a:avLst/>
          </a:prstGeom>
          <a:ln w="635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直線矢印コネクタ 176"/>
          <p:cNvCxnSpPr>
            <a:stCxn id="56326" idx="0"/>
            <a:endCxn id="56323" idx="3"/>
          </p:cNvCxnSpPr>
          <p:nvPr/>
        </p:nvCxnSpPr>
        <p:spPr>
          <a:xfrm rot="5400000" flipH="1" flipV="1">
            <a:off x="8285163" y="4087813"/>
            <a:ext cx="495300" cy="27622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0" name="直線矢印コネクタ 179"/>
          <p:cNvCxnSpPr>
            <a:stCxn id="56325" idx="0"/>
            <a:endCxn id="56323" idx="4"/>
          </p:cNvCxnSpPr>
          <p:nvPr/>
        </p:nvCxnSpPr>
        <p:spPr>
          <a:xfrm rot="16200000" flipV="1">
            <a:off x="8541544" y="4237832"/>
            <a:ext cx="488950" cy="1111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直線矢印コネクタ 185"/>
          <p:cNvCxnSpPr>
            <a:stCxn id="56324" idx="0"/>
            <a:endCxn id="56325" idx="4"/>
          </p:cNvCxnSpPr>
          <p:nvPr/>
        </p:nvCxnSpPr>
        <p:spPr>
          <a:xfrm rot="16200000" flipV="1">
            <a:off x="8570913" y="4848225"/>
            <a:ext cx="455612" cy="14288"/>
          </a:xfrm>
          <a:prstGeom prst="straightConnector1">
            <a:avLst/>
          </a:prstGeom>
          <a:ln w="635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377" name="Oval 14"/>
          <p:cNvSpPr>
            <a:spLocks noChangeArrowheads="1"/>
          </p:cNvSpPr>
          <p:nvPr/>
        </p:nvSpPr>
        <p:spPr bwMode="auto">
          <a:xfrm>
            <a:off x="5518150" y="5892800"/>
            <a:ext cx="312738" cy="1397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en-US" altLang="ja-JP" sz="1400"/>
              <a:t>C</a:t>
            </a:r>
          </a:p>
        </p:txBody>
      </p:sp>
      <p:sp>
        <p:nvSpPr>
          <p:cNvPr id="56378" name="Oval 15"/>
          <p:cNvSpPr>
            <a:spLocks noChangeArrowheads="1"/>
          </p:cNvSpPr>
          <p:nvPr/>
        </p:nvSpPr>
        <p:spPr bwMode="auto">
          <a:xfrm>
            <a:off x="5060950" y="5880100"/>
            <a:ext cx="312738" cy="1397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en-US" altLang="ja-JP" sz="1400"/>
              <a:t>B</a:t>
            </a:r>
            <a:endParaRPr lang="ja-JP" altLang="en-US" sz="1400"/>
          </a:p>
        </p:txBody>
      </p:sp>
      <p:sp>
        <p:nvSpPr>
          <p:cNvPr id="56379" name="Oval 12"/>
          <p:cNvSpPr>
            <a:spLocks noChangeArrowheads="1"/>
          </p:cNvSpPr>
          <p:nvPr/>
        </p:nvSpPr>
        <p:spPr bwMode="auto">
          <a:xfrm>
            <a:off x="4603750" y="5880100"/>
            <a:ext cx="312738" cy="1397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en-US" altLang="ja-JP" sz="1400"/>
              <a:t>A</a:t>
            </a:r>
            <a:endParaRPr lang="ja-JP" altLang="en-US" sz="1400"/>
          </a:p>
        </p:txBody>
      </p:sp>
      <p:sp>
        <p:nvSpPr>
          <p:cNvPr id="56380" name="Oval 13"/>
          <p:cNvSpPr>
            <a:spLocks noChangeArrowheads="1"/>
          </p:cNvSpPr>
          <p:nvPr/>
        </p:nvSpPr>
        <p:spPr bwMode="auto">
          <a:xfrm>
            <a:off x="5072064" y="6489700"/>
            <a:ext cx="312737" cy="1397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en-US" altLang="ja-JP" sz="1400"/>
              <a:t>D</a:t>
            </a:r>
          </a:p>
        </p:txBody>
      </p:sp>
      <p:cxnSp>
        <p:nvCxnSpPr>
          <p:cNvPr id="193" name="直線矢印コネクタ 192"/>
          <p:cNvCxnSpPr>
            <a:stCxn id="56380" idx="0"/>
            <a:endCxn id="56379" idx="4"/>
          </p:cNvCxnSpPr>
          <p:nvPr/>
        </p:nvCxnSpPr>
        <p:spPr>
          <a:xfrm rot="16200000" flipV="1">
            <a:off x="4760119" y="6020594"/>
            <a:ext cx="469900" cy="46831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直線矢印コネクタ 195"/>
          <p:cNvCxnSpPr>
            <a:stCxn id="56380" idx="0"/>
            <a:endCxn id="56377" idx="4"/>
          </p:cNvCxnSpPr>
          <p:nvPr/>
        </p:nvCxnSpPr>
        <p:spPr>
          <a:xfrm rot="5400000" flipH="1" flipV="1">
            <a:off x="5223669" y="6038056"/>
            <a:ext cx="457200" cy="44608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直線矢印コネクタ 198"/>
          <p:cNvCxnSpPr>
            <a:stCxn id="56380" idx="0"/>
            <a:endCxn id="56378" idx="4"/>
          </p:cNvCxnSpPr>
          <p:nvPr/>
        </p:nvCxnSpPr>
        <p:spPr>
          <a:xfrm rot="16200000" flipV="1">
            <a:off x="4988719" y="6249194"/>
            <a:ext cx="469900" cy="11112"/>
          </a:xfrm>
          <a:prstGeom prst="straightConnector1">
            <a:avLst/>
          </a:prstGeom>
          <a:ln w="635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384" name="Oval 15"/>
          <p:cNvSpPr>
            <a:spLocks noChangeArrowheads="1"/>
          </p:cNvSpPr>
          <p:nvPr/>
        </p:nvSpPr>
        <p:spPr bwMode="auto">
          <a:xfrm>
            <a:off x="7651750" y="5895975"/>
            <a:ext cx="312738" cy="1397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en-US" altLang="ja-JP" sz="1400"/>
              <a:t>B</a:t>
            </a:r>
            <a:endParaRPr lang="ja-JP" altLang="en-US" sz="1400"/>
          </a:p>
        </p:txBody>
      </p:sp>
      <p:sp>
        <p:nvSpPr>
          <p:cNvPr id="56385" name="Oval 13"/>
          <p:cNvSpPr>
            <a:spLocks noChangeArrowheads="1"/>
          </p:cNvSpPr>
          <p:nvPr/>
        </p:nvSpPr>
        <p:spPr bwMode="auto">
          <a:xfrm>
            <a:off x="7662864" y="6505575"/>
            <a:ext cx="312737" cy="1397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en-US" altLang="ja-JP" sz="1400"/>
              <a:t>D</a:t>
            </a:r>
          </a:p>
        </p:txBody>
      </p:sp>
      <p:cxnSp>
        <p:nvCxnSpPr>
          <p:cNvPr id="204" name="直線矢印コネクタ 203"/>
          <p:cNvCxnSpPr>
            <a:stCxn id="56385" idx="0"/>
            <a:endCxn id="56384" idx="4"/>
          </p:cNvCxnSpPr>
          <p:nvPr/>
        </p:nvCxnSpPr>
        <p:spPr>
          <a:xfrm rot="16200000" flipV="1">
            <a:off x="7579519" y="6265069"/>
            <a:ext cx="469900" cy="11112"/>
          </a:xfrm>
          <a:prstGeom prst="straightConnector1">
            <a:avLst/>
          </a:prstGeom>
          <a:ln w="635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387" name="Oval 118"/>
          <p:cNvSpPr>
            <a:spLocks noChangeArrowheads="1"/>
          </p:cNvSpPr>
          <p:nvPr/>
        </p:nvSpPr>
        <p:spPr bwMode="auto">
          <a:xfrm>
            <a:off x="4700589" y="2057401"/>
            <a:ext cx="242887" cy="131763"/>
          </a:xfrm>
          <a:prstGeom prst="ellipse">
            <a:avLst/>
          </a:prstGeom>
          <a:solidFill>
            <a:schemeClr val="bg1"/>
          </a:solidFill>
          <a:ln w="38100" cmpd="dbl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endParaRPr lang="ja-JP" altLang="en-US"/>
          </a:p>
        </p:txBody>
      </p:sp>
      <p:sp>
        <p:nvSpPr>
          <p:cNvPr id="56388" name="Oval 119"/>
          <p:cNvSpPr>
            <a:spLocks noChangeArrowheads="1"/>
          </p:cNvSpPr>
          <p:nvPr/>
        </p:nvSpPr>
        <p:spPr bwMode="auto">
          <a:xfrm>
            <a:off x="6013450" y="2743200"/>
            <a:ext cx="242888" cy="133350"/>
          </a:xfrm>
          <a:prstGeom prst="ellipse">
            <a:avLst/>
          </a:prstGeom>
          <a:solidFill>
            <a:schemeClr val="bg1"/>
          </a:solidFill>
          <a:ln w="38100" cmpd="dbl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endParaRPr lang="ja-JP" altLang="en-US"/>
          </a:p>
        </p:txBody>
      </p:sp>
      <p:sp>
        <p:nvSpPr>
          <p:cNvPr id="208" name="Oval 120"/>
          <p:cNvSpPr>
            <a:spLocks noChangeArrowheads="1"/>
          </p:cNvSpPr>
          <p:nvPr/>
        </p:nvSpPr>
        <p:spPr bwMode="auto">
          <a:xfrm>
            <a:off x="4835525" y="2387601"/>
            <a:ext cx="242888" cy="131763"/>
          </a:xfrm>
          <a:prstGeom prst="ellipse">
            <a:avLst/>
          </a:prstGeom>
          <a:solidFill>
            <a:schemeClr val="bg1">
              <a:lumMod val="50000"/>
            </a:schemeClr>
          </a:solidFill>
          <a:ln w="9525" cmpd="sng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>
              <a:defRPr/>
            </a:pPr>
            <a:endParaRPr lang="ja-JP" altLang="en-US"/>
          </a:p>
        </p:txBody>
      </p:sp>
      <p:sp>
        <p:nvSpPr>
          <p:cNvPr id="209" name="Oval 121"/>
          <p:cNvSpPr>
            <a:spLocks noChangeArrowheads="1"/>
          </p:cNvSpPr>
          <p:nvPr/>
        </p:nvSpPr>
        <p:spPr bwMode="auto">
          <a:xfrm>
            <a:off x="5867400" y="3087689"/>
            <a:ext cx="241300" cy="130175"/>
          </a:xfrm>
          <a:prstGeom prst="ellipse">
            <a:avLst/>
          </a:prstGeom>
          <a:solidFill>
            <a:schemeClr val="bg1">
              <a:lumMod val="50000"/>
            </a:schemeClr>
          </a:solidFill>
          <a:ln w="9525" cmpd="sng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>
              <a:defRPr/>
            </a:pPr>
            <a:endParaRPr lang="ja-JP" altLang="en-US"/>
          </a:p>
        </p:txBody>
      </p:sp>
      <p:sp>
        <p:nvSpPr>
          <p:cNvPr id="210" name="Oval 129"/>
          <p:cNvSpPr>
            <a:spLocks noChangeArrowheads="1"/>
          </p:cNvSpPr>
          <p:nvPr/>
        </p:nvSpPr>
        <p:spPr bwMode="auto">
          <a:xfrm>
            <a:off x="6157914" y="3087689"/>
            <a:ext cx="242887" cy="130175"/>
          </a:xfrm>
          <a:prstGeom prst="ellipse">
            <a:avLst/>
          </a:prstGeom>
          <a:solidFill>
            <a:schemeClr val="bg1">
              <a:lumMod val="50000"/>
            </a:schemeClr>
          </a:solidFill>
          <a:ln w="9525" cmpd="sng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>
              <a:defRPr/>
            </a:pPr>
            <a:endParaRPr lang="ja-JP" altLang="en-US"/>
          </a:p>
        </p:txBody>
      </p:sp>
      <p:sp>
        <p:nvSpPr>
          <p:cNvPr id="211" name="Oval 130"/>
          <p:cNvSpPr>
            <a:spLocks noChangeArrowheads="1"/>
          </p:cNvSpPr>
          <p:nvPr/>
        </p:nvSpPr>
        <p:spPr bwMode="auto">
          <a:xfrm>
            <a:off x="4541839" y="2392363"/>
            <a:ext cx="242887" cy="131762"/>
          </a:xfrm>
          <a:prstGeom prst="ellipse">
            <a:avLst/>
          </a:prstGeom>
          <a:solidFill>
            <a:schemeClr val="bg1">
              <a:lumMod val="50000"/>
            </a:schemeClr>
          </a:solidFill>
          <a:ln w="9525" cmpd="sng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>
              <a:defRPr/>
            </a:pPr>
            <a:endParaRPr lang="ja-JP" altLang="en-US"/>
          </a:p>
        </p:txBody>
      </p:sp>
      <p:sp>
        <p:nvSpPr>
          <p:cNvPr id="212" name="Oval 132"/>
          <p:cNvSpPr>
            <a:spLocks noChangeArrowheads="1"/>
          </p:cNvSpPr>
          <p:nvPr/>
        </p:nvSpPr>
        <p:spPr bwMode="auto">
          <a:xfrm>
            <a:off x="6013451" y="2425700"/>
            <a:ext cx="244475" cy="133350"/>
          </a:xfrm>
          <a:prstGeom prst="ellipse">
            <a:avLst/>
          </a:prstGeom>
          <a:solidFill>
            <a:schemeClr val="bg1">
              <a:lumMod val="50000"/>
            </a:schemeClr>
          </a:solidFill>
          <a:ln w="9525" cmpd="sng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>
              <a:defRPr/>
            </a:pPr>
            <a:endParaRPr lang="ja-JP" altLang="en-US"/>
          </a:p>
        </p:txBody>
      </p:sp>
      <p:sp>
        <p:nvSpPr>
          <p:cNvPr id="56394" name="Oval 133"/>
          <p:cNvSpPr>
            <a:spLocks noChangeArrowheads="1"/>
          </p:cNvSpPr>
          <p:nvPr/>
        </p:nvSpPr>
        <p:spPr bwMode="auto">
          <a:xfrm>
            <a:off x="6013450" y="2068513"/>
            <a:ext cx="242888" cy="131762"/>
          </a:xfrm>
          <a:prstGeom prst="ellipse">
            <a:avLst/>
          </a:prstGeom>
          <a:solidFill>
            <a:schemeClr val="bg1"/>
          </a:solidFill>
          <a:ln w="38100" cmpd="dbl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endParaRPr lang="ja-JP" altLang="en-US"/>
          </a:p>
        </p:txBody>
      </p:sp>
      <p:sp>
        <p:nvSpPr>
          <p:cNvPr id="214" name="Oval 120"/>
          <p:cNvSpPr>
            <a:spLocks noChangeArrowheads="1"/>
          </p:cNvSpPr>
          <p:nvPr/>
        </p:nvSpPr>
        <p:spPr bwMode="auto">
          <a:xfrm>
            <a:off x="5365750" y="1714500"/>
            <a:ext cx="242888" cy="133350"/>
          </a:xfrm>
          <a:prstGeom prst="ellipse">
            <a:avLst/>
          </a:prstGeom>
          <a:solidFill>
            <a:schemeClr val="bg1">
              <a:lumMod val="50000"/>
            </a:schemeClr>
          </a:solidFill>
          <a:ln w="9525" cmpd="sng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>
              <a:defRPr/>
            </a:pPr>
            <a:endParaRPr lang="ja-JP" altLang="en-US"/>
          </a:p>
        </p:txBody>
      </p:sp>
      <p:cxnSp>
        <p:nvCxnSpPr>
          <p:cNvPr id="56396" name="AutoShape 24"/>
          <p:cNvCxnSpPr>
            <a:cxnSpLocks noChangeShapeType="1"/>
          </p:cNvCxnSpPr>
          <p:nvPr/>
        </p:nvCxnSpPr>
        <p:spPr bwMode="auto">
          <a:xfrm rot="5400000">
            <a:off x="4640263" y="2211388"/>
            <a:ext cx="203200" cy="158750"/>
          </a:xfrm>
          <a:prstGeom prst="straightConnector1">
            <a:avLst/>
          </a:prstGeom>
          <a:noFill/>
          <a:ln w="28575">
            <a:solidFill>
              <a:schemeClr val="tx1"/>
            </a:solidFill>
            <a:round/>
            <a:headEnd type="triangle" w="med" len="med"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6397" name="AutoShape 24"/>
          <p:cNvCxnSpPr>
            <a:cxnSpLocks noChangeShapeType="1"/>
          </p:cNvCxnSpPr>
          <p:nvPr/>
        </p:nvCxnSpPr>
        <p:spPr bwMode="auto">
          <a:xfrm rot="16200000" flipH="1">
            <a:off x="4789489" y="2220914"/>
            <a:ext cx="198437" cy="134937"/>
          </a:xfrm>
          <a:prstGeom prst="straightConnector1">
            <a:avLst/>
          </a:prstGeom>
          <a:noFill/>
          <a:ln w="28575">
            <a:solidFill>
              <a:schemeClr val="tx1"/>
            </a:solidFill>
            <a:round/>
            <a:headEnd type="triangle" w="med" len="med"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6398" name="AutoShape 24"/>
          <p:cNvCxnSpPr>
            <a:cxnSpLocks noChangeShapeType="1"/>
            <a:stCxn id="56388" idx="4"/>
            <a:endCxn id="209" idx="0"/>
          </p:cNvCxnSpPr>
          <p:nvPr/>
        </p:nvCxnSpPr>
        <p:spPr bwMode="auto">
          <a:xfrm rot="5400000">
            <a:off x="5955506" y="2909094"/>
            <a:ext cx="211138" cy="146050"/>
          </a:xfrm>
          <a:prstGeom prst="straightConnector1">
            <a:avLst/>
          </a:prstGeom>
          <a:noFill/>
          <a:ln w="28575">
            <a:solidFill>
              <a:schemeClr val="tx1"/>
            </a:solidFill>
            <a:round/>
            <a:headEnd type="triangle" w="med" len="med"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6399" name="AutoShape 24"/>
          <p:cNvCxnSpPr>
            <a:cxnSpLocks noChangeShapeType="1"/>
            <a:stCxn id="56388" idx="4"/>
            <a:endCxn id="210" idx="0"/>
          </p:cNvCxnSpPr>
          <p:nvPr/>
        </p:nvCxnSpPr>
        <p:spPr bwMode="auto">
          <a:xfrm rot="16200000" flipH="1">
            <a:off x="6101556" y="2909094"/>
            <a:ext cx="211138" cy="146050"/>
          </a:xfrm>
          <a:prstGeom prst="straightConnector1">
            <a:avLst/>
          </a:prstGeom>
          <a:noFill/>
          <a:ln w="28575">
            <a:solidFill>
              <a:schemeClr val="tx1"/>
            </a:solidFill>
            <a:round/>
            <a:headEnd type="triangle" w="med" len="med"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6400" name="AutoShape 24"/>
          <p:cNvCxnSpPr>
            <a:cxnSpLocks noChangeShapeType="1"/>
            <a:stCxn id="212" idx="4"/>
            <a:endCxn id="56388" idx="0"/>
          </p:cNvCxnSpPr>
          <p:nvPr/>
        </p:nvCxnSpPr>
        <p:spPr bwMode="auto">
          <a:xfrm rot="5400000">
            <a:off x="6042819" y="2650331"/>
            <a:ext cx="184150" cy="1588"/>
          </a:xfrm>
          <a:prstGeom prst="straightConnector1">
            <a:avLst/>
          </a:prstGeom>
          <a:noFill/>
          <a:ln w="28575">
            <a:solidFill>
              <a:schemeClr val="tx1"/>
            </a:solidFill>
            <a:round/>
            <a:headEnd type="triangle" w="med" len="med"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6401" name="AutoShape 24"/>
          <p:cNvCxnSpPr>
            <a:cxnSpLocks noChangeShapeType="1"/>
            <a:stCxn id="56394" idx="4"/>
            <a:endCxn id="212" idx="0"/>
          </p:cNvCxnSpPr>
          <p:nvPr/>
        </p:nvCxnSpPr>
        <p:spPr bwMode="auto">
          <a:xfrm rot="16200000" flipH="1">
            <a:off x="6022976" y="2312988"/>
            <a:ext cx="225425" cy="0"/>
          </a:xfrm>
          <a:prstGeom prst="straightConnector1">
            <a:avLst/>
          </a:prstGeom>
          <a:noFill/>
          <a:ln w="28575">
            <a:solidFill>
              <a:schemeClr val="tx1"/>
            </a:solidFill>
            <a:round/>
            <a:headEnd type="triangle" w="med" len="med"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6402" name="AutoShape 24"/>
          <p:cNvCxnSpPr>
            <a:cxnSpLocks noChangeShapeType="1"/>
            <a:stCxn id="214" idx="3"/>
            <a:endCxn id="56387" idx="0"/>
          </p:cNvCxnSpPr>
          <p:nvPr/>
        </p:nvCxnSpPr>
        <p:spPr bwMode="auto">
          <a:xfrm rot="5400000">
            <a:off x="4997451" y="1652588"/>
            <a:ext cx="228600" cy="581025"/>
          </a:xfrm>
          <a:prstGeom prst="straightConnector1">
            <a:avLst/>
          </a:prstGeom>
          <a:noFill/>
          <a:ln w="28575">
            <a:solidFill>
              <a:schemeClr val="tx1"/>
            </a:solidFill>
            <a:round/>
            <a:headEnd type="triangle" w="med" len="med"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6403" name="AutoShape 24"/>
          <p:cNvCxnSpPr>
            <a:cxnSpLocks noChangeShapeType="1"/>
            <a:stCxn id="214" idx="5"/>
            <a:endCxn id="56394" idx="0"/>
          </p:cNvCxnSpPr>
          <p:nvPr/>
        </p:nvCxnSpPr>
        <p:spPr bwMode="auto">
          <a:xfrm rot="16200000" flipH="1">
            <a:off x="5734845" y="1667670"/>
            <a:ext cx="239713" cy="561975"/>
          </a:xfrm>
          <a:prstGeom prst="straightConnector1">
            <a:avLst/>
          </a:prstGeom>
          <a:noFill/>
          <a:ln w="28575">
            <a:solidFill>
              <a:schemeClr val="tx1"/>
            </a:solidFill>
            <a:round/>
            <a:headEnd type="triangle" w="med" len="med"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23" name="Oval 130"/>
          <p:cNvSpPr>
            <a:spLocks noChangeArrowheads="1"/>
          </p:cNvSpPr>
          <p:nvPr/>
        </p:nvSpPr>
        <p:spPr bwMode="auto">
          <a:xfrm>
            <a:off x="4541839" y="2771776"/>
            <a:ext cx="242887" cy="131763"/>
          </a:xfrm>
          <a:prstGeom prst="ellipse">
            <a:avLst/>
          </a:prstGeom>
          <a:solidFill>
            <a:schemeClr val="bg1">
              <a:lumMod val="50000"/>
            </a:schemeClr>
          </a:solidFill>
          <a:ln w="9525" cmpd="sng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>
              <a:defRPr/>
            </a:pPr>
            <a:endParaRPr lang="ja-JP" altLang="en-US"/>
          </a:p>
        </p:txBody>
      </p:sp>
      <p:cxnSp>
        <p:nvCxnSpPr>
          <p:cNvPr id="56405" name="AutoShape 24"/>
          <p:cNvCxnSpPr>
            <a:cxnSpLocks noChangeShapeType="1"/>
            <a:stCxn id="211" idx="4"/>
            <a:endCxn id="223" idx="0"/>
          </p:cNvCxnSpPr>
          <p:nvPr/>
        </p:nvCxnSpPr>
        <p:spPr bwMode="auto">
          <a:xfrm rot="5400000">
            <a:off x="4538663" y="2647951"/>
            <a:ext cx="249238" cy="1587"/>
          </a:xfrm>
          <a:prstGeom prst="straightConnector1">
            <a:avLst/>
          </a:prstGeom>
          <a:noFill/>
          <a:ln w="28575">
            <a:solidFill>
              <a:schemeClr val="tx1"/>
            </a:solidFill>
            <a:round/>
            <a:headEnd type="triangle" w="med" len="med"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35" name="Oval 132"/>
          <p:cNvSpPr>
            <a:spLocks noChangeArrowheads="1"/>
          </p:cNvSpPr>
          <p:nvPr/>
        </p:nvSpPr>
        <p:spPr bwMode="auto">
          <a:xfrm>
            <a:off x="5373689" y="2070101"/>
            <a:ext cx="244475" cy="131763"/>
          </a:xfrm>
          <a:prstGeom prst="ellipse">
            <a:avLst/>
          </a:prstGeom>
          <a:solidFill>
            <a:schemeClr val="bg1">
              <a:lumMod val="50000"/>
            </a:schemeClr>
          </a:solidFill>
          <a:ln w="9525" cmpd="sng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>
              <a:defRPr/>
            </a:pPr>
            <a:endParaRPr lang="ja-JP" altLang="en-US"/>
          </a:p>
        </p:txBody>
      </p:sp>
      <p:sp>
        <p:nvSpPr>
          <p:cNvPr id="236" name="Oval 132"/>
          <p:cNvSpPr>
            <a:spLocks noChangeArrowheads="1"/>
          </p:cNvSpPr>
          <p:nvPr/>
        </p:nvSpPr>
        <p:spPr bwMode="auto">
          <a:xfrm>
            <a:off x="5373689" y="2405063"/>
            <a:ext cx="244475" cy="133350"/>
          </a:xfrm>
          <a:prstGeom prst="ellipse">
            <a:avLst/>
          </a:prstGeom>
          <a:solidFill>
            <a:schemeClr val="bg1">
              <a:lumMod val="50000"/>
            </a:schemeClr>
          </a:solidFill>
          <a:ln w="9525" cmpd="sng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>
              <a:defRPr/>
            </a:pPr>
            <a:endParaRPr lang="ja-JP" altLang="en-US"/>
          </a:p>
        </p:txBody>
      </p:sp>
      <p:sp>
        <p:nvSpPr>
          <p:cNvPr id="237" name="Oval 121"/>
          <p:cNvSpPr>
            <a:spLocks noChangeArrowheads="1"/>
          </p:cNvSpPr>
          <p:nvPr/>
        </p:nvSpPr>
        <p:spPr bwMode="auto">
          <a:xfrm>
            <a:off x="5213350" y="2746376"/>
            <a:ext cx="242888" cy="131763"/>
          </a:xfrm>
          <a:prstGeom prst="ellipse">
            <a:avLst/>
          </a:prstGeom>
          <a:solidFill>
            <a:schemeClr val="bg1">
              <a:lumMod val="50000"/>
            </a:schemeClr>
          </a:solidFill>
          <a:ln w="9525" cmpd="sng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>
              <a:defRPr/>
            </a:pPr>
            <a:endParaRPr lang="ja-JP" altLang="en-US"/>
          </a:p>
        </p:txBody>
      </p:sp>
      <p:sp>
        <p:nvSpPr>
          <p:cNvPr id="238" name="Oval 129"/>
          <p:cNvSpPr>
            <a:spLocks noChangeArrowheads="1"/>
          </p:cNvSpPr>
          <p:nvPr/>
        </p:nvSpPr>
        <p:spPr bwMode="auto">
          <a:xfrm>
            <a:off x="5505450" y="2746376"/>
            <a:ext cx="242888" cy="131763"/>
          </a:xfrm>
          <a:prstGeom prst="ellipse">
            <a:avLst/>
          </a:prstGeom>
          <a:solidFill>
            <a:schemeClr val="bg1">
              <a:lumMod val="50000"/>
            </a:schemeClr>
          </a:solidFill>
          <a:ln w="9525" cmpd="sng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>
              <a:defRPr/>
            </a:pPr>
            <a:endParaRPr lang="ja-JP" altLang="en-US"/>
          </a:p>
        </p:txBody>
      </p:sp>
      <p:cxnSp>
        <p:nvCxnSpPr>
          <p:cNvPr id="56410" name="AutoShape 24"/>
          <p:cNvCxnSpPr>
            <a:cxnSpLocks noChangeShapeType="1"/>
            <a:stCxn id="236" idx="4"/>
          </p:cNvCxnSpPr>
          <p:nvPr/>
        </p:nvCxnSpPr>
        <p:spPr bwMode="auto">
          <a:xfrm rot="5400000">
            <a:off x="5311776" y="2562226"/>
            <a:ext cx="207962" cy="160337"/>
          </a:xfrm>
          <a:prstGeom prst="straightConnector1">
            <a:avLst/>
          </a:prstGeom>
          <a:noFill/>
          <a:ln w="28575">
            <a:solidFill>
              <a:schemeClr val="tx1"/>
            </a:solidFill>
            <a:round/>
            <a:headEnd type="triangle" w="med" len="med"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6411" name="AutoShape 24"/>
          <p:cNvCxnSpPr>
            <a:cxnSpLocks noChangeShapeType="1"/>
            <a:stCxn id="236" idx="4"/>
          </p:cNvCxnSpPr>
          <p:nvPr/>
        </p:nvCxnSpPr>
        <p:spPr bwMode="auto">
          <a:xfrm rot="16200000" flipH="1">
            <a:off x="5457032" y="2577307"/>
            <a:ext cx="207962" cy="130175"/>
          </a:xfrm>
          <a:prstGeom prst="straightConnector1">
            <a:avLst/>
          </a:prstGeom>
          <a:noFill/>
          <a:ln w="28575">
            <a:solidFill>
              <a:schemeClr val="tx1"/>
            </a:solidFill>
            <a:round/>
            <a:headEnd type="triangle" w="med" len="med"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6412" name="AutoShape 24"/>
          <p:cNvCxnSpPr>
            <a:cxnSpLocks noChangeShapeType="1"/>
            <a:stCxn id="214" idx="4"/>
            <a:endCxn id="235" idx="0"/>
          </p:cNvCxnSpPr>
          <p:nvPr/>
        </p:nvCxnSpPr>
        <p:spPr bwMode="auto">
          <a:xfrm rot="16200000" flipH="1">
            <a:off x="5380832" y="1955007"/>
            <a:ext cx="222250" cy="7937"/>
          </a:xfrm>
          <a:prstGeom prst="straightConnector1">
            <a:avLst/>
          </a:prstGeom>
          <a:noFill/>
          <a:ln w="28575">
            <a:solidFill>
              <a:schemeClr val="tx1"/>
            </a:solidFill>
            <a:round/>
            <a:headEnd type="triangle" w="med" len="med"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6413" name="AutoShape 24"/>
          <p:cNvCxnSpPr>
            <a:cxnSpLocks noChangeShapeType="1"/>
            <a:stCxn id="235" idx="4"/>
            <a:endCxn id="236" idx="0"/>
          </p:cNvCxnSpPr>
          <p:nvPr/>
        </p:nvCxnSpPr>
        <p:spPr bwMode="auto">
          <a:xfrm rot="16200000" flipH="1">
            <a:off x="5394325" y="2303463"/>
            <a:ext cx="203200" cy="0"/>
          </a:xfrm>
          <a:prstGeom prst="straightConnector1">
            <a:avLst/>
          </a:prstGeom>
          <a:noFill/>
          <a:ln w="28575">
            <a:solidFill>
              <a:schemeClr val="tx1"/>
            </a:solidFill>
            <a:round/>
            <a:headEnd type="triangle" w="med" len="med"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6414" name="Rectangle 62"/>
          <p:cNvSpPr>
            <a:spLocks noChangeArrowheads="1"/>
          </p:cNvSpPr>
          <p:nvPr/>
        </p:nvSpPr>
        <p:spPr bwMode="auto">
          <a:xfrm>
            <a:off x="5181600" y="1676400"/>
            <a:ext cx="609600" cy="1277938"/>
          </a:xfrm>
          <a:prstGeom prst="rect">
            <a:avLst/>
          </a:prstGeom>
          <a:noFill/>
          <a:ln w="2857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endParaRPr lang="ja-JP" altLang="en-US"/>
          </a:p>
        </p:txBody>
      </p:sp>
      <p:sp>
        <p:nvSpPr>
          <p:cNvPr id="56415" name="Rectangle 88"/>
          <p:cNvSpPr>
            <a:spLocks noChangeArrowheads="1"/>
          </p:cNvSpPr>
          <p:nvPr/>
        </p:nvSpPr>
        <p:spPr bwMode="auto">
          <a:xfrm>
            <a:off x="5849938" y="2667000"/>
            <a:ext cx="582612" cy="609600"/>
          </a:xfrm>
          <a:prstGeom prst="rect">
            <a:avLst/>
          </a:prstGeom>
          <a:noFill/>
          <a:ln w="19050">
            <a:solidFill>
              <a:schemeClr val="tx1"/>
            </a:solidFill>
            <a:prstDash val="sysDot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endParaRPr lang="ja-JP" altLang="en-US"/>
          </a:p>
        </p:txBody>
      </p:sp>
      <p:sp>
        <p:nvSpPr>
          <p:cNvPr id="56416" name="Rectangle 88"/>
          <p:cNvSpPr>
            <a:spLocks noChangeArrowheads="1"/>
          </p:cNvSpPr>
          <p:nvPr/>
        </p:nvSpPr>
        <p:spPr bwMode="auto">
          <a:xfrm>
            <a:off x="5849938" y="2017713"/>
            <a:ext cx="582612" cy="609600"/>
          </a:xfrm>
          <a:prstGeom prst="rect">
            <a:avLst/>
          </a:prstGeom>
          <a:noFill/>
          <a:ln w="19050">
            <a:solidFill>
              <a:schemeClr val="tx1"/>
            </a:solidFill>
            <a:prstDash val="sysDot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endParaRPr lang="ja-JP" altLang="en-US"/>
          </a:p>
        </p:txBody>
      </p:sp>
      <p:sp>
        <p:nvSpPr>
          <p:cNvPr id="56417" name="Rectangle 88"/>
          <p:cNvSpPr>
            <a:spLocks noChangeArrowheads="1"/>
          </p:cNvSpPr>
          <p:nvPr/>
        </p:nvSpPr>
        <p:spPr bwMode="auto">
          <a:xfrm>
            <a:off x="4527551" y="1981200"/>
            <a:ext cx="582613" cy="990600"/>
          </a:xfrm>
          <a:prstGeom prst="rect">
            <a:avLst/>
          </a:prstGeom>
          <a:noFill/>
          <a:ln w="19050">
            <a:solidFill>
              <a:schemeClr val="tx1"/>
            </a:solidFill>
            <a:prstDash val="sysDot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endParaRPr lang="ja-JP" altLang="en-US"/>
          </a:p>
        </p:txBody>
      </p:sp>
      <p:sp>
        <p:nvSpPr>
          <p:cNvPr id="56418" name="Oval 118"/>
          <p:cNvSpPr>
            <a:spLocks noChangeArrowheads="1"/>
          </p:cNvSpPr>
          <p:nvPr/>
        </p:nvSpPr>
        <p:spPr bwMode="auto">
          <a:xfrm>
            <a:off x="4319589" y="1330326"/>
            <a:ext cx="242887" cy="131763"/>
          </a:xfrm>
          <a:prstGeom prst="ellipse">
            <a:avLst/>
          </a:prstGeom>
          <a:solidFill>
            <a:schemeClr val="bg1"/>
          </a:solidFill>
          <a:ln w="38100" cmpd="dbl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endParaRPr lang="ja-JP" altLang="en-US"/>
          </a:p>
        </p:txBody>
      </p:sp>
      <p:sp>
        <p:nvSpPr>
          <p:cNvPr id="260" name="Oval 120"/>
          <p:cNvSpPr>
            <a:spLocks noChangeArrowheads="1"/>
          </p:cNvSpPr>
          <p:nvPr/>
        </p:nvSpPr>
        <p:spPr bwMode="auto">
          <a:xfrm>
            <a:off x="4319589" y="1054100"/>
            <a:ext cx="242887" cy="133350"/>
          </a:xfrm>
          <a:prstGeom prst="ellipse">
            <a:avLst/>
          </a:prstGeom>
          <a:solidFill>
            <a:schemeClr val="bg1">
              <a:lumMod val="50000"/>
            </a:schemeClr>
          </a:solidFill>
          <a:ln w="9525" cmpd="sng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>
              <a:defRPr/>
            </a:pPr>
            <a:endParaRPr lang="ja-JP" alt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46" name="AutoShape 4"/>
          <p:cNvSpPr>
            <a:spLocks noChangeArrowheads="1"/>
          </p:cNvSpPr>
          <p:nvPr/>
        </p:nvSpPr>
        <p:spPr bwMode="auto">
          <a:xfrm>
            <a:off x="6927850" y="2192339"/>
            <a:ext cx="2865438" cy="841375"/>
          </a:xfrm>
          <a:prstGeom prst="roundRect">
            <a:avLst>
              <a:gd name="adj" fmla="val 16667"/>
            </a:avLst>
          </a:prstGeom>
          <a:solidFill>
            <a:srgbClr val="CCFFFF"/>
          </a:solidFill>
          <a:ln w="76200">
            <a:solidFill>
              <a:srgbClr val="00E1DC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endParaRPr lang="ja-JP" altLang="ja-JP" b="1">
              <a:latin typeface="Times New Roman" charset="0"/>
            </a:endParaRPr>
          </a:p>
        </p:txBody>
      </p:sp>
      <p:grpSp>
        <p:nvGrpSpPr>
          <p:cNvPr id="57347" name="Group 5"/>
          <p:cNvGrpSpPr>
            <a:grpSpLocks/>
          </p:cNvGrpSpPr>
          <p:nvPr/>
        </p:nvGrpSpPr>
        <p:grpSpPr bwMode="auto">
          <a:xfrm>
            <a:off x="7040563" y="609601"/>
            <a:ext cx="1227221" cy="1125207"/>
            <a:chOff x="2424" y="0"/>
            <a:chExt cx="864" cy="811"/>
          </a:xfrm>
        </p:grpSpPr>
        <p:sp>
          <p:nvSpPr>
            <p:cNvPr id="57558" name="Rectangle 6"/>
            <p:cNvSpPr>
              <a:spLocks noChangeArrowheads="1"/>
            </p:cNvSpPr>
            <p:nvPr/>
          </p:nvSpPr>
          <p:spPr bwMode="auto">
            <a:xfrm>
              <a:off x="2424" y="309"/>
              <a:ext cx="130" cy="266"/>
            </a:xfrm>
            <a:prstGeom prst="rect">
              <a:avLst/>
            </a:prstGeom>
            <a:gradFill rotWithShape="0">
              <a:gsLst>
                <a:gs pos="0">
                  <a:srgbClr val="F2FFF2"/>
                </a:gs>
                <a:gs pos="100000">
                  <a:srgbClr val="7FFF7F"/>
                </a:gs>
              </a:gsLst>
              <a:lin ang="5400000" scaled="1"/>
            </a:gradFill>
            <a:ln w="38100">
              <a:solidFill>
                <a:srgbClr val="00FF00"/>
              </a:solidFill>
              <a:miter lim="800000"/>
              <a:headEnd/>
              <a:tailEnd/>
            </a:ln>
          </p:spPr>
          <p:txBody>
            <a:bodyPr wrap="none" lIns="91359" tIns="45680" rIns="91359" bIns="45680" anchor="ctr">
              <a:spAutoFit/>
            </a:bodyPr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endParaRPr lang="ja-JP" altLang="en-US"/>
            </a:p>
          </p:txBody>
        </p:sp>
        <p:sp useBgFill="1">
          <p:nvSpPr>
            <p:cNvPr id="57559" name="Text Box 7"/>
            <p:cNvSpPr txBox="1">
              <a:spLocks noChangeArrowheads="1"/>
            </p:cNvSpPr>
            <p:nvPr/>
          </p:nvSpPr>
          <p:spPr bwMode="auto">
            <a:xfrm>
              <a:off x="2472" y="0"/>
              <a:ext cx="816" cy="264"/>
            </a:xfrm>
            <a:prstGeom prst="rect">
              <a:avLst/>
            </a:prstGeom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91359" tIns="45680" rIns="91359" bIns="45680">
              <a:spAutoFit/>
            </a:bodyPr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ja-JP" altLang="en-US" b="1">
                  <a:latin typeface="Times New Roman" charset="0"/>
                </a:rPr>
                <a:t>入力概念</a:t>
              </a:r>
            </a:p>
          </p:txBody>
        </p:sp>
        <p:sp>
          <p:nvSpPr>
            <p:cNvPr id="57560" name="Oval 8"/>
            <p:cNvSpPr>
              <a:spLocks noChangeArrowheads="1"/>
            </p:cNvSpPr>
            <p:nvPr/>
          </p:nvSpPr>
          <p:spPr bwMode="auto">
            <a:xfrm>
              <a:off x="2568" y="159"/>
              <a:ext cx="183" cy="374"/>
            </a:xfrm>
            <a:prstGeom prst="ellipse">
              <a:avLst/>
            </a:prstGeom>
            <a:solidFill>
              <a:srgbClr val="FFFF00"/>
            </a:solidFill>
            <a:ln w="38100">
              <a:solidFill>
                <a:srgbClr val="FFB001"/>
              </a:solidFill>
              <a:round/>
              <a:headEnd/>
              <a:tailEnd/>
            </a:ln>
          </p:spPr>
          <p:txBody>
            <a:bodyPr wrap="none" lIns="91359" tIns="45680" rIns="91359" bIns="45680" anchor="ctr">
              <a:spAutoFit/>
            </a:bodyPr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endParaRPr lang="ja-JP" altLang="en-US"/>
            </a:p>
          </p:txBody>
        </p:sp>
        <p:sp>
          <p:nvSpPr>
            <p:cNvPr id="57561" name="Oval 9"/>
            <p:cNvSpPr>
              <a:spLocks noChangeArrowheads="1"/>
            </p:cNvSpPr>
            <p:nvPr/>
          </p:nvSpPr>
          <p:spPr bwMode="auto">
            <a:xfrm>
              <a:off x="2856" y="303"/>
              <a:ext cx="183" cy="374"/>
            </a:xfrm>
            <a:prstGeom prst="ellipse">
              <a:avLst/>
            </a:prstGeom>
            <a:solidFill>
              <a:srgbClr val="FFFF00"/>
            </a:solidFill>
            <a:ln w="38100">
              <a:solidFill>
                <a:srgbClr val="FFB001"/>
              </a:solidFill>
              <a:round/>
              <a:headEnd/>
              <a:tailEnd/>
            </a:ln>
          </p:spPr>
          <p:txBody>
            <a:bodyPr wrap="none" lIns="91359" tIns="45680" rIns="91359" bIns="45680" anchor="ctr">
              <a:spAutoFit/>
            </a:bodyPr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endParaRPr lang="ja-JP" altLang="en-US"/>
            </a:p>
          </p:txBody>
        </p:sp>
        <p:sp>
          <p:nvSpPr>
            <p:cNvPr id="57562" name="Oval 10"/>
            <p:cNvSpPr>
              <a:spLocks noChangeArrowheads="1"/>
            </p:cNvSpPr>
            <p:nvPr/>
          </p:nvSpPr>
          <p:spPr bwMode="auto">
            <a:xfrm>
              <a:off x="3000" y="159"/>
              <a:ext cx="183" cy="374"/>
            </a:xfrm>
            <a:prstGeom prst="ellipse">
              <a:avLst/>
            </a:prstGeom>
            <a:solidFill>
              <a:srgbClr val="FFFF00"/>
            </a:solidFill>
            <a:ln w="38100">
              <a:solidFill>
                <a:srgbClr val="FFB001"/>
              </a:solidFill>
              <a:round/>
              <a:headEnd/>
              <a:tailEnd/>
            </a:ln>
          </p:spPr>
          <p:txBody>
            <a:bodyPr wrap="none" lIns="91359" tIns="45680" rIns="91359" bIns="45680" anchor="ctr">
              <a:spAutoFit/>
            </a:bodyPr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endParaRPr lang="ja-JP" altLang="en-US"/>
            </a:p>
          </p:txBody>
        </p:sp>
        <p:sp>
          <p:nvSpPr>
            <p:cNvPr id="57563" name="Oval 11"/>
            <p:cNvSpPr>
              <a:spLocks noChangeArrowheads="1"/>
            </p:cNvSpPr>
            <p:nvPr/>
          </p:nvSpPr>
          <p:spPr bwMode="auto">
            <a:xfrm>
              <a:off x="2544" y="389"/>
              <a:ext cx="183" cy="374"/>
            </a:xfrm>
            <a:prstGeom prst="ellipse">
              <a:avLst/>
            </a:prstGeom>
            <a:solidFill>
              <a:srgbClr val="FFFF00"/>
            </a:solidFill>
            <a:ln w="38100">
              <a:solidFill>
                <a:srgbClr val="FFB001"/>
              </a:solidFill>
              <a:round/>
              <a:headEnd/>
              <a:tailEnd/>
            </a:ln>
          </p:spPr>
          <p:txBody>
            <a:bodyPr wrap="none" lIns="91359" tIns="45680" rIns="91359" bIns="45680" anchor="ctr">
              <a:spAutoFit/>
            </a:bodyPr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endParaRPr lang="ja-JP" altLang="en-US"/>
            </a:p>
          </p:txBody>
        </p:sp>
        <p:sp>
          <p:nvSpPr>
            <p:cNvPr id="57564" name="Oval 12"/>
            <p:cNvSpPr>
              <a:spLocks noChangeArrowheads="1"/>
            </p:cNvSpPr>
            <p:nvPr/>
          </p:nvSpPr>
          <p:spPr bwMode="auto">
            <a:xfrm>
              <a:off x="3024" y="437"/>
              <a:ext cx="183" cy="374"/>
            </a:xfrm>
            <a:prstGeom prst="ellipse">
              <a:avLst/>
            </a:prstGeom>
            <a:solidFill>
              <a:srgbClr val="FFFF00"/>
            </a:solidFill>
            <a:ln w="38100">
              <a:solidFill>
                <a:srgbClr val="FFB001"/>
              </a:solidFill>
              <a:round/>
              <a:headEnd/>
              <a:tailEnd/>
            </a:ln>
          </p:spPr>
          <p:txBody>
            <a:bodyPr wrap="none" lIns="91359" tIns="45680" rIns="91359" bIns="45680" anchor="ctr">
              <a:spAutoFit/>
            </a:bodyPr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endParaRPr lang="ja-JP" altLang="en-US"/>
            </a:p>
          </p:txBody>
        </p:sp>
      </p:grpSp>
      <p:sp>
        <p:nvSpPr>
          <p:cNvPr id="57348" name="Text Box 15"/>
          <p:cNvSpPr txBox="1">
            <a:spLocks noChangeArrowheads="1"/>
          </p:cNvSpPr>
          <p:nvPr/>
        </p:nvSpPr>
        <p:spPr bwMode="auto">
          <a:xfrm>
            <a:off x="7426326" y="2130425"/>
            <a:ext cx="1979613" cy="465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b"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>
              <a:spcBef>
                <a:spcPct val="50000"/>
              </a:spcBef>
            </a:pPr>
            <a:r>
              <a:rPr lang="ja-JP" altLang="en-US" sz="2000" b="1">
                <a:solidFill>
                  <a:srgbClr val="FF3300"/>
                </a:solidFill>
                <a:latin typeface="Times New Roman" charset="0"/>
              </a:rPr>
              <a:t>関係構築モジュール</a:t>
            </a:r>
          </a:p>
        </p:txBody>
      </p:sp>
      <p:grpSp>
        <p:nvGrpSpPr>
          <p:cNvPr id="57349" name="Group 16"/>
          <p:cNvGrpSpPr>
            <a:grpSpLocks/>
          </p:cNvGrpSpPr>
          <p:nvPr/>
        </p:nvGrpSpPr>
        <p:grpSpPr bwMode="auto">
          <a:xfrm>
            <a:off x="6781800" y="2628901"/>
            <a:ext cx="3352800" cy="1516063"/>
            <a:chOff x="3243" y="2882"/>
            <a:chExt cx="2359" cy="1092"/>
          </a:xfrm>
        </p:grpSpPr>
        <p:grpSp>
          <p:nvGrpSpPr>
            <p:cNvPr id="57503" name="Group 17"/>
            <p:cNvGrpSpPr>
              <a:grpSpLocks/>
            </p:cNvGrpSpPr>
            <p:nvPr/>
          </p:nvGrpSpPr>
          <p:grpSpPr bwMode="auto">
            <a:xfrm>
              <a:off x="3243" y="3294"/>
              <a:ext cx="2359" cy="680"/>
              <a:chOff x="3243" y="3294"/>
              <a:chExt cx="2359" cy="680"/>
            </a:xfrm>
          </p:grpSpPr>
          <p:grpSp>
            <p:nvGrpSpPr>
              <p:cNvPr id="57511" name="Group 18"/>
              <p:cNvGrpSpPr>
                <a:grpSpLocks/>
              </p:cNvGrpSpPr>
              <p:nvPr/>
            </p:nvGrpSpPr>
            <p:grpSpPr bwMode="auto">
              <a:xfrm>
                <a:off x="3470" y="3336"/>
                <a:ext cx="1859" cy="544"/>
                <a:chOff x="3470" y="3336"/>
                <a:chExt cx="1859" cy="544"/>
              </a:xfrm>
            </p:grpSpPr>
            <p:sp>
              <p:nvSpPr>
                <p:cNvPr id="57513" name="Oval 19"/>
                <p:cNvSpPr>
                  <a:spLocks noChangeArrowheads="1"/>
                </p:cNvSpPr>
                <p:nvPr/>
              </p:nvSpPr>
              <p:spPr bwMode="auto">
                <a:xfrm>
                  <a:off x="4196" y="3472"/>
                  <a:ext cx="90" cy="51"/>
                </a:xfrm>
                <a:prstGeom prst="ellipse">
                  <a:avLst/>
                </a:prstGeom>
                <a:solidFill>
                  <a:srgbClr val="99FF99"/>
                </a:solidFill>
                <a:ln w="25400">
                  <a:solidFill>
                    <a:srgbClr val="33CC33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1pPr>
                  <a:lvl2pPr marL="742950" indent="-28575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2pPr>
                  <a:lvl3pPr marL="11430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3pPr>
                  <a:lvl4pPr marL="16002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4pPr>
                  <a:lvl5pPr marL="20574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9pPr>
                </a:lstStyle>
                <a:p>
                  <a:pPr eaLnBrk="1" hangingPunct="1"/>
                  <a:endParaRPr lang="ja-JP" altLang="en-US"/>
                </a:p>
              </p:txBody>
            </p:sp>
            <p:sp>
              <p:nvSpPr>
                <p:cNvPr id="57514" name="Oval 20"/>
                <p:cNvSpPr>
                  <a:spLocks noChangeArrowheads="1"/>
                </p:cNvSpPr>
                <p:nvPr/>
              </p:nvSpPr>
              <p:spPr bwMode="auto">
                <a:xfrm>
                  <a:off x="4514" y="3474"/>
                  <a:ext cx="90" cy="51"/>
                </a:xfrm>
                <a:prstGeom prst="ellipse">
                  <a:avLst/>
                </a:prstGeom>
                <a:solidFill>
                  <a:srgbClr val="99FF99"/>
                </a:solidFill>
                <a:ln w="25400">
                  <a:solidFill>
                    <a:srgbClr val="33CC33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1pPr>
                  <a:lvl2pPr marL="742950" indent="-28575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2pPr>
                  <a:lvl3pPr marL="11430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3pPr>
                  <a:lvl4pPr marL="16002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4pPr>
                  <a:lvl5pPr marL="20574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9pPr>
                </a:lstStyle>
                <a:p>
                  <a:pPr eaLnBrk="1" hangingPunct="1"/>
                  <a:endParaRPr lang="ja-JP" altLang="en-US"/>
                </a:p>
              </p:txBody>
            </p:sp>
            <p:cxnSp>
              <p:nvCxnSpPr>
                <p:cNvPr id="57515" name="AutoShape 21"/>
                <p:cNvCxnSpPr>
                  <a:cxnSpLocks noChangeShapeType="1"/>
                  <a:stCxn id="57513" idx="6"/>
                  <a:endCxn id="57514" idx="2"/>
                </p:cNvCxnSpPr>
                <p:nvPr/>
              </p:nvCxnSpPr>
              <p:spPr bwMode="auto">
                <a:xfrm>
                  <a:off x="4294" y="3498"/>
                  <a:ext cx="212" cy="2"/>
                </a:xfrm>
                <a:prstGeom prst="straightConnector1">
                  <a:avLst/>
                </a:prstGeom>
                <a:noFill/>
                <a:ln w="38100">
                  <a:solidFill>
                    <a:srgbClr val="6666FF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  <p:sp>
              <p:nvSpPr>
                <p:cNvPr id="57516" name="Oval 22"/>
                <p:cNvSpPr>
                  <a:spLocks noChangeArrowheads="1"/>
                </p:cNvSpPr>
                <p:nvPr/>
              </p:nvSpPr>
              <p:spPr bwMode="auto">
                <a:xfrm>
                  <a:off x="4259" y="3608"/>
                  <a:ext cx="90" cy="51"/>
                </a:xfrm>
                <a:prstGeom prst="ellipse">
                  <a:avLst/>
                </a:prstGeom>
                <a:solidFill>
                  <a:srgbClr val="99FF99"/>
                </a:solidFill>
                <a:ln w="25400">
                  <a:solidFill>
                    <a:srgbClr val="33CC33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1pPr>
                  <a:lvl2pPr marL="742950" indent="-28575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2pPr>
                  <a:lvl3pPr marL="11430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3pPr>
                  <a:lvl4pPr marL="16002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4pPr>
                  <a:lvl5pPr marL="20574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9pPr>
                </a:lstStyle>
                <a:p>
                  <a:pPr eaLnBrk="1" hangingPunct="1"/>
                  <a:endParaRPr lang="ja-JP" altLang="en-US"/>
                </a:p>
              </p:txBody>
            </p:sp>
            <p:sp>
              <p:nvSpPr>
                <p:cNvPr id="57517" name="Oval 23"/>
                <p:cNvSpPr>
                  <a:spLocks noChangeArrowheads="1"/>
                </p:cNvSpPr>
                <p:nvPr/>
              </p:nvSpPr>
              <p:spPr bwMode="auto">
                <a:xfrm>
                  <a:off x="4577" y="3610"/>
                  <a:ext cx="90" cy="51"/>
                </a:xfrm>
                <a:prstGeom prst="ellipse">
                  <a:avLst/>
                </a:prstGeom>
                <a:solidFill>
                  <a:srgbClr val="99FF99"/>
                </a:solidFill>
                <a:ln w="25400">
                  <a:solidFill>
                    <a:srgbClr val="33CC33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1pPr>
                  <a:lvl2pPr marL="742950" indent="-28575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2pPr>
                  <a:lvl3pPr marL="11430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3pPr>
                  <a:lvl4pPr marL="16002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4pPr>
                  <a:lvl5pPr marL="20574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9pPr>
                </a:lstStyle>
                <a:p>
                  <a:pPr eaLnBrk="1" hangingPunct="1"/>
                  <a:endParaRPr lang="ja-JP" altLang="en-US"/>
                </a:p>
              </p:txBody>
            </p:sp>
            <p:cxnSp>
              <p:nvCxnSpPr>
                <p:cNvPr id="57518" name="AutoShape 24"/>
                <p:cNvCxnSpPr>
                  <a:cxnSpLocks noChangeShapeType="1"/>
                  <a:stCxn id="57516" idx="6"/>
                  <a:endCxn id="57517" idx="2"/>
                </p:cNvCxnSpPr>
                <p:nvPr/>
              </p:nvCxnSpPr>
              <p:spPr bwMode="auto">
                <a:xfrm>
                  <a:off x="4357" y="3634"/>
                  <a:ext cx="212" cy="2"/>
                </a:xfrm>
                <a:prstGeom prst="straightConnector1">
                  <a:avLst/>
                </a:prstGeom>
                <a:noFill/>
                <a:ln w="38100">
                  <a:solidFill>
                    <a:srgbClr val="6666FF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  <p:sp>
              <p:nvSpPr>
                <p:cNvPr id="57519" name="Oval 25"/>
                <p:cNvSpPr>
                  <a:spLocks noChangeArrowheads="1"/>
                </p:cNvSpPr>
                <p:nvPr/>
              </p:nvSpPr>
              <p:spPr bwMode="auto">
                <a:xfrm>
                  <a:off x="4196" y="3744"/>
                  <a:ext cx="90" cy="51"/>
                </a:xfrm>
                <a:prstGeom prst="ellipse">
                  <a:avLst/>
                </a:prstGeom>
                <a:solidFill>
                  <a:srgbClr val="99FF99"/>
                </a:solidFill>
                <a:ln w="25400">
                  <a:solidFill>
                    <a:srgbClr val="33CC33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1pPr>
                  <a:lvl2pPr marL="742950" indent="-28575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2pPr>
                  <a:lvl3pPr marL="11430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3pPr>
                  <a:lvl4pPr marL="16002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4pPr>
                  <a:lvl5pPr marL="20574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9pPr>
                </a:lstStyle>
                <a:p>
                  <a:pPr eaLnBrk="1" hangingPunct="1"/>
                  <a:endParaRPr lang="ja-JP" altLang="en-US"/>
                </a:p>
              </p:txBody>
            </p:sp>
            <p:sp>
              <p:nvSpPr>
                <p:cNvPr id="57520" name="Oval 26"/>
                <p:cNvSpPr>
                  <a:spLocks noChangeArrowheads="1"/>
                </p:cNvSpPr>
                <p:nvPr/>
              </p:nvSpPr>
              <p:spPr bwMode="auto">
                <a:xfrm>
                  <a:off x="4514" y="3746"/>
                  <a:ext cx="90" cy="51"/>
                </a:xfrm>
                <a:prstGeom prst="ellipse">
                  <a:avLst/>
                </a:prstGeom>
                <a:solidFill>
                  <a:srgbClr val="99FF99"/>
                </a:solidFill>
                <a:ln w="25400">
                  <a:solidFill>
                    <a:srgbClr val="33CC33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1pPr>
                  <a:lvl2pPr marL="742950" indent="-28575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2pPr>
                  <a:lvl3pPr marL="11430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3pPr>
                  <a:lvl4pPr marL="16002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4pPr>
                  <a:lvl5pPr marL="20574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9pPr>
                </a:lstStyle>
                <a:p>
                  <a:pPr eaLnBrk="1" hangingPunct="1"/>
                  <a:endParaRPr lang="ja-JP" altLang="en-US"/>
                </a:p>
              </p:txBody>
            </p:sp>
            <p:cxnSp>
              <p:nvCxnSpPr>
                <p:cNvPr id="57521" name="AutoShape 27"/>
                <p:cNvCxnSpPr>
                  <a:cxnSpLocks noChangeShapeType="1"/>
                  <a:stCxn id="57519" idx="6"/>
                  <a:endCxn id="57520" idx="2"/>
                </p:cNvCxnSpPr>
                <p:nvPr/>
              </p:nvCxnSpPr>
              <p:spPr bwMode="auto">
                <a:xfrm>
                  <a:off x="4294" y="3770"/>
                  <a:ext cx="212" cy="2"/>
                </a:xfrm>
                <a:prstGeom prst="straightConnector1">
                  <a:avLst/>
                </a:prstGeom>
                <a:noFill/>
                <a:ln w="38100">
                  <a:solidFill>
                    <a:srgbClr val="6666FF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  <p:sp>
              <p:nvSpPr>
                <p:cNvPr id="57522" name="Oval 28"/>
                <p:cNvSpPr>
                  <a:spLocks noChangeArrowheads="1"/>
                </p:cNvSpPr>
                <p:nvPr/>
              </p:nvSpPr>
              <p:spPr bwMode="auto">
                <a:xfrm>
                  <a:off x="4740" y="3464"/>
                  <a:ext cx="90" cy="51"/>
                </a:xfrm>
                <a:prstGeom prst="ellipse">
                  <a:avLst/>
                </a:prstGeom>
                <a:solidFill>
                  <a:srgbClr val="99FF99"/>
                </a:solidFill>
                <a:ln w="25400">
                  <a:solidFill>
                    <a:srgbClr val="33CC33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1pPr>
                  <a:lvl2pPr marL="742950" indent="-28575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2pPr>
                  <a:lvl3pPr marL="11430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3pPr>
                  <a:lvl4pPr marL="16002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4pPr>
                  <a:lvl5pPr marL="20574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9pPr>
                </a:lstStyle>
                <a:p>
                  <a:pPr eaLnBrk="1" hangingPunct="1"/>
                  <a:endParaRPr lang="ja-JP" altLang="en-US"/>
                </a:p>
              </p:txBody>
            </p:sp>
            <p:sp>
              <p:nvSpPr>
                <p:cNvPr id="57523" name="Oval 29"/>
                <p:cNvSpPr>
                  <a:spLocks noChangeArrowheads="1"/>
                </p:cNvSpPr>
                <p:nvPr/>
              </p:nvSpPr>
              <p:spPr bwMode="auto">
                <a:xfrm>
                  <a:off x="5058" y="3466"/>
                  <a:ext cx="90" cy="51"/>
                </a:xfrm>
                <a:prstGeom prst="ellipse">
                  <a:avLst/>
                </a:prstGeom>
                <a:solidFill>
                  <a:srgbClr val="99FF99"/>
                </a:solidFill>
                <a:ln w="25400">
                  <a:solidFill>
                    <a:srgbClr val="33CC33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1pPr>
                  <a:lvl2pPr marL="742950" indent="-28575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2pPr>
                  <a:lvl3pPr marL="11430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3pPr>
                  <a:lvl4pPr marL="16002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4pPr>
                  <a:lvl5pPr marL="20574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9pPr>
                </a:lstStyle>
                <a:p>
                  <a:pPr eaLnBrk="1" hangingPunct="1"/>
                  <a:endParaRPr lang="ja-JP" altLang="en-US"/>
                </a:p>
              </p:txBody>
            </p:sp>
            <p:cxnSp>
              <p:nvCxnSpPr>
                <p:cNvPr id="57524" name="AutoShape 30"/>
                <p:cNvCxnSpPr>
                  <a:cxnSpLocks noChangeShapeType="1"/>
                  <a:stCxn id="57522" idx="6"/>
                  <a:endCxn id="57523" idx="2"/>
                </p:cNvCxnSpPr>
                <p:nvPr/>
              </p:nvCxnSpPr>
              <p:spPr bwMode="auto">
                <a:xfrm>
                  <a:off x="4838" y="3490"/>
                  <a:ext cx="212" cy="2"/>
                </a:xfrm>
                <a:prstGeom prst="straightConnector1">
                  <a:avLst/>
                </a:prstGeom>
                <a:noFill/>
                <a:ln w="38100">
                  <a:solidFill>
                    <a:srgbClr val="6666FF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  <p:sp>
              <p:nvSpPr>
                <p:cNvPr id="57525" name="Oval 31"/>
                <p:cNvSpPr>
                  <a:spLocks noChangeArrowheads="1"/>
                </p:cNvSpPr>
                <p:nvPr/>
              </p:nvSpPr>
              <p:spPr bwMode="auto">
                <a:xfrm>
                  <a:off x="4921" y="3563"/>
                  <a:ext cx="90" cy="51"/>
                </a:xfrm>
                <a:prstGeom prst="ellipse">
                  <a:avLst/>
                </a:prstGeom>
                <a:solidFill>
                  <a:srgbClr val="99FF99"/>
                </a:solidFill>
                <a:ln w="25400">
                  <a:solidFill>
                    <a:srgbClr val="33CC33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1pPr>
                  <a:lvl2pPr marL="742950" indent="-28575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2pPr>
                  <a:lvl3pPr marL="11430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3pPr>
                  <a:lvl4pPr marL="16002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4pPr>
                  <a:lvl5pPr marL="20574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9pPr>
                </a:lstStyle>
                <a:p>
                  <a:pPr eaLnBrk="1" hangingPunct="1"/>
                  <a:endParaRPr lang="ja-JP" altLang="en-US"/>
                </a:p>
              </p:txBody>
            </p:sp>
            <p:sp>
              <p:nvSpPr>
                <p:cNvPr id="57526" name="Oval 32"/>
                <p:cNvSpPr>
                  <a:spLocks noChangeArrowheads="1"/>
                </p:cNvSpPr>
                <p:nvPr/>
              </p:nvSpPr>
              <p:spPr bwMode="auto">
                <a:xfrm>
                  <a:off x="5239" y="3565"/>
                  <a:ext cx="90" cy="51"/>
                </a:xfrm>
                <a:prstGeom prst="ellipse">
                  <a:avLst/>
                </a:prstGeom>
                <a:solidFill>
                  <a:srgbClr val="99FF99"/>
                </a:solidFill>
                <a:ln w="25400">
                  <a:solidFill>
                    <a:srgbClr val="33CC33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1pPr>
                  <a:lvl2pPr marL="742950" indent="-28575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2pPr>
                  <a:lvl3pPr marL="11430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3pPr>
                  <a:lvl4pPr marL="16002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4pPr>
                  <a:lvl5pPr marL="20574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9pPr>
                </a:lstStyle>
                <a:p>
                  <a:pPr eaLnBrk="1" hangingPunct="1"/>
                  <a:endParaRPr lang="ja-JP" altLang="en-US"/>
                </a:p>
              </p:txBody>
            </p:sp>
            <p:cxnSp>
              <p:nvCxnSpPr>
                <p:cNvPr id="57527" name="AutoShape 33"/>
                <p:cNvCxnSpPr>
                  <a:cxnSpLocks noChangeShapeType="1"/>
                  <a:stCxn id="57525" idx="6"/>
                  <a:endCxn id="57526" idx="2"/>
                </p:cNvCxnSpPr>
                <p:nvPr/>
              </p:nvCxnSpPr>
              <p:spPr bwMode="auto">
                <a:xfrm>
                  <a:off x="5019" y="3589"/>
                  <a:ext cx="212" cy="2"/>
                </a:xfrm>
                <a:prstGeom prst="straightConnector1">
                  <a:avLst/>
                </a:prstGeom>
                <a:noFill/>
                <a:ln w="38100">
                  <a:solidFill>
                    <a:srgbClr val="6666FF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  <p:sp>
              <p:nvSpPr>
                <p:cNvPr id="57528" name="Oval 34"/>
                <p:cNvSpPr>
                  <a:spLocks noChangeArrowheads="1"/>
                </p:cNvSpPr>
                <p:nvPr/>
              </p:nvSpPr>
              <p:spPr bwMode="auto">
                <a:xfrm>
                  <a:off x="4740" y="3653"/>
                  <a:ext cx="90" cy="51"/>
                </a:xfrm>
                <a:prstGeom prst="ellipse">
                  <a:avLst/>
                </a:prstGeom>
                <a:solidFill>
                  <a:srgbClr val="99FF99"/>
                </a:solidFill>
                <a:ln w="25400">
                  <a:solidFill>
                    <a:srgbClr val="33CC33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1pPr>
                  <a:lvl2pPr marL="742950" indent="-28575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2pPr>
                  <a:lvl3pPr marL="11430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3pPr>
                  <a:lvl4pPr marL="16002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4pPr>
                  <a:lvl5pPr marL="20574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9pPr>
                </a:lstStyle>
                <a:p>
                  <a:pPr eaLnBrk="1" hangingPunct="1"/>
                  <a:endParaRPr lang="ja-JP" altLang="en-US"/>
                </a:p>
              </p:txBody>
            </p:sp>
            <p:sp>
              <p:nvSpPr>
                <p:cNvPr id="57529" name="Oval 35"/>
                <p:cNvSpPr>
                  <a:spLocks noChangeArrowheads="1"/>
                </p:cNvSpPr>
                <p:nvPr/>
              </p:nvSpPr>
              <p:spPr bwMode="auto">
                <a:xfrm>
                  <a:off x="5058" y="3655"/>
                  <a:ext cx="90" cy="51"/>
                </a:xfrm>
                <a:prstGeom prst="ellipse">
                  <a:avLst/>
                </a:prstGeom>
                <a:solidFill>
                  <a:srgbClr val="99FF99"/>
                </a:solidFill>
                <a:ln w="25400">
                  <a:solidFill>
                    <a:srgbClr val="33CC33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1pPr>
                  <a:lvl2pPr marL="742950" indent="-28575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2pPr>
                  <a:lvl3pPr marL="11430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3pPr>
                  <a:lvl4pPr marL="16002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4pPr>
                  <a:lvl5pPr marL="20574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9pPr>
                </a:lstStyle>
                <a:p>
                  <a:pPr eaLnBrk="1" hangingPunct="1"/>
                  <a:endParaRPr lang="ja-JP" altLang="en-US"/>
                </a:p>
              </p:txBody>
            </p:sp>
            <p:cxnSp>
              <p:nvCxnSpPr>
                <p:cNvPr id="57530" name="AutoShape 36"/>
                <p:cNvCxnSpPr>
                  <a:cxnSpLocks noChangeShapeType="1"/>
                  <a:stCxn id="57528" idx="6"/>
                  <a:endCxn id="57529" idx="2"/>
                </p:cNvCxnSpPr>
                <p:nvPr/>
              </p:nvCxnSpPr>
              <p:spPr bwMode="auto">
                <a:xfrm>
                  <a:off x="4838" y="3679"/>
                  <a:ext cx="212" cy="2"/>
                </a:xfrm>
                <a:prstGeom prst="straightConnector1">
                  <a:avLst/>
                </a:prstGeom>
                <a:noFill/>
                <a:ln w="38100">
                  <a:solidFill>
                    <a:srgbClr val="6666FF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  <p:sp>
              <p:nvSpPr>
                <p:cNvPr id="57531" name="Oval 37"/>
                <p:cNvSpPr>
                  <a:spLocks noChangeArrowheads="1"/>
                </p:cNvSpPr>
                <p:nvPr/>
              </p:nvSpPr>
              <p:spPr bwMode="auto">
                <a:xfrm>
                  <a:off x="4694" y="3827"/>
                  <a:ext cx="90" cy="51"/>
                </a:xfrm>
                <a:prstGeom prst="ellipse">
                  <a:avLst/>
                </a:prstGeom>
                <a:solidFill>
                  <a:srgbClr val="99FF99"/>
                </a:solidFill>
                <a:ln w="25400">
                  <a:solidFill>
                    <a:srgbClr val="33CC33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1pPr>
                  <a:lvl2pPr marL="742950" indent="-28575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2pPr>
                  <a:lvl3pPr marL="11430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3pPr>
                  <a:lvl4pPr marL="16002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4pPr>
                  <a:lvl5pPr marL="20574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9pPr>
                </a:lstStyle>
                <a:p>
                  <a:pPr eaLnBrk="1" hangingPunct="1"/>
                  <a:endParaRPr lang="ja-JP" altLang="en-US"/>
                </a:p>
              </p:txBody>
            </p:sp>
            <p:sp>
              <p:nvSpPr>
                <p:cNvPr id="57532" name="Oval 38"/>
                <p:cNvSpPr>
                  <a:spLocks noChangeArrowheads="1"/>
                </p:cNvSpPr>
                <p:nvPr/>
              </p:nvSpPr>
              <p:spPr bwMode="auto">
                <a:xfrm>
                  <a:off x="5012" y="3829"/>
                  <a:ext cx="90" cy="51"/>
                </a:xfrm>
                <a:prstGeom prst="ellipse">
                  <a:avLst/>
                </a:prstGeom>
                <a:solidFill>
                  <a:srgbClr val="99FF99"/>
                </a:solidFill>
                <a:ln w="25400">
                  <a:solidFill>
                    <a:srgbClr val="33CC33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1pPr>
                  <a:lvl2pPr marL="742950" indent="-28575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2pPr>
                  <a:lvl3pPr marL="11430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3pPr>
                  <a:lvl4pPr marL="16002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4pPr>
                  <a:lvl5pPr marL="20574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9pPr>
                </a:lstStyle>
                <a:p>
                  <a:pPr eaLnBrk="1" hangingPunct="1"/>
                  <a:endParaRPr lang="ja-JP" altLang="en-US"/>
                </a:p>
              </p:txBody>
            </p:sp>
            <p:cxnSp>
              <p:nvCxnSpPr>
                <p:cNvPr id="57533" name="AutoShape 39"/>
                <p:cNvCxnSpPr>
                  <a:cxnSpLocks noChangeShapeType="1"/>
                  <a:stCxn id="57531" idx="6"/>
                  <a:endCxn id="57532" idx="2"/>
                </p:cNvCxnSpPr>
                <p:nvPr/>
              </p:nvCxnSpPr>
              <p:spPr bwMode="auto">
                <a:xfrm>
                  <a:off x="4792" y="3853"/>
                  <a:ext cx="212" cy="2"/>
                </a:xfrm>
                <a:prstGeom prst="straightConnector1">
                  <a:avLst/>
                </a:prstGeom>
                <a:noFill/>
                <a:ln w="38100">
                  <a:solidFill>
                    <a:srgbClr val="6666FF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  <p:sp>
              <p:nvSpPr>
                <p:cNvPr id="57534" name="Oval 40"/>
                <p:cNvSpPr>
                  <a:spLocks noChangeArrowheads="1"/>
                </p:cNvSpPr>
                <p:nvPr/>
              </p:nvSpPr>
              <p:spPr bwMode="auto">
                <a:xfrm>
                  <a:off x="3651" y="3381"/>
                  <a:ext cx="90" cy="51"/>
                </a:xfrm>
                <a:prstGeom prst="ellipse">
                  <a:avLst/>
                </a:prstGeom>
                <a:solidFill>
                  <a:srgbClr val="99FF99"/>
                </a:solidFill>
                <a:ln w="25400">
                  <a:solidFill>
                    <a:srgbClr val="33CC33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1pPr>
                  <a:lvl2pPr marL="742950" indent="-28575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2pPr>
                  <a:lvl3pPr marL="11430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3pPr>
                  <a:lvl4pPr marL="16002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4pPr>
                  <a:lvl5pPr marL="20574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9pPr>
                </a:lstStyle>
                <a:p>
                  <a:pPr eaLnBrk="1" hangingPunct="1"/>
                  <a:endParaRPr lang="ja-JP" altLang="en-US"/>
                </a:p>
              </p:txBody>
            </p:sp>
            <p:sp>
              <p:nvSpPr>
                <p:cNvPr id="57535" name="Oval 41"/>
                <p:cNvSpPr>
                  <a:spLocks noChangeArrowheads="1"/>
                </p:cNvSpPr>
                <p:nvPr/>
              </p:nvSpPr>
              <p:spPr bwMode="auto">
                <a:xfrm>
                  <a:off x="3969" y="3383"/>
                  <a:ext cx="90" cy="51"/>
                </a:xfrm>
                <a:prstGeom prst="ellipse">
                  <a:avLst/>
                </a:prstGeom>
                <a:solidFill>
                  <a:srgbClr val="99FF99"/>
                </a:solidFill>
                <a:ln w="25400">
                  <a:solidFill>
                    <a:srgbClr val="33CC33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1pPr>
                  <a:lvl2pPr marL="742950" indent="-28575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2pPr>
                  <a:lvl3pPr marL="11430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3pPr>
                  <a:lvl4pPr marL="16002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4pPr>
                  <a:lvl5pPr marL="20574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9pPr>
                </a:lstStyle>
                <a:p>
                  <a:pPr eaLnBrk="1" hangingPunct="1"/>
                  <a:endParaRPr lang="ja-JP" altLang="en-US"/>
                </a:p>
              </p:txBody>
            </p:sp>
            <p:cxnSp>
              <p:nvCxnSpPr>
                <p:cNvPr id="57536" name="AutoShape 42"/>
                <p:cNvCxnSpPr>
                  <a:cxnSpLocks noChangeShapeType="1"/>
                  <a:stCxn id="57534" idx="6"/>
                  <a:endCxn id="57535" idx="2"/>
                </p:cNvCxnSpPr>
                <p:nvPr/>
              </p:nvCxnSpPr>
              <p:spPr bwMode="auto">
                <a:xfrm>
                  <a:off x="3749" y="3407"/>
                  <a:ext cx="212" cy="2"/>
                </a:xfrm>
                <a:prstGeom prst="straightConnector1">
                  <a:avLst/>
                </a:prstGeom>
                <a:noFill/>
                <a:ln w="38100">
                  <a:solidFill>
                    <a:srgbClr val="6666FF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  <p:sp>
              <p:nvSpPr>
                <p:cNvPr id="57537" name="Oval 43"/>
                <p:cNvSpPr>
                  <a:spLocks noChangeArrowheads="1"/>
                </p:cNvSpPr>
                <p:nvPr/>
              </p:nvSpPr>
              <p:spPr bwMode="auto">
                <a:xfrm>
                  <a:off x="3470" y="3555"/>
                  <a:ext cx="90" cy="51"/>
                </a:xfrm>
                <a:prstGeom prst="ellipse">
                  <a:avLst/>
                </a:prstGeom>
                <a:solidFill>
                  <a:srgbClr val="99FF99"/>
                </a:solidFill>
                <a:ln w="25400">
                  <a:solidFill>
                    <a:srgbClr val="33CC33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1pPr>
                  <a:lvl2pPr marL="742950" indent="-28575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2pPr>
                  <a:lvl3pPr marL="11430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3pPr>
                  <a:lvl4pPr marL="16002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4pPr>
                  <a:lvl5pPr marL="20574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9pPr>
                </a:lstStyle>
                <a:p>
                  <a:pPr eaLnBrk="1" hangingPunct="1"/>
                  <a:endParaRPr lang="ja-JP" altLang="en-US"/>
                </a:p>
              </p:txBody>
            </p:sp>
            <p:sp>
              <p:nvSpPr>
                <p:cNvPr id="57538" name="Oval 44"/>
                <p:cNvSpPr>
                  <a:spLocks noChangeArrowheads="1"/>
                </p:cNvSpPr>
                <p:nvPr/>
              </p:nvSpPr>
              <p:spPr bwMode="auto">
                <a:xfrm>
                  <a:off x="3788" y="3557"/>
                  <a:ext cx="90" cy="51"/>
                </a:xfrm>
                <a:prstGeom prst="ellipse">
                  <a:avLst/>
                </a:prstGeom>
                <a:solidFill>
                  <a:srgbClr val="99FF99"/>
                </a:solidFill>
                <a:ln w="25400">
                  <a:solidFill>
                    <a:srgbClr val="33CC33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1pPr>
                  <a:lvl2pPr marL="742950" indent="-28575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2pPr>
                  <a:lvl3pPr marL="11430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3pPr>
                  <a:lvl4pPr marL="16002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4pPr>
                  <a:lvl5pPr marL="20574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9pPr>
                </a:lstStyle>
                <a:p>
                  <a:pPr eaLnBrk="1" hangingPunct="1"/>
                  <a:endParaRPr lang="ja-JP" altLang="en-US"/>
                </a:p>
              </p:txBody>
            </p:sp>
            <p:cxnSp>
              <p:nvCxnSpPr>
                <p:cNvPr id="57539" name="AutoShape 45"/>
                <p:cNvCxnSpPr>
                  <a:cxnSpLocks noChangeShapeType="1"/>
                  <a:stCxn id="57537" idx="6"/>
                  <a:endCxn id="57538" idx="2"/>
                </p:cNvCxnSpPr>
                <p:nvPr/>
              </p:nvCxnSpPr>
              <p:spPr bwMode="auto">
                <a:xfrm>
                  <a:off x="3568" y="3581"/>
                  <a:ext cx="212" cy="2"/>
                </a:xfrm>
                <a:prstGeom prst="straightConnector1">
                  <a:avLst/>
                </a:prstGeom>
                <a:noFill/>
                <a:ln w="38100">
                  <a:solidFill>
                    <a:srgbClr val="6666FF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  <p:sp>
              <p:nvSpPr>
                <p:cNvPr id="57540" name="Oval 46"/>
                <p:cNvSpPr>
                  <a:spLocks noChangeArrowheads="1"/>
                </p:cNvSpPr>
                <p:nvPr/>
              </p:nvSpPr>
              <p:spPr bwMode="auto">
                <a:xfrm>
                  <a:off x="3606" y="3653"/>
                  <a:ext cx="90" cy="51"/>
                </a:xfrm>
                <a:prstGeom prst="ellipse">
                  <a:avLst/>
                </a:prstGeom>
                <a:solidFill>
                  <a:srgbClr val="99FF99"/>
                </a:solidFill>
                <a:ln w="25400">
                  <a:solidFill>
                    <a:srgbClr val="33CC33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1pPr>
                  <a:lvl2pPr marL="742950" indent="-28575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2pPr>
                  <a:lvl3pPr marL="11430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3pPr>
                  <a:lvl4pPr marL="16002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4pPr>
                  <a:lvl5pPr marL="20574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9pPr>
                </a:lstStyle>
                <a:p>
                  <a:pPr eaLnBrk="1" hangingPunct="1"/>
                  <a:endParaRPr lang="ja-JP" altLang="en-US"/>
                </a:p>
              </p:txBody>
            </p:sp>
            <p:sp>
              <p:nvSpPr>
                <p:cNvPr id="57541" name="Oval 47"/>
                <p:cNvSpPr>
                  <a:spLocks noChangeArrowheads="1"/>
                </p:cNvSpPr>
                <p:nvPr/>
              </p:nvSpPr>
              <p:spPr bwMode="auto">
                <a:xfrm>
                  <a:off x="3924" y="3655"/>
                  <a:ext cx="90" cy="51"/>
                </a:xfrm>
                <a:prstGeom prst="ellipse">
                  <a:avLst/>
                </a:prstGeom>
                <a:solidFill>
                  <a:srgbClr val="99FF99"/>
                </a:solidFill>
                <a:ln w="25400">
                  <a:solidFill>
                    <a:srgbClr val="33CC33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1pPr>
                  <a:lvl2pPr marL="742950" indent="-28575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2pPr>
                  <a:lvl3pPr marL="11430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3pPr>
                  <a:lvl4pPr marL="16002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4pPr>
                  <a:lvl5pPr marL="20574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9pPr>
                </a:lstStyle>
                <a:p>
                  <a:pPr eaLnBrk="1" hangingPunct="1"/>
                  <a:endParaRPr lang="ja-JP" altLang="en-US"/>
                </a:p>
              </p:txBody>
            </p:sp>
            <p:cxnSp>
              <p:nvCxnSpPr>
                <p:cNvPr id="57542" name="AutoShape 48"/>
                <p:cNvCxnSpPr>
                  <a:cxnSpLocks noChangeShapeType="1"/>
                  <a:stCxn id="57540" idx="6"/>
                  <a:endCxn id="57541" idx="2"/>
                </p:cNvCxnSpPr>
                <p:nvPr/>
              </p:nvCxnSpPr>
              <p:spPr bwMode="auto">
                <a:xfrm>
                  <a:off x="3704" y="3679"/>
                  <a:ext cx="212" cy="2"/>
                </a:xfrm>
                <a:prstGeom prst="straightConnector1">
                  <a:avLst/>
                </a:prstGeom>
                <a:noFill/>
                <a:ln w="38100">
                  <a:solidFill>
                    <a:srgbClr val="6666FF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  <p:sp>
              <p:nvSpPr>
                <p:cNvPr id="57543" name="Oval 49"/>
                <p:cNvSpPr>
                  <a:spLocks noChangeArrowheads="1"/>
                </p:cNvSpPr>
                <p:nvPr/>
              </p:nvSpPr>
              <p:spPr bwMode="auto">
                <a:xfrm>
                  <a:off x="3742" y="3827"/>
                  <a:ext cx="90" cy="51"/>
                </a:xfrm>
                <a:prstGeom prst="ellipse">
                  <a:avLst/>
                </a:prstGeom>
                <a:solidFill>
                  <a:srgbClr val="99FF99"/>
                </a:solidFill>
                <a:ln w="25400">
                  <a:solidFill>
                    <a:srgbClr val="33CC33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1pPr>
                  <a:lvl2pPr marL="742950" indent="-28575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2pPr>
                  <a:lvl3pPr marL="11430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3pPr>
                  <a:lvl4pPr marL="16002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4pPr>
                  <a:lvl5pPr marL="20574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9pPr>
                </a:lstStyle>
                <a:p>
                  <a:pPr eaLnBrk="1" hangingPunct="1"/>
                  <a:endParaRPr lang="ja-JP" altLang="en-US"/>
                </a:p>
              </p:txBody>
            </p:sp>
            <p:sp>
              <p:nvSpPr>
                <p:cNvPr id="57544" name="Oval 50"/>
                <p:cNvSpPr>
                  <a:spLocks noChangeArrowheads="1"/>
                </p:cNvSpPr>
                <p:nvPr/>
              </p:nvSpPr>
              <p:spPr bwMode="auto">
                <a:xfrm>
                  <a:off x="4060" y="3829"/>
                  <a:ext cx="90" cy="51"/>
                </a:xfrm>
                <a:prstGeom prst="ellipse">
                  <a:avLst/>
                </a:prstGeom>
                <a:solidFill>
                  <a:srgbClr val="99FF99"/>
                </a:solidFill>
                <a:ln w="25400">
                  <a:solidFill>
                    <a:srgbClr val="33CC33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1pPr>
                  <a:lvl2pPr marL="742950" indent="-28575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2pPr>
                  <a:lvl3pPr marL="11430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3pPr>
                  <a:lvl4pPr marL="16002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4pPr>
                  <a:lvl5pPr marL="20574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9pPr>
                </a:lstStyle>
                <a:p>
                  <a:pPr eaLnBrk="1" hangingPunct="1"/>
                  <a:endParaRPr lang="ja-JP" altLang="en-US"/>
                </a:p>
              </p:txBody>
            </p:sp>
            <p:cxnSp>
              <p:nvCxnSpPr>
                <p:cNvPr id="57545" name="AutoShape 51"/>
                <p:cNvCxnSpPr>
                  <a:cxnSpLocks noChangeShapeType="1"/>
                  <a:stCxn id="57543" idx="6"/>
                  <a:endCxn id="57544" idx="2"/>
                </p:cNvCxnSpPr>
                <p:nvPr/>
              </p:nvCxnSpPr>
              <p:spPr bwMode="auto">
                <a:xfrm>
                  <a:off x="3840" y="3853"/>
                  <a:ext cx="212" cy="2"/>
                </a:xfrm>
                <a:prstGeom prst="straightConnector1">
                  <a:avLst/>
                </a:prstGeom>
                <a:noFill/>
                <a:ln w="38100">
                  <a:solidFill>
                    <a:srgbClr val="6666FF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  <p:sp>
              <p:nvSpPr>
                <p:cNvPr id="57546" name="Oval 52"/>
                <p:cNvSpPr>
                  <a:spLocks noChangeArrowheads="1"/>
                </p:cNvSpPr>
                <p:nvPr/>
              </p:nvSpPr>
              <p:spPr bwMode="auto">
                <a:xfrm>
                  <a:off x="4830" y="3744"/>
                  <a:ext cx="90" cy="51"/>
                </a:xfrm>
                <a:prstGeom prst="ellipse">
                  <a:avLst/>
                </a:prstGeom>
                <a:solidFill>
                  <a:srgbClr val="99FF99"/>
                </a:solidFill>
                <a:ln w="25400">
                  <a:solidFill>
                    <a:srgbClr val="33CC33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1pPr>
                  <a:lvl2pPr marL="742950" indent="-28575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2pPr>
                  <a:lvl3pPr marL="11430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3pPr>
                  <a:lvl4pPr marL="16002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4pPr>
                  <a:lvl5pPr marL="20574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9pPr>
                </a:lstStyle>
                <a:p>
                  <a:pPr eaLnBrk="1" hangingPunct="1"/>
                  <a:endParaRPr lang="ja-JP" altLang="en-US"/>
                </a:p>
              </p:txBody>
            </p:sp>
            <p:sp>
              <p:nvSpPr>
                <p:cNvPr id="57547" name="Oval 53"/>
                <p:cNvSpPr>
                  <a:spLocks noChangeArrowheads="1"/>
                </p:cNvSpPr>
                <p:nvPr/>
              </p:nvSpPr>
              <p:spPr bwMode="auto">
                <a:xfrm>
                  <a:off x="5148" y="3746"/>
                  <a:ext cx="90" cy="51"/>
                </a:xfrm>
                <a:prstGeom prst="ellipse">
                  <a:avLst/>
                </a:prstGeom>
                <a:solidFill>
                  <a:srgbClr val="99FF99"/>
                </a:solidFill>
                <a:ln w="25400">
                  <a:solidFill>
                    <a:srgbClr val="33CC33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1pPr>
                  <a:lvl2pPr marL="742950" indent="-28575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2pPr>
                  <a:lvl3pPr marL="11430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3pPr>
                  <a:lvl4pPr marL="16002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4pPr>
                  <a:lvl5pPr marL="20574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9pPr>
                </a:lstStyle>
                <a:p>
                  <a:pPr eaLnBrk="1" hangingPunct="1"/>
                  <a:endParaRPr lang="ja-JP" altLang="en-US"/>
                </a:p>
              </p:txBody>
            </p:sp>
            <p:cxnSp>
              <p:nvCxnSpPr>
                <p:cNvPr id="57548" name="AutoShape 54"/>
                <p:cNvCxnSpPr>
                  <a:cxnSpLocks noChangeShapeType="1"/>
                  <a:stCxn id="57546" idx="6"/>
                  <a:endCxn id="57547" idx="2"/>
                </p:cNvCxnSpPr>
                <p:nvPr/>
              </p:nvCxnSpPr>
              <p:spPr bwMode="auto">
                <a:xfrm>
                  <a:off x="4928" y="3770"/>
                  <a:ext cx="212" cy="2"/>
                </a:xfrm>
                <a:prstGeom prst="straightConnector1">
                  <a:avLst/>
                </a:prstGeom>
                <a:noFill/>
                <a:ln w="38100">
                  <a:solidFill>
                    <a:srgbClr val="6666FF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  <p:sp>
              <p:nvSpPr>
                <p:cNvPr id="57549" name="Oval 55"/>
                <p:cNvSpPr>
                  <a:spLocks noChangeArrowheads="1"/>
                </p:cNvSpPr>
                <p:nvPr/>
              </p:nvSpPr>
              <p:spPr bwMode="auto">
                <a:xfrm>
                  <a:off x="4604" y="3336"/>
                  <a:ext cx="90" cy="51"/>
                </a:xfrm>
                <a:prstGeom prst="ellipse">
                  <a:avLst/>
                </a:prstGeom>
                <a:solidFill>
                  <a:srgbClr val="99FF99"/>
                </a:solidFill>
                <a:ln w="25400">
                  <a:solidFill>
                    <a:srgbClr val="33CC33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1pPr>
                  <a:lvl2pPr marL="742950" indent="-28575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2pPr>
                  <a:lvl3pPr marL="11430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3pPr>
                  <a:lvl4pPr marL="16002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4pPr>
                  <a:lvl5pPr marL="20574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9pPr>
                </a:lstStyle>
                <a:p>
                  <a:pPr eaLnBrk="1" hangingPunct="1"/>
                  <a:endParaRPr lang="ja-JP" altLang="en-US"/>
                </a:p>
              </p:txBody>
            </p:sp>
            <p:sp>
              <p:nvSpPr>
                <p:cNvPr id="57550" name="Oval 56"/>
                <p:cNvSpPr>
                  <a:spLocks noChangeArrowheads="1"/>
                </p:cNvSpPr>
                <p:nvPr/>
              </p:nvSpPr>
              <p:spPr bwMode="auto">
                <a:xfrm>
                  <a:off x="4922" y="3338"/>
                  <a:ext cx="90" cy="51"/>
                </a:xfrm>
                <a:prstGeom prst="ellipse">
                  <a:avLst/>
                </a:prstGeom>
                <a:solidFill>
                  <a:srgbClr val="99FF99"/>
                </a:solidFill>
                <a:ln w="25400">
                  <a:solidFill>
                    <a:srgbClr val="33CC33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1pPr>
                  <a:lvl2pPr marL="742950" indent="-28575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2pPr>
                  <a:lvl3pPr marL="11430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3pPr>
                  <a:lvl4pPr marL="16002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4pPr>
                  <a:lvl5pPr marL="20574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9pPr>
                </a:lstStyle>
                <a:p>
                  <a:pPr eaLnBrk="1" hangingPunct="1"/>
                  <a:endParaRPr lang="ja-JP" altLang="en-US"/>
                </a:p>
              </p:txBody>
            </p:sp>
            <p:cxnSp>
              <p:nvCxnSpPr>
                <p:cNvPr id="57551" name="AutoShape 57"/>
                <p:cNvCxnSpPr>
                  <a:cxnSpLocks noChangeShapeType="1"/>
                  <a:stCxn id="57549" idx="6"/>
                  <a:endCxn id="57550" idx="2"/>
                </p:cNvCxnSpPr>
                <p:nvPr/>
              </p:nvCxnSpPr>
              <p:spPr bwMode="auto">
                <a:xfrm>
                  <a:off x="4702" y="3362"/>
                  <a:ext cx="212" cy="2"/>
                </a:xfrm>
                <a:prstGeom prst="straightConnector1">
                  <a:avLst/>
                </a:prstGeom>
                <a:noFill/>
                <a:ln w="38100">
                  <a:solidFill>
                    <a:srgbClr val="6666FF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  <p:sp>
              <p:nvSpPr>
                <p:cNvPr id="57552" name="Oval 58"/>
                <p:cNvSpPr>
                  <a:spLocks noChangeArrowheads="1"/>
                </p:cNvSpPr>
                <p:nvPr/>
              </p:nvSpPr>
              <p:spPr bwMode="auto">
                <a:xfrm>
                  <a:off x="3470" y="3744"/>
                  <a:ext cx="90" cy="51"/>
                </a:xfrm>
                <a:prstGeom prst="ellipse">
                  <a:avLst/>
                </a:prstGeom>
                <a:solidFill>
                  <a:srgbClr val="99FF99"/>
                </a:solidFill>
                <a:ln w="25400">
                  <a:solidFill>
                    <a:srgbClr val="33CC33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1pPr>
                  <a:lvl2pPr marL="742950" indent="-28575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2pPr>
                  <a:lvl3pPr marL="11430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3pPr>
                  <a:lvl4pPr marL="16002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4pPr>
                  <a:lvl5pPr marL="20574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9pPr>
                </a:lstStyle>
                <a:p>
                  <a:pPr eaLnBrk="1" hangingPunct="1"/>
                  <a:endParaRPr lang="ja-JP" altLang="en-US"/>
                </a:p>
              </p:txBody>
            </p:sp>
            <p:sp>
              <p:nvSpPr>
                <p:cNvPr id="57553" name="Oval 59"/>
                <p:cNvSpPr>
                  <a:spLocks noChangeArrowheads="1"/>
                </p:cNvSpPr>
                <p:nvPr/>
              </p:nvSpPr>
              <p:spPr bwMode="auto">
                <a:xfrm>
                  <a:off x="3788" y="3746"/>
                  <a:ext cx="90" cy="51"/>
                </a:xfrm>
                <a:prstGeom prst="ellipse">
                  <a:avLst/>
                </a:prstGeom>
                <a:solidFill>
                  <a:srgbClr val="99FF99"/>
                </a:solidFill>
                <a:ln w="25400">
                  <a:solidFill>
                    <a:srgbClr val="33CC33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1pPr>
                  <a:lvl2pPr marL="742950" indent="-28575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2pPr>
                  <a:lvl3pPr marL="11430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3pPr>
                  <a:lvl4pPr marL="16002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4pPr>
                  <a:lvl5pPr marL="20574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9pPr>
                </a:lstStyle>
                <a:p>
                  <a:pPr eaLnBrk="1" hangingPunct="1"/>
                  <a:endParaRPr lang="ja-JP" altLang="en-US"/>
                </a:p>
              </p:txBody>
            </p:sp>
            <p:cxnSp>
              <p:nvCxnSpPr>
                <p:cNvPr id="57554" name="AutoShape 60"/>
                <p:cNvCxnSpPr>
                  <a:cxnSpLocks noChangeShapeType="1"/>
                  <a:stCxn id="57552" idx="6"/>
                  <a:endCxn id="57553" idx="2"/>
                </p:cNvCxnSpPr>
                <p:nvPr/>
              </p:nvCxnSpPr>
              <p:spPr bwMode="auto">
                <a:xfrm>
                  <a:off x="3568" y="3770"/>
                  <a:ext cx="212" cy="2"/>
                </a:xfrm>
                <a:prstGeom prst="straightConnector1">
                  <a:avLst/>
                </a:prstGeom>
                <a:noFill/>
                <a:ln w="38100">
                  <a:solidFill>
                    <a:srgbClr val="6666FF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  <p:sp>
              <p:nvSpPr>
                <p:cNvPr id="57555" name="Oval 61"/>
                <p:cNvSpPr>
                  <a:spLocks noChangeArrowheads="1"/>
                </p:cNvSpPr>
                <p:nvPr/>
              </p:nvSpPr>
              <p:spPr bwMode="auto">
                <a:xfrm>
                  <a:off x="3697" y="3464"/>
                  <a:ext cx="90" cy="51"/>
                </a:xfrm>
                <a:prstGeom prst="ellipse">
                  <a:avLst/>
                </a:prstGeom>
                <a:solidFill>
                  <a:srgbClr val="99FF99"/>
                </a:solidFill>
                <a:ln w="25400">
                  <a:solidFill>
                    <a:srgbClr val="33CC33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1pPr>
                  <a:lvl2pPr marL="742950" indent="-28575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2pPr>
                  <a:lvl3pPr marL="11430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3pPr>
                  <a:lvl4pPr marL="16002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4pPr>
                  <a:lvl5pPr marL="20574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9pPr>
                </a:lstStyle>
                <a:p>
                  <a:pPr eaLnBrk="1" hangingPunct="1"/>
                  <a:endParaRPr lang="ja-JP" altLang="en-US"/>
                </a:p>
              </p:txBody>
            </p:sp>
            <p:sp>
              <p:nvSpPr>
                <p:cNvPr id="57556" name="Oval 62"/>
                <p:cNvSpPr>
                  <a:spLocks noChangeArrowheads="1"/>
                </p:cNvSpPr>
                <p:nvPr/>
              </p:nvSpPr>
              <p:spPr bwMode="auto">
                <a:xfrm>
                  <a:off x="4015" y="3466"/>
                  <a:ext cx="90" cy="51"/>
                </a:xfrm>
                <a:prstGeom prst="ellipse">
                  <a:avLst/>
                </a:prstGeom>
                <a:solidFill>
                  <a:srgbClr val="99FF99"/>
                </a:solidFill>
                <a:ln w="25400">
                  <a:solidFill>
                    <a:srgbClr val="33CC33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1pPr>
                  <a:lvl2pPr marL="742950" indent="-28575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2pPr>
                  <a:lvl3pPr marL="11430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3pPr>
                  <a:lvl4pPr marL="16002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4pPr>
                  <a:lvl5pPr marL="20574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9pPr>
                </a:lstStyle>
                <a:p>
                  <a:pPr eaLnBrk="1" hangingPunct="1"/>
                  <a:endParaRPr lang="ja-JP" altLang="en-US"/>
                </a:p>
              </p:txBody>
            </p:sp>
            <p:cxnSp>
              <p:nvCxnSpPr>
                <p:cNvPr id="57557" name="AutoShape 63"/>
                <p:cNvCxnSpPr>
                  <a:cxnSpLocks noChangeShapeType="1"/>
                  <a:stCxn id="57555" idx="6"/>
                  <a:endCxn id="57556" idx="2"/>
                </p:cNvCxnSpPr>
                <p:nvPr/>
              </p:nvCxnSpPr>
              <p:spPr bwMode="auto">
                <a:xfrm>
                  <a:off x="3795" y="3490"/>
                  <a:ext cx="212" cy="2"/>
                </a:xfrm>
                <a:prstGeom prst="straightConnector1">
                  <a:avLst/>
                </a:prstGeom>
                <a:noFill/>
                <a:ln w="38100">
                  <a:solidFill>
                    <a:srgbClr val="6666FF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</p:grpSp>
          <p:sp>
            <p:nvSpPr>
              <p:cNvPr id="57512" name="Oval 64"/>
              <p:cNvSpPr>
                <a:spLocks noChangeArrowheads="1"/>
              </p:cNvSpPr>
              <p:nvPr/>
            </p:nvSpPr>
            <p:spPr bwMode="auto">
              <a:xfrm>
                <a:off x="3243" y="3294"/>
                <a:ext cx="2359" cy="680"/>
              </a:xfrm>
              <a:prstGeom prst="ellipse">
                <a:avLst/>
              </a:prstGeom>
              <a:noFill/>
              <a:ln w="28575">
                <a:solidFill>
                  <a:schemeClr val="hlink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lIns="90000" tIns="46800" rIns="90000" bIns="46800" anchor="ctr"/>
              <a:lstStyle>
                <a:lvl1pPr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1pPr>
                <a:lvl2pPr marL="742950" indent="-28575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2pPr>
                <a:lvl3pPr marL="11430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3pPr>
                <a:lvl4pPr marL="16002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4pPr>
                <a:lvl5pPr marL="20574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9pPr>
              </a:lstStyle>
              <a:p>
                <a:pPr eaLnBrk="1" hangingPunct="1"/>
                <a:endParaRPr lang="ja-JP" altLang="en-US"/>
              </a:p>
            </p:txBody>
          </p:sp>
        </p:grpSp>
        <p:grpSp>
          <p:nvGrpSpPr>
            <p:cNvPr id="57504" name="Group 65"/>
            <p:cNvGrpSpPr>
              <a:grpSpLocks/>
            </p:cNvGrpSpPr>
            <p:nvPr/>
          </p:nvGrpSpPr>
          <p:grpSpPr bwMode="auto">
            <a:xfrm>
              <a:off x="3352" y="2882"/>
              <a:ext cx="2060" cy="1092"/>
              <a:chOff x="3379" y="2882"/>
              <a:chExt cx="2060" cy="1092"/>
            </a:xfrm>
          </p:grpSpPr>
          <p:sp>
            <p:nvSpPr>
              <p:cNvPr id="57505" name="Oval 66"/>
              <p:cNvSpPr>
                <a:spLocks noChangeArrowheads="1"/>
              </p:cNvSpPr>
              <p:nvPr/>
            </p:nvSpPr>
            <p:spPr bwMode="auto">
              <a:xfrm>
                <a:off x="3379" y="3290"/>
                <a:ext cx="1361" cy="681"/>
              </a:xfrm>
              <a:prstGeom prst="ellipse">
                <a:avLst/>
              </a:prstGeom>
              <a:noFill/>
              <a:ln w="38100">
                <a:solidFill>
                  <a:srgbClr val="99CCFF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lIns="90000" tIns="46800" rIns="90000" bIns="46800" anchor="ctr"/>
              <a:lstStyle>
                <a:lvl1pPr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1pPr>
                <a:lvl2pPr marL="742950" indent="-28575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2pPr>
                <a:lvl3pPr marL="11430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3pPr>
                <a:lvl4pPr marL="16002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4pPr>
                <a:lvl5pPr marL="20574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9pPr>
              </a:lstStyle>
              <a:p>
                <a:pPr eaLnBrk="1" hangingPunct="1"/>
                <a:endParaRPr lang="ja-JP" altLang="en-US"/>
              </a:p>
            </p:txBody>
          </p:sp>
          <p:sp>
            <p:nvSpPr>
              <p:cNvPr id="57506" name="Oval 67"/>
              <p:cNvSpPr>
                <a:spLocks noChangeArrowheads="1"/>
              </p:cNvSpPr>
              <p:nvPr/>
            </p:nvSpPr>
            <p:spPr bwMode="auto">
              <a:xfrm>
                <a:off x="4078" y="3293"/>
                <a:ext cx="1361" cy="681"/>
              </a:xfrm>
              <a:prstGeom prst="ellipse">
                <a:avLst/>
              </a:prstGeom>
              <a:noFill/>
              <a:ln w="38100">
                <a:solidFill>
                  <a:schemeClr val="accent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lIns="90000" tIns="46800" rIns="90000" bIns="46800" anchor="ctr"/>
              <a:lstStyle>
                <a:lvl1pPr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1pPr>
                <a:lvl2pPr marL="742950" indent="-28575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2pPr>
                <a:lvl3pPr marL="11430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3pPr>
                <a:lvl4pPr marL="16002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4pPr>
                <a:lvl5pPr marL="20574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9pPr>
              </a:lstStyle>
              <a:p>
                <a:pPr eaLnBrk="1" hangingPunct="1"/>
                <a:endParaRPr lang="ja-JP" altLang="en-US"/>
              </a:p>
            </p:txBody>
          </p:sp>
          <p:sp>
            <p:nvSpPr>
              <p:cNvPr id="57507" name="AutoShape 68"/>
              <p:cNvSpPr>
                <a:spLocks noChangeArrowheads="1"/>
              </p:cNvSpPr>
              <p:nvPr/>
            </p:nvSpPr>
            <p:spPr bwMode="auto">
              <a:xfrm flipV="1">
                <a:off x="3379" y="2973"/>
                <a:ext cx="1361" cy="590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3952 w 21600"/>
                  <a:gd name="T13" fmla="*/ 3954 h 21600"/>
                  <a:gd name="T14" fmla="*/ 17648 w 21600"/>
                  <a:gd name="T15" fmla="*/ 17646 h 2160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1600" h="21600">
                    <a:moveTo>
                      <a:pt x="0" y="0"/>
                    </a:moveTo>
                    <a:lnTo>
                      <a:pt x="4316" y="21600"/>
                    </a:lnTo>
                    <a:lnTo>
                      <a:pt x="17284" y="21600"/>
                    </a:lnTo>
                    <a:lnTo>
                      <a:pt x="21600" y="0"/>
                    </a:lnTo>
                    <a:close/>
                  </a:path>
                </a:pathLst>
              </a:custGeom>
              <a:solidFill>
                <a:srgbClr val="E2EDF6">
                  <a:alpha val="70195"/>
                </a:srgb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90000" tIns="46800" rIns="90000" bIns="46800" anchor="ctr"/>
              <a:lstStyle>
                <a:lvl1pPr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1pPr>
                <a:lvl2pPr marL="742950" indent="-28575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2pPr>
                <a:lvl3pPr marL="11430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3pPr>
                <a:lvl4pPr marL="16002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4pPr>
                <a:lvl5pPr marL="20574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9pPr>
              </a:lstStyle>
              <a:p>
                <a:pPr eaLnBrk="1" hangingPunct="1"/>
                <a:endParaRPr lang="ja-JP" altLang="en-US"/>
              </a:p>
            </p:txBody>
          </p:sp>
          <p:sp>
            <p:nvSpPr>
              <p:cNvPr id="57508" name="AutoShape 69"/>
              <p:cNvSpPr>
                <a:spLocks noChangeArrowheads="1"/>
              </p:cNvSpPr>
              <p:nvPr/>
            </p:nvSpPr>
            <p:spPr bwMode="auto">
              <a:xfrm flipV="1">
                <a:off x="4105" y="2968"/>
                <a:ext cx="1323" cy="590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4245 w 21600"/>
                  <a:gd name="T13" fmla="*/ 4247 h 21600"/>
                  <a:gd name="T14" fmla="*/ 17355 w 21600"/>
                  <a:gd name="T15" fmla="*/ 17353 h 2160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1600" h="21600">
                    <a:moveTo>
                      <a:pt x="0" y="0"/>
                    </a:moveTo>
                    <a:lnTo>
                      <a:pt x="4881" y="21600"/>
                    </a:lnTo>
                    <a:lnTo>
                      <a:pt x="16719" y="21600"/>
                    </a:lnTo>
                    <a:lnTo>
                      <a:pt x="21600" y="0"/>
                    </a:lnTo>
                    <a:close/>
                  </a:path>
                </a:pathLst>
              </a:custGeom>
              <a:solidFill>
                <a:srgbClr val="CCFFFF">
                  <a:alpha val="20000"/>
                </a:srgb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90000" tIns="46800" rIns="90000" bIns="46800" anchor="ctr"/>
              <a:lstStyle>
                <a:lvl1pPr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1pPr>
                <a:lvl2pPr marL="742950" indent="-28575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2pPr>
                <a:lvl3pPr marL="11430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3pPr>
                <a:lvl4pPr marL="16002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4pPr>
                <a:lvl5pPr marL="20574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9pPr>
              </a:lstStyle>
              <a:p>
                <a:pPr eaLnBrk="1" hangingPunct="1"/>
                <a:endParaRPr lang="ja-JP" altLang="en-US"/>
              </a:p>
            </p:txBody>
          </p:sp>
          <p:sp>
            <p:nvSpPr>
              <p:cNvPr id="57509" name="AutoShape 70"/>
              <p:cNvSpPr>
                <a:spLocks noChangeArrowheads="1"/>
              </p:cNvSpPr>
              <p:nvPr/>
            </p:nvSpPr>
            <p:spPr bwMode="auto">
              <a:xfrm>
                <a:off x="3569" y="2882"/>
                <a:ext cx="817" cy="363"/>
              </a:xfrm>
              <a:prstGeom prst="roundRect">
                <a:avLst>
                  <a:gd name="adj" fmla="val 16667"/>
                </a:avLst>
              </a:prstGeom>
              <a:solidFill>
                <a:schemeClr val="bg1"/>
              </a:solidFill>
              <a:ln w="38100">
                <a:solidFill>
                  <a:srgbClr val="99CCFF"/>
                </a:solidFill>
                <a:round/>
                <a:headEnd/>
                <a:tailEnd/>
              </a:ln>
            </p:spPr>
            <p:txBody>
              <a:bodyPr wrap="none" lIns="90000" tIns="46800" rIns="90000" bIns="46800" anchor="ctr"/>
              <a:lstStyle>
                <a:lvl1pPr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1pPr>
                <a:lvl2pPr marL="742950" indent="-28575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2pPr>
                <a:lvl3pPr marL="11430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3pPr>
                <a:lvl4pPr marL="16002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4pPr>
                <a:lvl5pPr marL="20574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9pPr>
              </a:lstStyle>
              <a:p>
                <a:pPr algn="ctr" eaLnBrk="1" hangingPunct="1"/>
                <a:r>
                  <a:rPr lang="en-US" altLang="ja-JP" sz="1600" b="1">
                    <a:solidFill>
                      <a:schemeClr val="accent2"/>
                    </a:solidFill>
                  </a:rPr>
                  <a:t>WordSpace</a:t>
                </a:r>
              </a:p>
            </p:txBody>
          </p:sp>
          <p:sp>
            <p:nvSpPr>
              <p:cNvPr id="57510" name="AutoShape 71"/>
              <p:cNvSpPr>
                <a:spLocks noChangeArrowheads="1"/>
              </p:cNvSpPr>
              <p:nvPr/>
            </p:nvSpPr>
            <p:spPr bwMode="auto">
              <a:xfrm>
                <a:off x="4423" y="2882"/>
                <a:ext cx="816" cy="363"/>
              </a:xfrm>
              <a:prstGeom prst="roundRect">
                <a:avLst>
                  <a:gd name="adj" fmla="val 16667"/>
                </a:avLst>
              </a:prstGeom>
              <a:solidFill>
                <a:schemeClr val="bg1"/>
              </a:solidFill>
              <a:ln w="38100">
                <a:solidFill>
                  <a:schemeClr val="accent1"/>
                </a:solidFill>
                <a:round/>
                <a:headEnd/>
                <a:tailEnd/>
              </a:ln>
            </p:spPr>
            <p:txBody>
              <a:bodyPr wrap="none" lIns="90000" tIns="46800" rIns="90000" bIns="46800" anchor="ctr"/>
              <a:lstStyle>
                <a:lvl1pPr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1pPr>
                <a:lvl2pPr marL="742950" indent="-28575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2pPr>
                <a:lvl3pPr marL="11430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3pPr>
                <a:lvl4pPr marL="16002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4pPr>
                <a:lvl5pPr marL="20574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9pPr>
              </a:lstStyle>
              <a:p>
                <a:pPr algn="ctr" eaLnBrk="1" hangingPunct="1"/>
                <a:r>
                  <a:rPr lang="ja-JP" altLang="en-US" sz="1600" b="1">
                    <a:solidFill>
                      <a:schemeClr val="accent2"/>
                    </a:solidFill>
                  </a:rPr>
                  <a:t>相関ルール</a:t>
                </a:r>
              </a:p>
            </p:txBody>
          </p:sp>
        </p:grpSp>
      </p:grpSp>
      <p:sp>
        <p:nvSpPr>
          <p:cNvPr id="57350" name="Text Box 72"/>
          <p:cNvSpPr txBox="1">
            <a:spLocks noChangeArrowheads="1"/>
          </p:cNvSpPr>
          <p:nvPr/>
        </p:nvSpPr>
        <p:spPr bwMode="auto">
          <a:xfrm>
            <a:off x="7620001" y="3200400"/>
            <a:ext cx="1471613" cy="40640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ja-JP" altLang="en-US" sz="2000" b="1">
                <a:solidFill>
                  <a:srgbClr val="006600"/>
                </a:solidFill>
                <a:latin typeface="Times New Roman" charset="0"/>
              </a:rPr>
              <a:t>概念対集合</a:t>
            </a:r>
          </a:p>
        </p:txBody>
      </p:sp>
      <p:grpSp>
        <p:nvGrpSpPr>
          <p:cNvPr id="57351" name="Group 73"/>
          <p:cNvGrpSpPr>
            <a:grpSpLocks/>
          </p:cNvGrpSpPr>
          <p:nvPr/>
        </p:nvGrpSpPr>
        <p:grpSpPr bwMode="auto">
          <a:xfrm>
            <a:off x="8615364" y="682626"/>
            <a:ext cx="1176337" cy="1006475"/>
            <a:chOff x="249" y="2118"/>
            <a:chExt cx="788" cy="855"/>
          </a:xfrm>
        </p:grpSpPr>
        <p:grpSp>
          <p:nvGrpSpPr>
            <p:cNvPr id="57463" name="Group 74"/>
            <p:cNvGrpSpPr>
              <a:grpSpLocks/>
            </p:cNvGrpSpPr>
            <p:nvPr/>
          </p:nvGrpSpPr>
          <p:grpSpPr bwMode="auto">
            <a:xfrm>
              <a:off x="249" y="2118"/>
              <a:ext cx="652" cy="722"/>
              <a:chOff x="4785" y="2563"/>
              <a:chExt cx="912" cy="912"/>
            </a:xfrm>
          </p:grpSpPr>
          <p:sp>
            <p:nvSpPr>
              <p:cNvPr id="57494" name="Rectangle 75"/>
              <p:cNvSpPr>
                <a:spLocks noChangeArrowheads="1"/>
              </p:cNvSpPr>
              <p:nvPr/>
            </p:nvSpPr>
            <p:spPr bwMode="auto">
              <a:xfrm>
                <a:off x="4855" y="2633"/>
                <a:ext cx="842" cy="842"/>
              </a:xfrm>
              <a:prstGeom prst="rect">
                <a:avLst/>
              </a:prstGeom>
              <a:solidFill>
                <a:srgbClr val="B2B2B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254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1pPr>
                <a:lvl2pPr marL="742950" indent="-28575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2pPr>
                <a:lvl3pPr marL="11430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3pPr>
                <a:lvl4pPr marL="16002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4pPr>
                <a:lvl5pPr marL="20574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9pPr>
              </a:lstStyle>
              <a:p>
                <a:pPr eaLnBrk="1" hangingPunct="1"/>
                <a:endParaRPr lang="ja-JP" altLang="en-US"/>
              </a:p>
            </p:txBody>
          </p:sp>
          <p:sp>
            <p:nvSpPr>
              <p:cNvPr id="57495" name="Rectangle 76"/>
              <p:cNvSpPr>
                <a:spLocks noChangeArrowheads="1"/>
              </p:cNvSpPr>
              <p:nvPr/>
            </p:nvSpPr>
            <p:spPr bwMode="auto">
              <a:xfrm>
                <a:off x="4785" y="2563"/>
                <a:ext cx="842" cy="842"/>
              </a:xfrm>
              <a:prstGeom prst="rect">
                <a:avLst/>
              </a:prstGeom>
              <a:solidFill>
                <a:schemeClr val="bg1"/>
              </a:solidFill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Ctr="1"/>
              <a:lstStyle>
                <a:lvl1pPr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1pPr>
                <a:lvl2pPr marL="742950" indent="-28575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2pPr>
                <a:lvl3pPr marL="11430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3pPr>
                <a:lvl4pPr marL="16002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4pPr>
                <a:lvl5pPr marL="20574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9pPr>
              </a:lstStyle>
              <a:p>
                <a:pPr algn="ctr" eaLnBrk="1" hangingPunct="1"/>
                <a:endParaRPr lang="ja-JP" altLang="ja-JP" sz="1400">
                  <a:latin typeface="ＭＳ Ｐゴシック" charset="-128"/>
                </a:endParaRPr>
              </a:p>
            </p:txBody>
          </p:sp>
          <p:sp>
            <p:nvSpPr>
              <p:cNvPr id="57496" name="Line 77"/>
              <p:cNvSpPr>
                <a:spLocks noChangeShapeType="1"/>
              </p:cNvSpPr>
              <p:nvPr/>
            </p:nvSpPr>
            <p:spPr bwMode="auto">
              <a:xfrm>
                <a:off x="4855" y="3054"/>
                <a:ext cx="702" cy="0"/>
              </a:xfrm>
              <a:prstGeom prst="line">
                <a:avLst/>
              </a:prstGeom>
              <a:noFill/>
              <a:ln w="25400">
                <a:solidFill>
                  <a:srgbClr val="96969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 anchorCtr="1"/>
              <a:lstStyle/>
              <a:p>
                <a:endParaRPr lang="ja-JP" altLang="en-US"/>
              </a:p>
            </p:txBody>
          </p:sp>
          <p:sp>
            <p:nvSpPr>
              <p:cNvPr id="57497" name="Line 78"/>
              <p:cNvSpPr>
                <a:spLocks noChangeShapeType="1"/>
              </p:cNvSpPr>
              <p:nvPr/>
            </p:nvSpPr>
            <p:spPr bwMode="auto">
              <a:xfrm>
                <a:off x="4855" y="3124"/>
                <a:ext cx="702" cy="0"/>
              </a:xfrm>
              <a:prstGeom prst="line">
                <a:avLst/>
              </a:prstGeom>
              <a:noFill/>
              <a:ln w="25400">
                <a:solidFill>
                  <a:srgbClr val="96969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 anchorCtr="1"/>
              <a:lstStyle/>
              <a:p>
                <a:endParaRPr lang="ja-JP" altLang="en-US"/>
              </a:p>
            </p:txBody>
          </p:sp>
          <p:sp>
            <p:nvSpPr>
              <p:cNvPr id="57498" name="Line 79"/>
              <p:cNvSpPr>
                <a:spLocks noChangeShapeType="1"/>
              </p:cNvSpPr>
              <p:nvPr/>
            </p:nvSpPr>
            <p:spPr bwMode="auto">
              <a:xfrm>
                <a:off x="4855" y="3194"/>
                <a:ext cx="702" cy="0"/>
              </a:xfrm>
              <a:prstGeom prst="line">
                <a:avLst/>
              </a:prstGeom>
              <a:noFill/>
              <a:ln w="25400">
                <a:solidFill>
                  <a:srgbClr val="96969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 anchorCtr="1"/>
              <a:lstStyle/>
              <a:p>
                <a:endParaRPr lang="ja-JP" altLang="en-US"/>
              </a:p>
            </p:txBody>
          </p:sp>
          <p:sp>
            <p:nvSpPr>
              <p:cNvPr id="57499" name="Line 80"/>
              <p:cNvSpPr>
                <a:spLocks noChangeShapeType="1"/>
              </p:cNvSpPr>
              <p:nvPr/>
            </p:nvSpPr>
            <p:spPr bwMode="auto">
              <a:xfrm>
                <a:off x="4855" y="3265"/>
                <a:ext cx="702" cy="0"/>
              </a:xfrm>
              <a:prstGeom prst="line">
                <a:avLst/>
              </a:prstGeom>
              <a:noFill/>
              <a:ln w="25400">
                <a:solidFill>
                  <a:srgbClr val="96969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 anchorCtr="1"/>
              <a:lstStyle/>
              <a:p>
                <a:endParaRPr lang="ja-JP" altLang="en-US"/>
              </a:p>
            </p:txBody>
          </p:sp>
          <p:sp>
            <p:nvSpPr>
              <p:cNvPr id="57500" name="Line 81"/>
              <p:cNvSpPr>
                <a:spLocks noChangeShapeType="1"/>
              </p:cNvSpPr>
              <p:nvPr/>
            </p:nvSpPr>
            <p:spPr bwMode="auto">
              <a:xfrm>
                <a:off x="4855" y="3335"/>
                <a:ext cx="702" cy="0"/>
              </a:xfrm>
              <a:prstGeom prst="line">
                <a:avLst/>
              </a:prstGeom>
              <a:noFill/>
              <a:ln w="25400">
                <a:solidFill>
                  <a:srgbClr val="96969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 anchorCtr="1"/>
              <a:lstStyle/>
              <a:p>
                <a:endParaRPr lang="ja-JP" altLang="en-US"/>
              </a:p>
            </p:txBody>
          </p:sp>
          <p:sp>
            <p:nvSpPr>
              <p:cNvPr id="57501" name="Line 82"/>
              <p:cNvSpPr>
                <a:spLocks noChangeShapeType="1"/>
              </p:cNvSpPr>
              <p:nvPr/>
            </p:nvSpPr>
            <p:spPr bwMode="auto">
              <a:xfrm>
                <a:off x="4855" y="2984"/>
                <a:ext cx="702" cy="0"/>
              </a:xfrm>
              <a:prstGeom prst="line">
                <a:avLst/>
              </a:prstGeom>
              <a:noFill/>
              <a:ln w="25400">
                <a:solidFill>
                  <a:srgbClr val="96969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 anchorCtr="1"/>
              <a:lstStyle/>
              <a:p>
                <a:endParaRPr lang="ja-JP" altLang="en-US"/>
              </a:p>
            </p:txBody>
          </p:sp>
          <p:sp>
            <p:nvSpPr>
              <p:cNvPr id="57502" name="Line 83"/>
              <p:cNvSpPr>
                <a:spLocks noChangeShapeType="1"/>
              </p:cNvSpPr>
              <p:nvPr/>
            </p:nvSpPr>
            <p:spPr bwMode="auto">
              <a:xfrm>
                <a:off x="4855" y="2914"/>
                <a:ext cx="702" cy="0"/>
              </a:xfrm>
              <a:prstGeom prst="line">
                <a:avLst/>
              </a:prstGeom>
              <a:noFill/>
              <a:ln w="25400">
                <a:solidFill>
                  <a:srgbClr val="96969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 anchorCtr="1"/>
              <a:lstStyle/>
              <a:p>
                <a:endParaRPr lang="ja-JP" altLang="en-US"/>
              </a:p>
            </p:txBody>
          </p:sp>
        </p:grpSp>
        <p:grpSp>
          <p:nvGrpSpPr>
            <p:cNvPr id="57464" name="Group 84"/>
            <p:cNvGrpSpPr>
              <a:grpSpLocks/>
            </p:cNvGrpSpPr>
            <p:nvPr/>
          </p:nvGrpSpPr>
          <p:grpSpPr bwMode="auto">
            <a:xfrm>
              <a:off x="294" y="2164"/>
              <a:ext cx="652" cy="722"/>
              <a:chOff x="4785" y="2563"/>
              <a:chExt cx="912" cy="912"/>
            </a:xfrm>
          </p:grpSpPr>
          <p:sp>
            <p:nvSpPr>
              <p:cNvPr id="57485" name="Rectangle 85"/>
              <p:cNvSpPr>
                <a:spLocks noChangeArrowheads="1"/>
              </p:cNvSpPr>
              <p:nvPr/>
            </p:nvSpPr>
            <p:spPr bwMode="auto">
              <a:xfrm>
                <a:off x="4855" y="2633"/>
                <a:ext cx="842" cy="842"/>
              </a:xfrm>
              <a:prstGeom prst="rect">
                <a:avLst/>
              </a:prstGeom>
              <a:solidFill>
                <a:srgbClr val="B2B2B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254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1pPr>
                <a:lvl2pPr marL="742950" indent="-28575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2pPr>
                <a:lvl3pPr marL="11430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3pPr>
                <a:lvl4pPr marL="16002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4pPr>
                <a:lvl5pPr marL="20574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9pPr>
              </a:lstStyle>
              <a:p>
                <a:pPr eaLnBrk="1" hangingPunct="1"/>
                <a:endParaRPr lang="ja-JP" altLang="en-US"/>
              </a:p>
            </p:txBody>
          </p:sp>
          <p:sp>
            <p:nvSpPr>
              <p:cNvPr id="57486" name="Rectangle 86"/>
              <p:cNvSpPr>
                <a:spLocks noChangeArrowheads="1"/>
              </p:cNvSpPr>
              <p:nvPr/>
            </p:nvSpPr>
            <p:spPr bwMode="auto">
              <a:xfrm>
                <a:off x="4785" y="2563"/>
                <a:ext cx="842" cy="842"/>
              </a:xfrm>
              <a:prstGeom prst="rect">
                <a:avLst/>
              </a:prstGeom>
              <a:solidFill>
                <a:schemeClr val="bg1"/>
              </a:solidFill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Ctr="1"/>
              <a:lstStyle>
                <a:lvl1pPr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1pPr>
                <a:lvl2pPr marL="742950" indent="-28575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2pPr>
                <a:lvl3pPr marL="11430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3pPr>
                <a:lvl4pPr marL="16002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4pPr>
                <a:lvl5pPr marL="20574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9pPr>
              </a:lstStyle>
              <a:p>
                <a:pPr algn="ctr" eaLnBrk="1" hangingPunct="1"/>
                <a:endParaRPr lang="ja-JP" altLang="ja-JP" sz="1400">
                  <a:latin typeface="ＭＳ Ｐゴシック" charset="-128"/>
                </a:endParaRPr>
              </a:p>
            </p:txBody>
          </p:sp>
          <p:sp>
            <p:nvSpPr>
              <p:cNvPr id="57487" name="Line 87"/>
              <p:cNvSpPr>
                <a:spLocks noChangeShapeType="1"/>
              </p:cNvSpPr>
              <p:nvPr/>
            </p:nvSpPr>
            <p:spPr bwMode="auto">
              <a:xfrm>
                <a:off x="4855" y="3054"/>
                <a:ext cx="702" cy="0"/>
              </a:xfrm>
              <a:prstGeom prst="line">
                <a:avLst/>
              </a:prstGeom>
              <a:noFill/>
              <a:ln w="25400">
                <a:solidFill>
                  <a:srgbClr val="96969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 anchorCtr="1"/>
              <a:lstStyle/>
              <a:p>
                <a:endParaRPr lang="ja-JP" altLang="en-US"/>
              </a:p>
            </p:txBody>
          </p:sp>
          <p:sp>
            <p:nvSpPr>
              <p:cNvPr id="57488" name="Line 88"/>
              <p:cNvSpPr>
                <a:spLocks noChangeShapeType="1"/>
              </p:cNvSpPr>
              <p:nvPr/>
            </p:nvSpPr>
            <p:spPr bwMode="auto">
              <a:xfrm>
                <a:off x="4855" y="3124"/>
                <a:ext cx="702" cy="0"/>
              </a:xfrm>
              <a:prstGeom prst="line">
                <a:avLst/>
              </a:prstGeom>
              <a:noFill/>
              <a:ln w="25400">
                <a:solidFill>
                  <a:srgbClr val="96969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 anchorCtr="1"/>
              <a:lstStyle/>
              <a:p>
                <a:endParaRPr lang="ja-JP" altLang="en-US"/>
              </a:p>
            </p:txBody>
          </p:sp>
          <p:sp>
            <p:nvSpPr>
              <p:cNvPr id="57489" name="Line 89"/>
              <p:cNvSpPr>
                <a:spLocks noChangeShapeType="1"/>
              </p:cNvSpPr>
              <p:nvPr/>
            </p:nvSpPr>
            <p:spPr bwMode="auto">
              <a:xfrm>
                <a:off x="4855" y="3194"/>
                <a:ext cx="702" cy="0"/>
              </a:xfrm>
              <a:prstGeom prst="line">
                <a:avLst/>
              </a:prstGeom>
              <a:noFill/>
              <a:ln w="25400">
                <a:solidFill>
                  <a:srgbClr val="96969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 anchorCtr="1"/>
              <a:lstStyle/>
              <a:p>
                <a:endParaRPr lang="ja-JP" altLang="en-US"/>
              </a:p>
            </p:txBody>
          </p:sp>
          <p:sp>
            <p:nvSpPr>
              <p:cNvPr id="57490" name="Line 90"/>
              <p:cNvSpPr>
                <a:spLocks noChangeShapeType="1"/>
              </p:cNvSpPr>
              <p:nvPr/>
            </p:nvSpPr>
            <p:spPr bwMode="auto">
              <a:xfrm>
                <a:off x="4855" y="3265"/>
                <a:ext cx="702" cy="0"/>
              </a:xfrm>
              <a:prstGeom prst="line">
                <a:avLst/>
              </a:prstGeom>
              <a:noFill/>
              <a:ln w="25400">
                <a:solidFill>
                  <a:srgbClr val="96969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 anchorCtr="1"/>
              <a:lstStyle/>
              <a:p>
                <a:endParaRPr lang="ja-JP" altLang="en-US"/>
              </a:p>
            </p:txBody>
          </p:sp>
          <p:sp>
            <p:nvSpPr>
              <p:cNvPr id="57491" name="Line 91"/>
              <p:cNvSpPr>
                <a:spLocks noChangeShapeType="1"/>
              </p:cNvSpPr>
              <p:nvPr/>
            </p:nvSpPr>
            <p:spPr bwMode="auto">
              <a:xfrm>
                <a:off x="4855" y="3335"/>
                <a:ext cx="702" cy="0"/>
              </a:xfrm>
              <a:prstGeom prst="line">
                <a:avLst/>
              </a:prstGeom>
              <a:noFill/>
              <a:ln w="25400">
                <a:solidFill>
                  <a:srgbClr val="96969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 anchorCtr="1"/>
              <a:lstStyle/>
              <a:p>
                <a:endParaRPr lang="ja-JP" altLang="en-US"/>
              </a:p>
            </p:txBody>
          </p:sp>
          <p:sp>
            <p:nvSpPr>
              <p:cNvPr id="57492" name="Line 92"/>
              <p:cNvSpPr>
                <a:spLocks noChangeShapeType="1"/>
              </p:cNvSpPr>
              <p:nvPr/>
            </p:nvSpPr>
            <p:spPr bwMode="auto">
              <a:xfrm>
                <a:off x="4855" y="2984"/>
                <a:ext cx="702" cy="0"/>
              </a:xfrm>
              <a:prstGeom prst="line">
                <a:avLst/>
              </a:prstGeom>
              <a:noFill/>
              <a:ln w="25400">
                <a:solidFill>
                  <a:srgbClr val="96969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 anchorCtr="1"/>
              <a:lstStyle/>
              <a:p>
                <a:endParaRPr lang="ja-JP" altLang="en-US"/>
              </a:p>
            </p:txBody>
          </p:sp>
          <p:sp>
            <p:nvSpPr>
              <p:cNvPr id="57493" name="Line 93"/>
              <p:cNvSpPr>
                <a:spLocks noChangeShapeType="1"/>
              </p:cNvSpPr>
              <p:nvPr/>
            </p:nvSpPr>
            <p:spPr bwMode="auto">
              <a:xfrm>
                <a:off x="4855" y="2914"/>
                <a:ext cx="702" cy="0"/>
              </a:xfrm>
              <a:prstGeom prst="line">
                <a:avLst/>
              </a:prstGeom>
              <a:noFill/>
              <a:ln w="25400">
                <a:solidFill>
                  <a:srgbClr val="96969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 anchorCtr="1"/>
              <a:lstStyle/>
              <a:p>
                <a:endParaRPr lang="ja-JP" altLang="en-US"/>
              </a:p>
            </p:txBody>
          </p:sp>
        </p:grpSp>
        <p:grpSp>
          <p:nvGrpSpPr>
            <p:cNvPr id="57465" name="Group 94"/>
            <p:cNvGrpSpPr>
              <a:grpSpLocks/>
            </p:cNvGrpSpPr>
            <p:nvPr/>
          </p:nvGrpSpPr>
          <p:grpSpPr bwMode="auto">
            <a:xfrm>
              <a:off x="340" y="2205"/>
              <a:ext cx="652" cy="722"/>
              <a:chOff x="4785" y="2563"/>
              <a:chExt cx="912" cy="912"/>
            </a:xfrm>
          </p:grpSpPr>
          <p:sp>
            <p:nvSpPr>
              <p:cNvPr id="57476" name="Rectangle 95"/>
              <p:cNvSpPr>
                <a:spLocks noChangeArrowheads="1"/>
              </p:cNvSpPr>
              <p:nvPr/>
            </p:nvSpPr>
            <p:spPr bwMode="auto">
              <a:xfrm>
                <a:off x="4855" y="2633"/>
                <a:ext cx="842" cy="842"/>
              </a:xfrm>
              <a:prstGeom prst="rect">
                <a:avLst/>
              </a:prstGeom>
              <a:solidFill>
                <a:srgbClr val="B2B2B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254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1pPr>
                <a:lvl2pPr marL="742950" indent="-28575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2pPr>
                <a:lvl3pPr marL="11430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3pPr>
                <a:lvl4pPr marL="16002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4pPr>
                <a:lvl5pPr marL="20574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9pPr>
              </a:lstStyle>
              <a:p>
                <a:pPr eaLnBrk="1" hangingPunct="1"/>
                <a:endParaRPr lang="ja-JP" altLang="en-US"/>
              </a:p>
            </p:txBody>
          </p:sp>
          <p:sp>
            <p:nvSpPr>
              <p:cNvPr id="57477" name="Rectangle 96"/>
              <p:cNvSpPr>
                <a:spLocks noChangeArrowheads="1"/>
              </p:cNvSpPr>
              <p:nvPr/>
            </p:nvSpPr>
            <p:spPr bwMode="auto">
              <a:xfrm>
                <a:off x="4785" y="2563"/>
                <a:ext cx="842" cy="842"/>
              </a:xfrm>
              <a:prstGeom prst="rect">
                <a:avLst/>
              </a:prstGeom>
              <a:solidFill>
                <a:schemeClr val="bg1"/>
              </a:solidFill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Ctr="1"/>
              <a:lstStyle>
                <a:lvl1pPr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1pPr>
                <a:lvl2pPr marL="742950" indent="-28575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2pPr>
                <a:lvl3pPr marL="11430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3pPr>
                <a:lvl4pPr marL="16002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4pPr>
                <a:lvl5pPr marL="20574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9pPr>
              </a:lstStyle>
              <a:p>
                <a:pPr algn="ctr" eaLnBrk="1" hangingPunct="1"/>
                <a:endParaRPr lang="ja-JP" altLang="ja-JP" sz="1400">
                  <a:latin typeface="ＭＳ Ｐゴシック" charset="-128"/>
                </a:endParaRPr>
              </a:p>
            </p:txBody>
          </p:sp>
          <p:sp>
            <p:nvSpPr>
              <p:cNvPr id="57478" name="Line 97"/>
              <p:cNvSpPr>
                <a:spLocks noChangeShapeType="1"/>
              </p:cNvSpPr>
              <p:nvPr/>
            </p:nvSpPr>
            <p:spPr bwMode="auto">
              <a:xfrm>
                <a:off x="4855" y="3054"/>
                <a:ext cx="702" cy="0"/>
              </a:xfrm>
              <a:prstGeom prst="line">
                <a:avLst/>
              </a:prstGeom>
              <a:noFill/>
              <a:ln w="25400">
                <a:solidFill>
                  <a:srgbClr val="96969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 anchorCtr="1"/>
              <a:lstStyle/>
              <a:p>
                <a:endParaRPr lang="ja-JP" altLang="en-US"/>
              </a:p>
            </p:txBody>
          </p:sp>
          <p:sp>
            <p:nvSpPr>
              <p:cNvPr id="57479" name="Line 98"/>
              <p:cNvSpPr>
                <a:spLocks noChangeShapeType="1"/>
              </p:cNvSpPr>
              <p:nvPr/>
            </p:nvSpPr>
            <p:spPr bwMode="auto">
              <a:xfrm>
                <a:off x="4855" y="3124"/>
                <a:ext cx="702" cy="0"/>
              </a:xfrm>
              <a:prstGeom prst="line">
                <a:avLst/>
              </a:prstGeom>
              <a:noFill/>
              <a:ln w="25400">
                <a:solidFill>
                  <a:srgbClr val="96969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 anchorCtr="1"/>
              <a:lstStyle/>
              <a:p>
                <a:endParaRPr lang="ja-JP" altLang="en-US"/>
              </a:p>
            </p:txBody>
          </p:sp>
          <p:sp>
            <p:nvSpPr>
              <p:cNvPr id="57480" name="Line 99"/>
              <p:cNvSpPr>
                <a:spLocks noChangeShapeType="1"/>
              </p:cNvSpPr>
              <p:nvPr/>
            </p:nvSpPr>
            <p:spPr bwMode="auto">
              <a:xfrm>
                <a:off x="4855" y="3194"/>
                <a:ext cx="702" cy="0"/>
              </a:xfrm>
              <a:prstGeom prst="line">
                <a:avLst/>
              </a:prstGeom>
              <a:noFill/>
              <a:ln w="25400">
                <a:solidFill>
                  <a:srgbClr val="96969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 anchorCtr="1"/>
              <a:lstStyle/>
              <a:p>
                <a:endParaRPr lang="ja-JP" altLang="en-US"/>
              </a:p>
            </p:txBody>
          </p:sp>
          <p:sp>
            <p:nvSpPr>
              <p:cNvPr id="57481" name="Line 100"/>
              <p:cNvSpPr>
                <a:spLocks noChangeShapeType="1"/>
              </p:cNvSpPr>
              <p:nvPr/>
            </p:nvSpPr>
            <p:spPr bwMode="auto">
              <a:xfrm>
                <a:off x="4855" y="3265"/>
                <a:ext cx="702" cy="0"/>
              </a:xfrm>
              <a:prstGeom prst="line">
                <a:avLst/>
              </a:prstGeom>
              <a:noFill/>
              <a:ln w="25400">
                <a:solidFill>
                  <a:srgbClr val="96969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 anchorCtr="1"/>
              <a:lstStyle/>
              <a:p>
                <a:endParaRPr lang="ja-JP" altLang="en-US"/>
              </a:p>
            </p:txBody>
          </p:sp>
          <p:sp>
            <p:nvSpPr>
              <p:cNvPr id="57482" name="Line 101"/>
              <p:cNvSpPr>
                <a:spLocks noChangeShapeType="1"/>
              </p:cNvSpPr>
              <p:nvPr/>
            </p:nvSpPr>
            <p:spPr bwMode="auto">
              <a:xfrm>
                <a:off x="4855" y="3335"/>
                <a:ext cx="702" cy="0"/>
              </a:xfrm>
              <a:prstGeom prst="line">
                <a:avLst/>
              </a:prstGeom>
              <a:noFill/>
              <a:ln w="25400">
                <a:solidFill>
                  <a:srgbClr val="96969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 anchorCtr="1"/>
              <a:lstStyle/>
              <a:p>
                <a:endParaRPr lang="ja-JP" altLang="en-US"/>
              </a:p>
            </p:txBody>
          </p:sp>
          <p:sp>
            <p:nvSpPr>
              <p:cNvPr id="57483" name="Line 102"/>
              <p:cNvSpPr>
                <a:spLocks noChangeShapeType="1"/>
              </p:cNvSpPr>
              <p:nvPr/>
            </p:nvSpPr>
            <p:spPr bwMode="auto">
              <a:xfrm>
                <a:off x="4855" y="2984"/>
                <a:ext cx="702" cy="0"/>
              </a:xfrm>
              <a:prstGeom prst="line">
                <a:avLst/>
              </a:prstGeom>
              <a:noFill/>
              <a:ln w="25400">
                <a:solidFill>
                  <a:srgbClr val="96969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 anchorCtr="1"/>
              <a:lstStyle/>
              <a:p>
                <a:endParaRPr lang="ja-JP" altLang="en-US"/>
              </a:p>
            </p:txBody>
          </p:sp>
          <p:sp>
            <p:nvSpPr>
              <p:cNvPr id="57484" name="Line 103"/>
              <p:cNvSpPr>
                <a:spLocks noChangeShapeType="1"/>
              </p:cNvSpPr>
              <p:nvPr/>
            </p:nvSpPr>
            <p:spPr bwMode="auto">
              <a:xfrm>
                <a:off x="4855" y="2914"/>
                <a:ext cx="702" cy="0"/>
              </a:xfrm>
              <a:prstGeom prst="line">
                <a:avLst/>
              </a:prstGeom>
              <a:noFill/>
              <a:ln w="25400">
                <a:solidFill>
                  <a:srgbClr val="96969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 anchorCtr="1"/>
              <a:lstStyle/>
              <a:p>
                <a:endParaRPr lang="ja-JP" altLang="en-US"/>
              </a:p>
            </p:txBody>
          </p:sp>
        </p:grpSp>
        <p:grpSp>
          <p:nvGrpSpPr>
            <p:cNvPr id="57466" name="Group 104"/>
            <p:cNvGrpSpPr>
              <a:grpSpLocks/>
            </p:cNvGrpSpPr>
            <p:nvPr/>
          </p:nvGrpSpPr>
          <p:grpSpPr bwMode="auto">
            <a:xfrm>
              <a:off x="385" y="2251"/>
              <a:ext cx="652" cy="722"/>
              <a:chOff x="4785" y="2563"/>
              <a:chExt cx="912" cy="912"/>
            </a:xfrm>
          </p:grpSpPr>
          <p:sp>
            <p:nvSpPr>
              <p:cNvPr id="57467" name="Rectangle 105"/>
              <p:cNvSpPr>
                <a:spLocks noChangeArrowheads="1"/>
              </p:cNvSpPr>
              <p:nvPr/>
            </p:nvSpPr>
            <p:spPr bwMode="auto">
              <a:xfrm>
                <a:off x="4855" y="2633"/>
                <a:ext cx="842" cy="842"/>
              </a:xfrm>
              <a:prstGeom prst="rect">
                <a:avLst/>
              </a:prstGeom>
              <a:solidFill>
                <a:srgbClr val="B2B2B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254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1pPr>
                <a:lvl2pPr marL="742950" indent="-28575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2pPr>
                <a:lvl3pPr marL="11430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3pPr>
                <a:lvl4pPr marL="16002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4pPr>
                <a:lvl5pPr marL="20574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9pPr>
              </a:lstStyle>
              <a:p>
                <a:pPr eaLnBrk="1" hangingPunct="1"/>
                <a:endParaRPr lang="ja-JP" altLang="en-US"/>
              </a:p>
            </p:txBody>
          </p:sp>
          <p:sp>
            <p:nvSpPr>
              <p:cNvPr id="57468" name="Rectangle 106"/>
              <p:cNvSpPr>
                <a:spLocks noChangeArrowheads="1"/>
              </p:cNvSpPr>
              <p:nvPr/>
            </p:nvSpPr>
            <p:spPr bwMode="auto">
              <a:xfrm>
                <a:off x="4785" y="2563"/>
                <a:ext cx="842" cy="842"/>
              </a:xfrm>
              <a:prstGeom prst="rect">
                <a:avLst/>
              </a:prstGeom>
              <a:solidFill>
                <a:schemeClr val="bg1"/>
              </a:solidFill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Ctr="1"/>
              <a:lstStyle>
                <a:lvl1pPr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1pPr>
                <a:lvl2pPr marL="742950" indent="-28575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2pPr>
                <a:lvl3pPr marL="11430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3pPr>
                <a:lvl4pPr marL="16002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4pPr>
                <a:lvl5pPr marL="20574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9pPr>
              </a:lstStyle>
              <a:p>
                <a:pPr algn="ctr" eaLnBrk="1" hangingPunct="1"/>
                <a:endParaRPr lang="ja-JP" altLang="ja-JP" sz="1400">
                  <a:latin typeface="ＭＳ Ｐゴシック" charset="-128"/>
                </a:endParaRPr>
              </a:p>
            </p:txBody>
          </p:sp>
          <p:sp>
            <p:nvSpPr>
              <p:cNvPr id="57469" name="Line 107"/>
              <p:cNvSpPr>
                <a:spLocks noChangeShapeType="1"/>
              </p:cNvSpPr>
              <p:nvPr/>
            </p:nvSpPr>
            <p:spPr bwMode="auto">
              <a:xfrm>
                <a:off x="4855" y="3054"/>
                <a:ext cx="702" cy="0"/>
              </a:xfrm>
              <a:prstGeom prst="line">
                <a:avLst/>
              </a:prstGeom>
              <a:noFill/>
              <a:ln w="25400">
                <a:solidFill>
                  <a:srgbClr val="96969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 anchorCtr="1"/>
              <a:lstStyle/>
              <a:p>
                <a:endParaRPr lang="ja-JP" altLang="en-US"/>
              </a:p>
            </p:txBody>
          </p:sp>
          <p:sp>
            <p:nvSpPr>
              <p:cNvPr id="57470" name="Line 108"/>
              <p:cNvSpPr>
                <a:spLocks noChangeShapeType="1"/>
              </p:cNvSpPr>
              <p:nvPr/>
            </p:nvSpPr>
            <p:spPr bwMode="auto">
              <a:xfrm>
                <a:off x="4855" y="3124"/>
                <a:ext cx="702" cy="0"/>
              </a:xfrm>
              <a:prstGeom prst="line">
                <a:avLst/>
              </a:prstGeom>
              <a:noFill/>
              <a:ln w="25400">
                <a:solidFill>
                  <a:srgbClr val="96969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 anchorCtr="1"/>
              <a:lstStyle/>
              <a:p>
                <a:endParaRPr lang="ja-JP" altLang="en-US"/>
              </a:p>
            </p:txBody>
          </p:sp>
          <p:sp>
            <p:nvSpPr>
              <p:cNvPr id="57471" name="Line 109"/>
              <p:cNvSpPr>
                <a:spLocks noChangeShapeType="1"/>
              </p:cNvSpPr>
              <p:nvPr/>
            </p:nvSpPr>
            <p:spPr bwMode="auto">
              <a:xfrm>
                <a:off x="4855" y="3194"/>
                <a:ext cx="702" cy="0"/>
              </a:xfrm>
              <a:prstGeom prst="line">
                <a:avLst/>
              </a:prstGeom>
              <a:noFill/>
              <a:ln w="25400">
                <a:solidFill>
                  <a:srgbClr val="96969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 anchorCtr="1"/>
              <a:lstStyle/>
              <a:p>
                <a:endParaRPr lang="ja-JP" altLang="en-US"/>
              </a:p>
            </p:txBody>
          </p:sp>
          <p:sp>
            <p:nvSpPr>
              <p:cNvPr id="57472" name="Line 110"/>
              <p:cNvSpPr>
                <a:spLocks noChangeShapeType="1"/>
              </p:cNvSpPr>
              <p:nvPr/>
            </p:nvSpPr>
            <p:spPr bwMode="auto">
              <a:xfrm>
                <a:off x="4855" y="3265"/>
                <a:ext cx="702" cy="0"/>
              </a:xfrm>
              <a:prstGeom prst="line">
                <a:avLst/>
              </a:prstGeom>
              <a:noFill/>
              <a:ln w="25400">
                <a:solidFill>
                  <a:srgbClr val="96969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 anchorCtr="1"/>
              <a:lstStyle/>
              <a:p>
                <a:endParaRPr lang="ja-JP" altLang="en-US"/>
              </a:p>
            </p:txBody>
          </p:sp>
          <p:sp>
            <p:nvSpPr>
              <p:cNvPr id="57473" name="Line 111"/>
              <p:cNvSpPr>
                <a:spLocks noChangeShapeType="1"/>
              </p:cNvSpPr>
              <p:nvPr/>
            </p:nvSpPr>
            <p:spPr bwMode="auto">
              <a:xfrm>
                <a:off x="4855" y="3335"/>
                <a:ext cx="702" cy="0"/>
              </a:xfrm>
              <a:prstGeom prst="line">
                <a:avLst/>
              </a:prstGeom>
              <a:noFill/>
              <a:ln w="25400">
                <a:solidFill>
                  <a:srgbClr val="96969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 anchorCtr="1"/>
              <a:lstStyle/>
              <a:p>
                <a:endParaRPr lang="ja-JP" altLang="en-US"/>
              </a:p>
            </p:txBody>
          </p:sp>
          <p:sp>
            <p:nvSpPr>
              <p:cNvPr id="57474" name="Line 112"/>
              <p:cNvSpPr>
                <a:spLocks noChangeShapeType="1"/>
              </p:cNvSpPr>
              <p:nvPr/>
            </p:nvSpPr>
            <p:spPr bwMode="auto">
              <a:xfrm>
                <a:off x="4855" y="2984"/>
                <a:ext cx="702" cy="0"/>
              </a:xfrm>
              <a:prstGeom prst="line">
                <a:avLst/>
              </a:prstGeom>
              <a:noFill/>
              <a:ln w="25400">
                <a:solidFill>
                  <a:srgbClr val="96969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 anchorCtr="1"/>
              <a:lstStyle/>
              <a:p>
                <a:endParaRPr lang="ja-JP" altLang="en-US"/>
              </a:p>
            </p:txBody>
          </p:sp>
          <p:sp>
            <p:nvSpPr>
              <p:cNvPr id="57475" name="Line 113"/>
              <p:cNvSpPr>
                <a:spLocks noChangeShapeType="1"/>
              </p:cNvSpPr>
              <p:nvPr/>
            </p:nvSpPr>
            <p:spPr bwMode="auto">
              <a:xfrm>
                <a:off x="4855" y="2914"/>
                <a:ext cx="702" cy="0"/>
              </a:xfrm>
              <a:prstGeom prst="line">
                <a:avLst/>
              </a:prstGeom>
              <a:noFill/>
              <a:ln w="25400">
                <a:solidFill>
                  <a:srgbClr val="96969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 anchorCtr="1"/>
              <a:lstStyle/>
              <a:p>
                <a:endParaRPr lang="ja-JP" altLang="en-US"/>
              </a:p>
            </p:txBody>
          </p:sp>
        </p:grpSp>
      </p:grpSp>
      <p:grpSp>
        <p:nvGrpSpPr>
          <p:cNvPr id="57352" name="Group 114"/>
          <p:cNvGrpSpPr>
            <a:grpSpLocks/>
          </p:cNvGrpSpPr>
          <p:nvPr/>
        </p:nvGrpSpPr>
        <p:grpSpPr bwMode="auto">
          <a:xfrm>
            <a:off x="9001125" y="1187451"/>
            <a:ext cx="528638" cy="390525"/>
            <a:chOff x="4241" y="1525"/>
            <a:chExt cx="407" cy="317"/>
          </a:xfrm>
        </p:grpSpPr>
        <p:sp>
          <p:nvSpPr>
            <p:cNvPr id="57457" name="Oval 115"/>
            <p:cNvSpPr>
              <a:spLocks noChangeArrowheads="1"/>
            </p:cNvSpPr>
            <p:nvPr/>
          </p:nvSpPr>
          <p:spPr bwMode="auto">
            <a:xfrm>
              <a:off x="4241" y="1525"/>
              <a:ext cx="90" cy="51"/>
            </a:xfrm>
            <a:prstGeom prst="ellipse">
              <a:avLst/>
            </a:prstGeom>
            <a:solidFill>
              <a:srgbClr val="99FF99"/>
            </a:solidFill>
            <a:ln w="25400">
              <a:solidFill>
                <a:srgbClr val="33CC33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endParaRPr lang="ja-JP" altLang="en-US"/>
            </a:p>
          </p:txBody>
        </p:sp>
        <p:sp>
          <p:nvSpPr>
            <p:cNvPr id="57458" name="Oval 116"/>
            <p:cNvSpPr>
              <a:spLocks noChangeArrowheads="1"/>
            </p:cNvSpPr>
            <p:nvPr/>
          </p:nvSpPr>
          <p:spPr bwMode="auto">
            <a:xfrm>
              <a:off x="4422" y="1525"/>
              <a:ext cx="90" cy="51"/>
            </a:xfrm>
            <a:prstGeom prst="ellipse">
              <a:avLst/>
            </a:prstGeom>
            <a:solidFill>
              <a:srgbClr val="99FF99"/>
            </a:solidFill>
            <a:ln w="25400">
              <a:solidFill>
                <a:srgbClr val="33CC33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endParaRPr lang="ja-JP" altLang="en-US"/>
            </a:p>
          </p:txBody>
        </p:sp>
        <p:sp>
          <p:nvSpPr>
            <p:cNvPr id="57459" name="Oval 117"/>
            <p:cNvSpPr>
              <a:spLocks noChangeArrowheads="1"/>
            </p:cNvSpPr>
            <p:nvPr/>
          </p:nvSpPr>
          <p:spPr bwMode="auto">
            <a:xfrm>
              <a:off x="4377" y="1637"/>
              <a:ext cx="90" cy="51"/>
            </a:xfrm>
            <a:prstGeom prst="ellipse">
              <a:avLst/>
            </a:prstGeom>
            <a:solidFill>
              <a:srgbClr val="99FF99"/>
            </a:solidFill>
            <a:ln w="25400">
              <a:solidFill>
                <a:srgbClr val="33CC33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endParaRPr lang="ja-JP" altLang="en-US"/>
            </a:p>
          </p:txBody>
        </p:sp>
        <p:sp>
          <p:nvSpPr>
            <p:cNvPr id="57460" name="Oval 118"/>
            <p:cNvSpPr>
              <a:spLocks noChangeArrowheads="1"/>
            </p:cNvSpPr>
            <p:nvPr/>
          </p:nvSpPr>
          <p:spPr bwMode="auto">
            <a:xfrm>
              <a:off x="4558" y="1637"/>
              <a:ext cx="90" cy="51"/>
            </a:xfrm>
            <a:prstGeom prst="ellipse">
              <a:avLst/>
            </a:prstGeom>
            <a:solidFill>
              <a:srgbClr val="99FF99"/>
            </a:solidFill>
            <a:ln w="25400">
              <a:solidFill>
                <a:srgbClr val="33CC33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endParaRPr lang="ja-JP" altLang="en-US"/>
            </a:p>
          </p:txBody>
        </p:sp>
        <p:sp>
          <p:nvSpPr>
            <p:cNvPr id="57461" name="Oval 119"/>
            <p:cNvSpPr>
              <a:spLocks noChangeArrowheads="1"/>
            </p:cNvSpPr>
            <p:nvPr/>
          </p:nvSpPr>
          <p:spPr bwMode="auto">
            <a:xfrm>
              <a:off x="4287" y="1791"/>
              <a:ext cx="90" cy="51"/>
            </a:xfrm>
            <a:prstGeom prst="ellipse">
              <a:avLst/>
            </a:prstGeom>
            <a:solidFill>
              <a:srgbClr val="99FF99"/>
            </a:solidFill>
            <a:ln w="25400">
              <a:solidFill>
                <a:srgbClr val="33CC33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endParaRPr lang="ja-JP" altLang="en-US"/>
            </a:p>
          </p:txBody>
        </p:sp>
        <p:sp>
          <p:nvSpPr>
            <p:cNvPr id="57462" name="Oval 120"/>
            <p:cNvSpPr>
              <a:spLocks noChangeArrowheads="1"/>
            </p:cNvSpPr>
            <p:nvPr/>
          </p:nvSpPr>
          <p:spPr bwMode="auto">
            <a:xfrm>
              <a:off x="4468" y="1791"/>
              <a:ext cx="90" cy="51"/>
            </a:xfrm>
            <a:prstGeom prst="ellipse">
              <a:avLst/>
            </a:prstGeom>
            <a:solidFill>
              <a:srgbClr val="99FF99"/>
            </a:solidFill>
            <a:ln w="25400">
              <a:solidFill>
                <a:srgbClr val="33CC33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endParaRPr lang="ja-JP" altLang="en-US"/>
            </a:p>
          </p:txBody>
        </p:sp>
      </p:grpSp>
      <p:sp>
        <p:nvSpPr>
          <p:cNvPr id="57353" name="Text Box 121"/>
          <p:cNvSpPr txBox="1">
            <a:spLocks noChangeArrowheads="1"/>
          </p:cNvSpPr>
          <p:nvPr/>
        </p:nvSpPr>
        <p:spPr bwMode="auto">
          <a:xfrm>
            <a:off x="8753475" y="833438"/>
            <a:ext cx="10033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587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Ctr="1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ja-JP" altLang="en-US" sz="1600" b="1"/>
              <a:t>専門文書</a:t>
            </a:r>
          </a:p>
        </p:txBody>
      </p:sp>
      <p:grpSp>
        <p:nvGrpSpPr>
          <p:cNvPr id="57354" name="Group 139"/>
          <p:cNvGrpSpPr>
            <a:grpSpLocks/>
          </p:cNvGrpSpPr>
          <p:nvPr/>
        </p:nvGrpSpPr>
        <p:grpSpPr bwMode="auto">
          <a:xfrm>
            <a:off x="7620000" y="4952999"/>
            <a:ext cx="1828800" cy="1046476"/>
            <a:chOff x="3564" y="3322"/>
            <a:chExt cx="1452" cy="900"/>
          </a:xfrm>
        </p:grpSpPr>
        <p:sp>
          <p:nvSpPr>
            <p:cNvPr id="57441" name="Oval 123"/>
            <p:cNvSpPr>
              <a:spLocks noChangeArrowheads="1"/>
            </p:cNvSpPr>
            <p:nvPr/>
          </p:nvSpPr>
          <p:spPr bwMode="auto">
            <a:xfrm>
              <a:off x="3564" y="3445"/>
              <a:ext cx="408" cy="136"/>
            </a:xfrm>
            <a:prstGeom prst="ellipse">
              <a:avLst/>
            </a:prstGeom>
            <a:solidFill>
              <a:srgbClr val="CCFF66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endParaRPr lang="ja-JP" altLang="en-US"/>
            </a:p>
          </p:txBody>
        </p:sp>
        <p:sp>
          <p:nvSpPr>
            <p:cNvPr id="57442" name="Oval 124"/>
            <p:cNvSpPr>
              <a:spLocks noChangeArrowheads="1"/>
            </p:cNvSpPr>
            <p:nvPr/>
          </p:nvSpPr>
          <p:spPr bwMode="auto">
            <a:xfrm>
              <a:off x="4290" y="3445"/>
              <a:ext cx="408" cy="136"/>
            </a:xfrm>
            <a:prstGeom prst="ellipse">
              <a:avLst/>
            </a:prstGeom>
            <a:solidFill>
              <a:srgbClr val="CCFF66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endParaRPr lang="ja-JP" altLang="en-US"/>
            </a:p>
          </p:txBody>
        </p:sp>
        <p:cxnSp>
          <p:nvCxnSpPr>
            <p:cNvPr id="57443" name="AutoShape 125"/>
            <p:cNvCxnSpPr>
              <a:cxnSpLocks noChangeShapeType="1"/>
              <a:stCxn id="57441" idx="6"/>
              <a:endCxn id="57442" idx="2"/>
            </p:cNvCxnSpPr>
            <p:nvPr/>
          </p:nvCxnSpPr>
          <p:spPr bwMode="auto">
            <a:xfrm>
              <a:off x="3972" y="3513"/>
              <a:ext cx="318" cy="0"/>
            </a:xfrm>
            <a:prstGeom prst="straightConnector1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57444" name="Oval 126"/>
            <p:cNvSpPr>
              <a:spLocks noChangeArrowheads="1"/>
            </p:cNvSpPr>
            <p:nvPr/>
          </p:nvSpPr>
          <p:spPr bwMode="auto">
            <a:xfrm>
              <a:off x="3654" y="3671"/>
              <a:ext cx="408" cy="136"/>
            </a:xfrm>
            <a:prstGeom prst="ellipse">
              <a:avLst/>
            </a:prstGeom>
            <a:solidFill>
              <a:srgbClr val="CCFF66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endParaRPr lang="ja-JP" altLang="en-US"/>
            </a:p>
          </p:txBody>
        </p:sp>
        <p:sp>
          <p:nvSpPr>
            <p:cNvPr id="57445" name="Oval 127"/>
            <p:cNvSpPr>
              <a:spLocks noChangeArrowheads="1"/>
            </p:cNvSpPr>
            <p:nvPr/>
          </p:nvSpPr>
          <p:spPr bwMode="auto">
            <a:xfrm>
              <a:off x="4426" y="3671"/>
              <a:ext cx="408" cy="136"/>
            </a:xfrm>
            <a:prstGeom prst="ellipse">
              <a:avLst/>
            </a:prstGeom>
            <a:solidFill>
              <a:srgbClr val="CCFF66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endParaRPr lang="ja-JP" altLang="en-US"/>
            </a:p>
          </p:txBody>
        </p:sp>
        <p:cxnSp>
          <p:nvCxnSpPr>
            <p:cNvPr id="57446" name="AutoShape 128"/>
            <p:cNvCxnSpPr>
              <a:cxnSpLocks noChangeShapeType="1"/>
              <a:stCxn id="57444" idx="6"/>
              <a:endCxn id="57445" idx="2"/>
            </p:cNvCxnSpPr>
            <p:nvPr/>
          </p:nvCxnSpPr>
          <p:spPr bwMode="auto">
            <a:xfrm>
              <a:off x="4062" y="3739"/>
              <a:ext cx="364" cy="0"/>
            </a:xfrm>
            <a:prstGeom prst="straightConnector1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57447" name="Oval 129"/>
            <p:cNvSpPr>
              <a:spLocks noChangeArrowheads="1"/>
            </p:cNvSpPr>
            <p:nvPr/>
          </p:nvSpPr>
          <p:spPr bwMode="auto">
            <a:xfrm>
              <a:off x="3836" y="3853"/>
              <a:ext cx="408" cy="136"/>
            </a:xfrm>
            <a:prstGeom prst="ellipse">
              <a:avLst/>
            </a:prstGeom>
            <a:solidFill>
              <a:srgbClr val="CCFF66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endParaRPr lang="ja-JP" altLang="en-US"/>
            </a:p>
          </p:txBody>
        </p:sp>
        <p:sp>
          <p:nvSpPr>
            <p:cNvPr id="57448" name="Oval 130"/>
            <p:cNvSpPr>
              <a:spLocks noChangeArrowheads="1"/>
            </p:cNvSpPr>
            <p:nvPr/>
          </p:nvSpPr>
          <p:spPr bwMode="auto">
            <a:xfrm>
              <a:off x="4517" y="3854"/>
              <a:ext cx="408" cy="136"/>
            </a:xfrm>
            <a:prstGeom prst="ellipse">
              <a:avLst/>
            </a:prstGeom>
            <a:solidFill>
              <a:srgbClr val="CCFF66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endParaRPr lang="ja-JP" altLang="en-US"/>
            </a:p>
          </p:txBody>
        </p:sp>
        <p:cxnSp>
          <p:nvCxnSpPr>
            <p:cNvPr id="57449" name="AutoShape 131"/>
            <p:cNvCxnSpPr>
              <a:cxnSpLocks noChangeShapeType="1"/>
              <a:stCxn id="57447" idx="6"/>
              <a:endCxn id="57448" idx="2"/>
            </p:cNvCxnSpPr>
            <p:nvPr/>
          </p:nvCxnSpPr>
          <p:spPr bwMode="auto">
            <a:xfrm>
              <a:off x="4244" y="3921"/>
              <a:ext cx="273" cy="1"/>
            </a:xfrm>
            <a:prstGeom prst="straightConnector1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57450" name="Oval 132"/>
            <p:cNvSpPr>
              <a:spLocks noChangeArrowheads="1"/>
            </p:cNvSpPr>
            <p:nvPr/>
          </p:nvSpPr>
          <p:spPr bwMode="auto">
            <a:xfrm>
              <a:off x="3927" y="4079"/>
              <a:ext cx="408" cy="136"/>
            </a:xfrm>
            <a:prstGeom prst="ellipse">
              <a:avLst/>
            </a:prstGeom>
            <a:solidFill>
              <a:srgbClr val="CCFF66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endParaRPr lang="ja-JP" altLang="en-US"/>
            </a:p>
          </p:txBody>
        </p:sp>
        <p:sp>
          <p:nvSpPr>
            <p:cNvPr id="57451" name="Oval 133"/>
            <p:cNvSpPr>
              <a:spLocks noChangeArrowheads="1"/>
            </p:cNvSpPr>
            <p:nvPr/>
          </p:nvSpPr>
          <p:spPr bwMode="auto">
            <a:xfrm>
              <a:off x="4608" y="4080"/>
              <a:ext cx="408" cy="136"/>
            </a:xfrm>
            <a:prstGeom prst="ellipse">
              <a:avLst/>
            </a:prstGeom>
            <a:solidFill>
              <a:srgbClr val="CCFF66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endParaRPr lang="ja-JP" altLang="en-US"/>
            </a:p>
          </p:txBody>
        </p:sp>
        <p:cxnSp>
          <p:nvCxnSpPr>
            <p:cNvPr id="57452" name="AutoShape 134"/>
            <p:cNvCxnSpPr>
              <a:cxnSpLocks noChangeShapeType="1"/>
              <a:stCxn id="57450" idx="6"/>
              <a:endCxn id="57451" idx="2"/>
            </p:cNvCxnSpPr>
            <p:nvPr/>
          </p:nvCxnSpPr>
          <p:spPr bwMode="auto">
            <a:xfrm>
              <a:off x="4335" y="4147"/>
              <a:ext cx="273" cy="1"/>
            </a:xfrm>
            <a:prstGeom prst="straightConnector1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57453" name="Text Box 135"/>
            <p:cNvSpPr txBox="1">
              <a:spLocks noChangeArrowheads="1"/>
            </p:cNvSpPr>
            <p:nvPr/>
          </p:nvSpPr>
          <p:spPr bwMode="auto">
            <a:xfrm>
              <a:off x="3882" y="3322"/>
              <a:ext cx="502" cy="2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ja-JP" sz="1400"/>
                <a:t>has-a</a:t>
              </a:r>
            </a:p>
          </p:txBody>
        </p:sp>
        <p:sp>
          <p:nvSpPr>
            <p:cNvPr id="57454" name="Text Box 136"/>
            <p:cNvSpPr txBox="1">
              <a:spLocks noChangeArrowheads="1"/>
            </p:cNvSpPr>
            <p:nvPr/>
          </p:nvSpPr>
          <p:spPr bwMode="auto">
            <a:xfrm>
              <a:off x="4024" y="3570"/>
              <a:ext cx="358" cy="26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ja-JP" sz="1400"/>
                <a:t>link</a:t>
              </a:r>
            </a:p>
          </p:txBody>
        </p:sp>
        <p:sp>
          <p:nvSpPr>
            <p:cNvPr id="57455" name="Text Box 137"/>
            <p:cNvSpPr txBox="1">
              <a:spLocks noChangeArrowheads="1"/>
            </p:cNvSpPr>
            <p:nvPr/>
          </p:nvSpPr>
          <p:spPr bwMode="auto">
            <a:xfrm>
              <a:off x="4197" y="3753"/>
              <a:ext cx="368" cy="2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ja-JP" sz="1400"/>
                <a:t>title</a:t>
              </a:r>
            </a:p>
          </p:txBody>
        </p:sp>
        <p:sp>
          <p:nvSpPr>
            <p:cNvPr id="57456" name="Text Box 138"/>
            <p:cNvSpPr txBox="1">
              <a:spLocks noChangeArrowheads="1"/>
            </p:cNvSpPr>
            <p:nvPr/>
          </p:nvSpPr>
          <p:spPr bwMode="auto">
            <a:xfrm>
              <a:off x="4154" y="3957"/>
              <a:ext cx="550" cy="2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ja-JP" sz="1400"/>
                <a:t>knows</a:t>
              </a:r>
            </a:p>
          </p:txBody>
        </p:sp>
      </p:grpSp>
      <p:sp>
        <p:nvSpPr>
          <p:cNvPr id="57355" name="Oval 141"/>
          <p:cNvSpPr>
            <a:spLocks noChangeArrowheads="1"/>
          </p:cNvSpPr>
          <p:nvPr/>
        </p:nvSpPr>
        <p:spPr bwMode="auto">
          <a:xfrm>
            <a:off x="7162800" y="4572000"/>
            <a:ext cx="2667000" cy="1524000"/>
          </a:xfrm>
          <a:prstGeom prst="ellipse">
            <a:avLst/>
          </a:prstGeom>
          <a:noFill/>
          <a:ln w="28575">
            <a:solidFill>
              <a:srgbClr val="00008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endParaRPr lang="ja-JP" altLang="en-US"/>
          </a:p>
        </p:txBody>
      </p:sp>
      <p:sp>
        <p:nvSpPr>
          <p:cNvPr id="57356" name="Text Box 142"/>
          <p:cNvSpPr txBox="1">
            <a:spLocks noChangeArrowheads="1"/>
          </p:cNvSpPr>
          <p:nvPr/>
        </p:nvSpPr>
        <p:spPr bwMode="auto">
          <a:xfrm>
            <a:off x="8750300" y="4165601"/>
            <a:ext cx="120650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ja-JP" altLang="en-US" sz="2000" b="1">
                <a:latin typeface="Comic Sans MS" charset="0"/>
              </a:rPr>
              <a:t>関係洗練</a:t>
            </a:r>
          </a:p>
        </p:txBody>
      </p:sp>
      <p:sp>
        <p:nvSpPr>
          <p:cNvPr id="57357" name="Text Box 144"/>
          <p:cNvSpPr txBox="1">
            <a:spLocks noChangeArrowheads="1"/>
          </p:cNvSpPr>
          <p:nvPr/>
        </p:nvSpPr>
        <p:spPr bwMode="auto">
          <a:xfrm>
            <a:off x="7745414" y="4629150"/>
            <a:ext cx="1474787" cy="40005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ja-JP" altLang="en-US" sz="2000" b="1">
                <a:solidFill>
                  <a:srgbClr val="006600"/>
                </a:solidFill>
                <a:latin typeface="Times New Roman" charset="0"/>
              </a:rPr>
              <a:t>非階層関係</a:t>
            </a:r>
          </a:p>
        </p:txBody>
      </p:sp>
      <p:sp>
        <p:nvSpPr>
          <p:cNvPr id="57358" name="AutoShape 4"/>
          <p:cNvSpPr>
            <a:spLocks noChangeArrowheads="1"/>
          </p:cNvSpPr>
          <p:nvPr/>
        </p:nvSpPr>
        <p:spPr bwMode="auto">
          <a:xfrm>
            <a:off x="2432050" y="2116139"/>
            <a:ext cx="2865438" cy="841375"/>
          </a:xfrm>
          <a:prstGeom prst="roundRect">
            <a:avLst>
              <a:gd name="adj" fmla="val 16667"/>
            </a:avLst>
          </a:prstGeom>
          <a:solidFill>
            <a:srgbClr val="CCFFFF"/>
          </a:solidFill>
          <a:ln w="76200">
            <a:solidFill>
              <a:srgbClr val="00E1DC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endParaRPr lang="ja-JP" altLang="ja-JP" b="1">
              <a:latin typeface="Times New Roman" charset="0"/>
            </a:endParaRPr>
          </a:p>
        </p:txBody>
      </p:sp>
      <p:sp>
        <p:nvSpPr>
          <p:cNvPr id="57359" name="Text Box 15"/>
          <p:cNvSpPr txBox="1">
            <a:spLocks noChangeArrowheads="1"/>
          </p:cNvSpPr>
          <p:nvPr/>
        </p:nvSpPr>
        <p:spPr bwMode="auto">
          <a:xfrm>
            <a:off x="2930526" y="2054225"/>
            <a:ext cx="1979613" cy="465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b"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>
              <a:spcBef>
                <a:spcPct val="50000"/>
              </a:spcBef>
            </a:pPr>
            <a:r>
              <a:rPr lang="ja-JP" altLang="en-US" sz="2000" b="1">
                <a:solidFill>
                  <a:srgbClr val="FF3300"/>
                </a:solidFill>
                <a:latin typeface="Times New Roman" charset="0"/>
              </a:rPr>
              <a:t>関係構築モジュール</a:t>
            </a:r>
          </a:p>
        </p:txBody>
      </p:sp>
      <p:grpSp>
        <p:nvGrpSpPr>
          <p:cNvPr id="57360" name="Group 16"/>
          <p:cNvGrpSpPr>
            <a:grpSpLocks/>
          </p:cNvGrpSpPr>
          <p:nvPr/>
        </p:nvGrpSpPr>
        <p:grpSpPr bwMode="auto">
          <a:xfrm>
            <a:off x="2286000" y="2552701"/>
            <a:ext cx="3352800" cy="1516063"/>
            <a:chOff x="3243" y="2882"/>
            <a:chExt cx="2359" cy="1092"/>
          </a:xfrm>
        </p:grpSpPr>
        <p:grpSp>
          <p:nvGrpSpPr>
            <p:cNvPr id="57386" name="Group 17"/>
            <p:cNvGrpSpPr>
              <a:grpSpLocks/>
            </p:cNvGrpSpPr>
            <p:nvPr/>
          </p:nvGrpSpPr>
          <p:grpSpPr bwMode="auto">
            <a:xfrm>
              <a:off x="3243" y="3294"/>
              <a:ext cx="2359" cy="680"/>
              <a:chOff x="3243" y="3294"/>
              <a:chExt cx="2359" cy="680"/>
            </a:xfrm>
          </p:grpSpPr>
          <p:grpSp>
            <p:nvGrpSpPr>
              <p:cNvPr id="57394" name="Group 18"/>
              <p:cNvGrpSpPr>
                <a:grpSpLocks/>
              </p:cNvGrpSpPr>
              <p:nvPr/>
            </p:nvGrpSpPr>
            <p:grpSpPr bwMode="auto">
              <a:xfrm>
                <a:off x="3470" y="3336"/>
                <a:ext cx="1859" cy="544"/>
                <a:chOff x="3470" y="3336"/>
                <a:chExt cx="1859" cy="544"/>
              </a:xfrm>
            </p:grpSpPr>
            <p:sp>
              <p:nvSpPr>
                <p:cNvPr id="57396" name="Oval 19"/>
                <p:cNvSpPr>
                  <a:spLocks noChangeArrowheads="1"/>
                </p:cNvSpPr>
                <p:nvPr/>
              </p:nvSpPr>
              <p:spPr bwMode="auto">
                <a:xfrm>
                  <a:off x="4196" y="3472"/>
                  <a:ext cx="90" cy="51"/>
                </a:xfrm>
                <a:prstGeom prst="ellipse">
                  <a:avLst/>
                </a:prstGeom>
                <a:solidFill>
                  <a:srgbClr val="99FF99"/>
                </a:solidFill>
                <a:ln w="25400">
                  <a:solidFill>
                    <a:srgbClr val="33CC33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1pPr>
                  <a:lvl2pPr marL="742950" indent="-28575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2pPr>
                  <a:lvl3pPr marL="11430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3pPr>
                  <a:lvl4pPr marL="16002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4pPr>
                  <a:lvl5pPr marL="20574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9pPr>
                </a:lstStyle>
                <a:p>
                  <a:pPr eaLnBrk="1" hangingPunct="1"/>
                  <a:endParaRPr lang="ja-JP" altLang="en-US"/>
                </a:p>
              </p:txBody>
            </p:sp>
            <p:sp>
              <p:nvSpPr>
                <p:cNvPr id="57397" name="Oval 20"/>
                <p:cNvSpPr>
                  <a:spLocks noChangeArrowheads="1"/>
                </p:cNvSpPr>
                <p:nvPr/>
              </p:nvSpPr>
              <p:spPr bwMode="auto">
                <a:xfrm>
                  <a:off x="4514" y="3474"/>
                  <a:ext cx="90" cy="51"/>
                </a:xfrm>
                <a:prstGeom prst="ellipse">
                  <a:avLst/>
                </a:prstGeom>
                <a:solidFill>
                  <a:srgbClr val="99FF99"/>
                </a:solidFill>
                <a:ln w="25400">
                  <a:solidFill>
                    <a:srgbClr val="33CC33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1pPr>
                  <a:lvl2pPr marL="742950" indent="-28575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2pPr>
                  <a:lvl3pPr marL="11430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3pPr>
                  <a:lvl4pPr marL="16002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4pPr>
                  <a:lvl5pPr marL="20574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9pPr>
                </a:lstStyle>
                <a:p>
                  <a:pPr eaLnBrk="1" hangingPunct="1"/>
                  <a:endParaRPr lang="ja-JP" altLang="en-US"/>
                </a:p>
              </p:txBody>
            </p:sp>
            <p:cxnSp>
              <p:nvCxnSpPr>
                <p:cNvPr id="57398" name="AutoShape 21"/>
                <p:cNvCxnSpPr>
                  <a:cxnSpLocks noChangeShapeType="1"/>
                  <a:stCxn id="57396" idx="6"/>
                  <a:endCxn id="57397" idx="2"/>
                </p:cNvCxnSpPr>
                <p:nvPr/>
              </p:nvCxnSpPr>
              <p:spPr bwMode="auto">
                <a:xfrm>
                  <a:off x="4294" y="3498"/>
                  <a:ext cx="212" cy="2"/>
                </a:xfrm>
                <a:prstGeom prst="straightConnector1">
                  <a:avLst/>
                </a:prstGeom>
                <a:noFill/>
                <a:ln w="38100">
                  <a:solidFill>
                    <a:srgbClr val="6666FF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  <p:sp>
              <p:nvSpPr>
                <p:cNvPr id="57399" name="Oval 22"/>
                <p:cNvSpPr>
                  <a:spLocks noChangeArrowheads="1"/>
                </p:cNvSpPr>
                <p:nvPr/>
              </p:nvSpPr>
              <p:spPr bwMode="auto">
                <a:xfrm>
                  <a:off x="4259" y="3608"/>
                  <a:ext cx="90" cy="51"/>
                </a:xfrm>
                <a:prstGeom prst="ellipse">
                  <a:avLst/>
                </a:prstGeom>
                <a:solidFill>
                  <a:srgbClr val="99FF99"/>
                </a:solidFill>
                <a:ln w="25400">
                  <a:solidFill>
                    <a:srgbClr val="33CC33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1pPr>
                  <a:lvl2pPr marL="742950" indent="-28575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2pPr>
                  <a:lvl3pPr marL="11430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3pPr>
                  <a:lvl4pPr marL="16002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4pPr>
                  <a:lvl5pPr marL="20574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9pPr>
                </a:lstStyle>
                <a:p>
                  <a:pPr eaLnBrk="1" hangingPunct="1"/>
                  <a:endParaRPr lang="ja-JP" altLang="en-US"/>
                </a:p>
              </p:txBody>
            </p:sp>
            <p:sp>
              <p:nvSpPr>
                <p:cNvPr id="57400" name="Oval 23"/>
                <p:cNvSpPr>
                  <a:spLocks noChangeArrowheads="1"/>
                </p:cNvSpPr>
                <p:nvPr/>
              </p:nvSpPr>
              <p:spPr bwMode="auto">
                <a:xfrm>
                  <a:off x="4577" y="3610"/>
                  <a:ext cx="90" cy="51"/>
                </a:xfrm>
                <a:prstGeom prst="ellipse">
                  <a:avLst/>
                </a:prstGeom>
                <a:solidFill>
                  <a:srgbClr val="99FF99"/>
                </a:solidFill>
                <a:ln w="25400">
                  <a:solidFill>
                    <a:srgbClr val="33CC33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1pPr>
                  <a:lvl2pPr marL="742950" indent="-28575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2pPr>
                  <a:lvl3pPr marL="11430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3pPr>
                  <a:lvl4pPr marL="16002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4pPr>
                  <a:lvl5pPr marL="20574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9pPr>
                </a:lstStyle>
                <a:p>
                  <a:pPr eaLnBrk="1" hangingPunct="1"/>
                  <a:endParaRPr lang="ja-JP" altLang="en-US"/>
                </a:p>
              </p:txBody>
            </p:sp>
            <p:cxnSp>
              <p:nvCxnSpPr>
                <p:cNvPr id="57401" name="AutoShape 24"/>
                <p:cNvCxnSpPr>
                  <a:cxnSpLocks noChangeShapeType="1"/>
                  <a:stCxn id="57399" idx="6"/>
                  <a:endCxn id="57400" idx="2"/>
                </p:cNvCxnSpPr>
                <p:nvPr/>
              </p:nvCxnSpPr>
              <p:spPr bwMode="auto">
                <a:xfrm>
                  <a:off x="4357" y="3634"/>
                  <a:ext cx="212" cy="2"/>
                </a:xfrm>
                <a:prstGeom prst="straightConnector1">
                  <a:avLst/>
                </a:prstGeom>
                <a:noFill/>
                <a:ln w="38100">
                  <a:solidFill>
                    <a:srgbClr val="6666FF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  <p:sp>
              <p:nvSpPr>
                <p:cNvPr id="57402" name="Oval 25"/>
                <p:cNvSpPr>
                  <a:spLocks noChangeArrowheads="1"/>
                </p:cNvSpPr>
                <p:nvPr/>
              </p:nvSpPr>
              <p:spPr bwMode="auto">
                <a:xfrm>
                  <a:off x="4196" y="3744"/>
                  <a:ext cx="90" cy="51"/>
                </a:xfrm>
                <a:prstGeom prst="ellipse">
                  <a:avLst/>
                </a:prstGeom>
                <a:solidFill>
                  <a:srgbClr val="99FF99"/>
                </a:solidFill>
                <a:ln w="25400">
                  <a:solidFill>
                    <a:srgbClr val="33CC33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1pPr>
                  <a:lvl2pPr marL="742950" indent="-28575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2pPr>
                  <a:lvl3pPr marL="11430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3pPr>
                  <a:lvl4pPr marL="16002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4pPr>
                  <a:lvl5pPr marL="20574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9pPr>
                </a:lstStyle>
                <a:p>
                  <a:pPr eaLnBrk="1" hangingPunct="1"/>
                  <a:endParaRPr lang="ja-JP" altLang="en-US"/>
                </a:p>
              </p:txBody>
            </p:sp>
            <p:sp>
              <p:nvSpPr>
                <p:cNvPr id="57403" name="Oval 26"/>
                <p:cNvSpPr>
                  <a:spLocks noChangeArrowheads="1"/>
                </p:cNvSpPr>
                <p:nvPr/>
              </p:nvSpPr>
              <p:spPr bwMode="auto">
                <a:xfrm>
                  <a:off x="4514" y="3746"/>
                  <a:ext cx="90" cy="51"/>
                </a:xfrm>
                <a:prstGeom prst="ellipse">
                  <a:avLst/>
                </a:prstGeom>
                <a:solidFill>
                  <a:srgbClr val="99FF99"/>
                </a:solidFill>
                <a:ln w="25400">
                  <a:solidFill>
                    <a:srgbClr val="33CC33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1pPr>
                  <a:lvl2pPr marL="742950" indent="-28575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2pPr>
                  <a:lvl3pPr marL="11430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3pPr>
                  <a:lvl4pPr marL="16002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4pPr>
                  <a:lvl5pPr marL="20574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9pPr>
                </a:lstStyle>
                <a:p>
                  <a:pPr eaLnBrk="1" hangingPunct="1"/>
                  <a:endParaRPr lang="ja-JP" altLang="en-US"/>
                </a:p>
              </p:txBody>
            </p:sp>
            <p:cxnSp>
              <p:nvCxnSpPr>
                <p:cNvPr id="57404" name="AutoShape 27"/>
                <p:cNvCxnSpPr>
                  <a:cxnSpLocks noChangeShapeType="1"/>
                  <a:stCxn id="57402" idx="6"/>
                  <a:endCxn id="57403" idx="2"/>
                </p:cNvCxnSpPr>
                <p:nvPr/>
              </p:nvCxnSpPr>
              <p:spPr bwMode="auto">
                <a:xfrm>
                  <a:off x="4294" y="3770"/>
                  <a:ext cx="212" cy="2"/>
                </a:xfrm>
                <a:prstGeom prst="straightConnector1">
                  <a:avLst/>
                </a:prstGeom>
                <a:noFill/>
                <a:ln w="38100">
                  <a:solidFill>
                    <a:srgbClr val="6666FF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  <p:sp>
              <p:nvSpPr>
                <p:cNvPr id="57405" name="Oval 28"/>
                <p:cNvSpPr>
                  <a:spLocks noChangeArrowheads="1"/>
                </p:cNvSpPr>
                <p:nvPr/>
              </p:nvSpPr>
              <p:spPr bwMode="auto">
                <a:xfrm>
                  <a:off x="4740" y="3464"/>
                  <a:ext cx="90" cy="51"/>
                </a:xfrm>
                <a:prstGeom prst="ellipse">
                  <a:avLst/>
                </a:prstGeom>
                <a:solidFill>
                  <a:srgbClr val="99FF99"/>
                </a:solidFill>
                <a:ln w="25400">
                  <a:solidFill>
                    <a:srgbClr val="33CC33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1pPr>
                  <a:lvl2pPr marL="742950" indent="-28575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2pPr>
                  <a:lvl3pPr marL="11430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3pPr>
                  <a:lvl4pPr marL="16002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4pPr>
                  <a:lvl5pPr marL="20574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9pPr>
                </a:lstStyle>
                <a:p>
                  <a:pPr eaLnBrk="1" hangingPunct="1"/>
                  <a:endParaRPr lang="ja-JP" altLang="en-US"/>
                </a:p>
              </p:txBody>
            </p:sp>
            <p:sp>
              <p:nvSpPr>
                <p:cNvPr id="57406" name="Oval 29"/>
                <p:cNvSpPr>
                  <a:spLocks noChangeArrowheads="1"/>
                </p:cNvSpPr>
                <p:nvPr/>
              </p:nvSpPr>
              <p:spPr bwMode="auto">
                <a:xfrm>
                  <a:off x="5058" y="3466"/>
                  <a:ext cx="90" cy="51"/>
                </a:xfrm>
                <a:prstGeom prst="ellipse">
                  <a:avLst/>
                </a:prstGeom>
                <a:solidFill>
                  <a:srgbClr val="99FF99"/>
                </a:solidFill>
                <a:ln w="25400">
                  <a:solidFill>
                    <a:srgbClr val="33CC33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1pPr>
                  <a:lvl2pPr marL="742950" indent="-28575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2pPr>
                  <a:lvl3pPr marL="11430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3pPr>
                  <a:lvl4pPr marL="16002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4pPr>
                  <a:lvl5pPr marL="20574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9pPr>
                </a:lstStyle>
                <a:p>
                  <a:pPr eaLnBrk="1" hangingPunct="1"/>
                  <a:endParaRPr lang="ja-JP" altLang="en-US"/>
                </a:p>
              </p:txBody>
            </p:sp>
            <p:cxnSp>
              <p:nvCxnSpPr>
                <p:cNvPr id="57407" name="AutoShape 30"/>
                <p:cNvCxnSpPr>
                  <a:cxnSpLocks noChangeShapeType="1"/>
                  <a:stCxn id="57405" idx="6"/>
                  <a:endCxn id="57406" idx="2"/>
                </p:cNvCxnSpPr>
                <p:nvPr/>
              </p:nvCxnSpPr>
              <p:spPr bwMode="auto">
                <a:xfrm>
                  <a:off x="4838" y="3490"/>
                  <a:ext cx="212" cy="2"/>
                </a:xfrm>
                <a:prstGeom prst="straightConnector1">
                  <a:avLst/>
                </a:prstGeom>
                <a:noFill/>
                <a:ln w="38100">
                  <a:solidFill>
                    <a:srgbClr val="6666FF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  <p:sp>
              <p:nvSpPr>
                <p:cNvPr id="57408" name="Oval 31"/>
                <p:cNvSpPr>
                  <a:spLocks noChangeArrowheads="1"/>
                </p:cNvSpPr>
                <p:nvPr/>
              </p:nvSpPr>
              <p:spPr bwMode="auto">
                <a:xfrm>
                  <a:off x="4921" y="3563"/>
                  <a:ext cx="90" cy="51"/>
                </a:xfrm>
                <a:prstGeom prst="ellipse">
                  <a:avLst/>
                </a:prstGeom>
                <a:solidFill>
                  <a:srgbClr val="99FF99"/>
                </a:solidFill>
                <a:ln w="25400">
                  <a:solidFill>
                    <a:srgbClr val="33CC33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1pPr>
                  <a:lvl2pPr marL="742950" indent="-28575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2pPr>
                  <a:lvl3pPr marL="11430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3pPr>
                  <a:lvl4pPr marL="16002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4pPr>
                  <a:lvl5pPr marL="20574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9pPr>
                </a:lstStyle>
                <a:p>
                  <a:pPr eaLnBrk="1" hangingPunct="1"/>
                  <a:endParaRPr lang="ja-JP" altLang="en-US"/>
                </a:p>
              </p:txBody>
            </p:sp>
            <p:sp>
              <p:nvSpPr>
                <p:cNvPr id="57409" name="Oval 32"/>
                <p:cNvSpPr>
                  <a:spLocks noChangeArrowheads="1"/>
                </p:cNvSpPr>
                <p:nvPr/>
              </p:nvSpPr>
              <p:spPr bwMode="auto">
                <a:xfrm>
                  <a:off x="5239" y="3565"/>
                  <a:ext cx="90" cy="51"/>
                </a:xfrm>
                <a:prstGeom prst="ellipse">
                  <a:avLst/>
                </a:prstGeom>
                <a:solidFill>
                  <a:srgbClr val="99FF99"/>
                </a:solidFill>
                <a:ln w="25400">
                  <a:solidFill>
                    <a:srgbClr val="33CC33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1pPr>
                  <a:lvl2pPr marL="742950" indent="-28575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2pPr>
                  <a:lvl3pPr marL="11430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3pPr>
                  <a:lvl4pPr marL="16002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4pPr>
                  <a:lvl5pPr marL="20574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9pPr>
                </a:lstStyle>
                <a:p>
                  <a:pPr eaLnBrk="1" hangingPunct="1"/>
                  <a:endParaRPr lang="ja-JP" altLang="en-US"/>
                </a:p>
              </p:txBody>
            </p:sp>
            <p:cxnSp>
              <p:nvCxnSpPr>
                <p:cNvPr id="57410" name="AutoShape 33"/>
                <p:cNvCxnSpPr>
                  <a:cxnSpLocks noChangeShapeType="1"/>
                  <a:stCxn id="57408" idx="6"/>
                  <a:endCxn id="57409" idx="2"/>
                </p:cNvCxnSpPr>
                <p:nvPr/>
              </p:nvCxnSpPr>
              <p:spPr bwMode="auto">
                <a:xfrm>
                  <a:off x="5019" y="3589"/>
                  <a:ext cx="212" cy="2"/>
                </a:xfrm>
                <a:prstGeom prst="straightConnector1">
                  <a:avLst/>
                </a:prstGeom>
                <a:noFill/>
                <a:ln w="38100">
                  <a:solidFill>
                    <a:srgbClr val="6666FF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  <p:sp>
              <p:nvSpPr>
                <p:cNvPr id="57411" name="Oval 34"/>
                <p:cNvSpPr>
                  <a:spLocks noChangeArrowheads="1"/>
                </p:cNvSpPr>
                <p:nvPr/>
              </p:nvSpPr>
              <p:spPr bwMode="auto">
                <a:xfrm>
                  <a:off x="4740" y="3653"/>
                  <a:ext cx="90" cy="51"/>
                </a:xfrm>
                <a:prstGeom prst="ellipse">
                  <a:avLst/>
                </a:prstGeom>
                <a:solidFill>
                  <a:srgbClr val="99FF99"/>
                </a:solidFill>
                <a:ln w="25400">
                  <a:solidFill>
                    <a:srgbClr val="33CC33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1pPr>
                  <a:lvl2pPr marL="742950" indent="-28575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2pPr>
                  <a:lvl3pPr marL="11430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3pPr>
                  <a:lvl4pPr marL="16002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4pPr>
                  <a:lvl5pPr marL="20574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9pPr>
                </a:lstStyle>
                <a:p>
                  <a:pPr eaLnBrk="1" hangingPunct="1"/>
                  <a:endParaRPr lang="ja-JP" altLang="en-US"/>
                </a:p>
              </p:txBody>
            </p:sp>
            <p:sp>
              <p:nvSpPr>
                <p:cNvPr id="57412" name="Oval 35"/>
                <p:cNvSpPr>
                  <a:spLocks noChangeArrowheads="1"/>
                </p:cNvSpPr>
                <p:nvPr/>
              </p:nvSpPr>
              <p:spPr bwMode="auto">
                <a:xfrm>
                  <a:off x="5058" y="3655"/>
                  <a:ext cx="90" cy="51"/>
                </a:xfrm>
                <a:prstGeom prst="ellipse">
                  <a:avLst/>
                </a:prstGeom>
                <a:solidFill>
                  <a:srgbClr val="99FF99"/>
                </a:solidFill>
                <a:ln w="25400">
                  <a:solidFill>
                    <a:srgbClr val="33CC33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1pPr>
                  <a:lvl2pPr marL="742950" indent="-28575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2pPr>
                  <a:lvl3pPr marL="11430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3pPr>
                  <a:lvl4pPr marL="16002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4pPr>
                  <a:lvl5pPr marL="20574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9pPr>
                </a:lstStyle>
                <a:p>
                  <a:pPr eaLnBrk="1" hangingPunct="1"/>
                  <a:endParaRPr lang="ja-JP" altLang="en-US"/>
                </a:p>
              </p:txBody>
            </p:sp>
            <p:cxnSp>
              <p:nvCxnSpPr>
                <p:cNvPr id="57413" name="AutoShape 36"/>
                <p:cNvCxnSpPr>
                  <a:cxnSpLocks noChangeShapeType="1"/>
                  <a:stCxn id="57411" idx="6"/>
                  <a:endCxn id="57412" idx="2"/>
                </p:cNvCxnSpPr>
                <p:nvPr/>
              </p:nvCxnSpPr>
              <p:spPr bwMode="auto">
                <a:xfrm>
                  <a:off x="4838" y="3679"/>
                  <a:ext cx="212" cy="2"/>
                </a:xfrm>
                <a:prstGeom prst="straightConnector1">
                  <a:avLst/>
                </a:prstGeom>
                <a:noFill/>
                <a:ln w="38100">
                  <a:solidFill>
                    <a:srgbClr val="6666FF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  <p:sp>
              <p:nvSpPr>
                <p:cNvPr id="57414" name="Oval 37"/>
                <p:cNvSpPr>
                  <a:spLocks noChangeArrowheads="1"/>
                </p:cNvSpPr>
                <p:nvPr/>
              </p:nvSpPr>
              <p:spPr bwMode="auto">
                <a:xfrm>
                  <a:off x="4694" y="3827"/>
                  <a:ext cx="90" cy="51"/>
                </a:xfrm>
                <a:prstGeom prst="ellipse">
                  <a:avLst/>
                </a:prstGeom>
                <a:solidFill>
                  <a:srgbClr val="99FF99"/>
                </a:solidFill>
                <a:ln w="25400">
                  <a:solidFill>
                    <a:srgbClr val="33CC33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1pPr>
                  <a:lvl2pPr marL="742950" indent="-28575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2pPr>
                  <a:lvl3pPr marL="11430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3pPr>
                  <a:lvl4pPr marL="16002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4pPr>
                  <a:lvl5pPr marL="20574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9pPr>
                </a:lstStyle>
                <a:p>
                  <a:pPr eaLnBrk="1" hangingPunct="1"/>
                  <a:endParaRPr lang="ja-JP" altLang="en-US"/>
                </a:p>
              </p:txBody>
            </p:sp>
            <p:sp>
              <p:nvSpPr>
                <p:cNvPr id="57415" name="Oval 38"/>
                <p:cNvSpPr>
                  <a:spLocks noChangeArrowheads="1"/>
                </p:cNvSpPr>
                <p:nvPr/>
              </p:nvSpPr>
              <p:spPr bwMode="auto">
                <a:xfrm>
                  <a:off x="5012" y="3829"/>
                  <a:ext cx="90" cy="51"/>
                </a:xfrm>
                <a:prstGeom prst="ellipse">
                  <a:avLst/>
                </a:prstGeom>
                <a:solidFill>
                  <a:srgbClr val="99FF99"/>
                </a:solidFill>
                <a:ln w="25400">
                  <a:solidFill>
                    <a:srgbClr val="33CC33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1pPr>
                  <a:lvl2pPr marL="742950" indent="-28575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2pPr>
                  <a:lvl3pPr marL="11430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3pPr>
                  <a:lvl4pPr marL="16002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4pPr>
                  <a:lvl5pPr marL="20574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9pPr>
                </a:lstStyle>
                <a:p>
                  <a:pPr eaLnBrk="1" hangingPunct="1"/>
                  <a:endParaRPr lang="ja-JP" altLang="en-US"/>
                </a:p>
              </p:txBody>
            </p:sp>
            <p:cxnSp>
              <p:nvCxnSpPr>
                <p:cNvPr id="57416" name="AutoShape 39"/>
                <p:cNvCxnSpPr>
                  <a:cxnSpLocks noChangeShapeType="1"/>
                  <a:stCxn id="57414" idx="6"/>
                  <a:endCxn id="57415" idx="2"/>
                </p:cNvCxnSpPr>
                <p:nvPr/>
              </p:nvCxnSpPr>
              <p:spPr bwMode="auto">
                <a:xfrm>
                  <a:off x="4792" y="3853"/>
                  <a:ext cx="212" cy="2"/>
                </a:xfrm>
                <a:prstGeom prst="straightConnector1">
                  <a:avLst/>
                </a:prstGeom>
                <a:noFill/>
                <a:ln w="38100">
                  <a:solidFill>
                    <a:srgbClr val="6666FF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  <p:sp>
              <p:nvSpPr>
                <p:cNvPr id="57417" name="Oval 40"/>
                <p:cNvSpPr>
                  <a:spLocks noChangeArrowheads="1"/>
                </p:cNvSpPr>
                <p:nvPr/>
              </p:nvSpPr>
              <p:spPr bwMode="auto">
                <a:xfrm>
                  <a:off x="3651" y="3381"/>
                  <a:ext cx="90" cy="51"/>
                </a:xfrm>
                <a:prstGeom prst="ellipse">
                  <a:avLst/>
                </a:prstGeom>
                <a:solidFill>
                  <a:srgbClr val="99FF99"/>
                </a:solidFill>
                <a:ln w="25400">
                  <a:solidFill>
                    <a:srgbClr val="33CC33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1pPr>
                  <a:lvl2pPr marL="742950" indent="-28575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2pPr>
                  <a:lvl3pPr marL="11430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3pPr>
                  <a:lvl4pPr marL="16002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4pPr>
                  <a:lvl5pPr marL="20574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9pPr>
                </a:lstStyle>
                <a:p>
                  <a:pPr eaLnBrk="1" hangingPunct="1"/>
                  <a:endParaRPr lang="ja-JP" altLang="en-US"/>
                </a:p>
              </p:txBody>
            </p:sp>
            <p:sp>
              <p:nvSpPr>
                <p:cNvPr id="57418" name="Oval 41"/>
                <p:cNvSpPr>
                  <a:spLocks noChangeArrowheads="1"/>
                </p:cNvSpPr>
                <p:nvPr/>
              </p:nvSpPr>
              <p:spPr bwMode="auto">
                <a:xfrm>
                  <a:off x="3969" y="3383"/>
                  <a:ext cx="90" cy="51"/>
                </a:xfrm>
                <a:prstGeom prst="ellipse">
                  <a:avLst/>
                </a:prstGeom>
                <a:solidFill>
                  <a:srgbClr val="99FF99"/>
                </a:solidFill>
                <a:ln w="25400">
                  <a:solidFill>
                    <a:srgbClr val="33CC33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1pPr>
                  <a:lvl2pPr marL="742950" indent="-28575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2pPr>
                  <a:lvl3pPr marL="11430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3pPr>
                  <a:lvl4pPr marL="16002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4pPr>
                  <a:lvl5pPr marL="20574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9pPr>
                </a:lstStyle>
                <a:p>
                  <a:pPr eaLnBrk="1" hangingPunct="1"/>
                  <a:endParaRPr lang="ja-JP" altLang="en-US"/>
                </a:p>
              </p:txBody>
            </p:sp>
            <p:cxnSp>
              <p:nvCxnSpPr>
                <p:cNvPr id="57419" name="AutoShape 42"/>
                <p:cNvCxnSpPr>
                  <a:cxnSpLocks noChangeShapeType="1"/>
                  <a:stCxn id="57417" idx="6"/>
                  <a:endCxn id="57418" idx="2"/>
                </p:cNvCxnSpPr>
                <p:nvPr/>
              </p:nvCxnSpPr>
              <p:spPr bwMode="auto">
                <a:xfrm>
                  <a:off x="3749" y="3407"/>
                  <a:ext cx="212" cy="2"/>
                </a:xfrm>
                <a:prstGeom prst="straightConnector1">
                  <a:avLst/>
                </a:prstGeom>
                <a:noFill/>
                <a:ln w="38100">
                  <a:solidFill>
                    <a:srgbClr val="6666FF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  <p:sp>
              <p:nvSpPr>
                <p:cNvPr id="57420" name="Oval 43"/>
                <p:cNvSpPr>
                  <a:spLocks noChangeArrowheads="1"/>
                </p:cNvSpPr>
                <p:nvPr/>
              </p:nvSpPr>
              <p:spPr bwMode="auto">
                <a:xfrm>
                  <a:off x="3470" y="3555"/>
                  <a:ext cx="90" cy="51"/>
                </a:xfrm>
                <a:prstGeom prst="ellipse">
                  <a:avLst/>
                </a:prstGeom>
                <a:solidFill>
                  <a:srgbClr val="99FF99"/>
                </a:solidFill>
                <a:ln w="25400">
                  <a:solidFill>
                    <a:srgbClr val="33CC33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1pPr>
                  <a:lvl2pPr marL="742950" indent="-28575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2pPr>
                  <a:lvl3pPr marL="11430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3pPr>
                  <a:lvl4pPr marL="16002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4pPr>
                  <a:lvl5pPr marL="20574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9pPr>
                </a:lstStyle>
                <a:p>
                  <a:pPr eaLnBrk="1" hangingPunct="1"/>
                  <a:endParaRPr lang="ja-JP" altLang="en-US"/>
                </a:p>
              </p:txBody>
            </p:sp>
            <p:sp>
              <p:nvSpPr>
                <p:cNvPr id="57421" name="Oval 44"/>
                <p:cNvSpPr>
                  <a:spLocks noChangeArrowheads="1"/>
                </p:cNvSpPr>
                <p:nvPr/>
              </p:nvSpPr>
              <p:spPr bwMode="auto">
                <a:xfrm>
                  <a:off x="3788" y="3557"/>
                  <a:ext cx="90" cy="51"/>
                </a:xfrm>
                <a:prstGeom prst="ellipse">
                  <a:avLst/>
                </a:prstGeom>
                <a:solidFill>
                  <a:srgbClr val="99FF99"/>
                </a:solidFill>
                <a:ln w="25400">
                  <a:solidFill>
                    <a:srgbClr val="33CC33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1pPr>
                  <a:lvl2pPr marL="742950" indent="-28575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2pPr>
                  <a:lvl3pPr marL="11430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3pPr>
                  <a:lvl4pPr marL="16002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4pPr>
                  <a:lvl5pPr marL="20574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9pPr>
                </a:lstStyle>
                <a:p>
                  <a:pPr eaLnBrk="1" hangingPunct="1"/>
                  <a:endParaRPr lang="ja-JP" altLang="en-US"/>
                </a:p>
              </p:txBody>
            </p:sp>
            <p:cxnSp>
              <p:nvCxnSpPr>
                <p:cNvPr id="57422" name="AutoShape 45"/>
                <p:cNvCxnSpPr>
                  <a:cxnSpLocks noChangeShapeType="1"/>
                  <a:stCxn id="57420" idx="6"/>
                  <a:endCxn id="57421" idx="2"/>
                </p:cNvCxnSpPr>
                <p:nvPr/>
              </p:nvCxnSpPr>
              <p:spPr bwMode="auto">
                <a:xfrm>
                  <a:off x="3568" y="3581"/>
                  <a:ext cx="212" cy="2"/>
                </a:xfrm>
                <a:prstGeom prst="straightConnector1">
                  <a:avLst/>
                </a:prstGeom>
                <a:noFill/>
                <a:ln w="38100">
                  <a:solidFill>
                    <a:srgbClr val="6666FF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  <p:sp>
              <p:nvSpPr>
                <p:cNvPr id="57423" name="Oval 46"/>
                <p:cNvSpPr>
                  <a:spLocks noChangeArrowheads="1"/>
                </p:cNvSpPr>
                <p:nvPr/>
              </p:nvSpPr>
              <p:spPr bwMode="auto">
                <a:xfrm>
                  <a:off x="3606" y="3653"/>
                  <a:ext cx="90" cy="51"/>
                </a:xfrm>
                <a:prstGeom prst="ellipse">
                  <a:avLst/>
                </a:prstGeom>
                <a:solidFill>
                  <a:srgbClr val="99FF99"/>
                </a:solidFill>
                <a:ln w="25400">
                  <a:solidFill>
                    <a:srgbClr val="33CC33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1pPr>
                  <a:lvl2pPr marL="742950" indent="-28575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2pPr>
                  <a:lvl3pPr marL="11430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3pPr>
                  <a:lvl4pPr marL="16002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4pPr>
                  <a:lvl5pPr marL="20574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9pPr>
                </a:lstStyle>
                <a:p>
                  <a:pPr eaLnBrk="1" hangingPunct="1"/>
                  <a:endParaRPr lang="ja-JP" altLang="en-US"/>
                </a:p>
              </p:txBody>
            </p:sp>
            <p:sp>
              <p:nvSpPr>
                <p:cNvPr id="57424" name="Oval 47"/>
                <p:cNvSpPr>
                  <a:spLocks noChangeArrowheads="1"/>
                </p:cNvSpPr>
                <p:nvPr/>
              </p:nvSpPr>
              <p:spPr bwMode="auto">
                <a:xfrm>
                  <a:off x="3924" y="3655"/>
                  <a:ext cx="90" cy="51"/>
                </a:xfrm>
                <a:prstGeom prst="ellipse">
                  <a:avLst/>
                </a:prstGeom>
                <a:solidFill>
                  <a:srgbClr val="99FF99"/>
                </a:solidFill>
                <a:ln w="25400">
                  <a:solidFill>
                    <a:srgbClr val="33CC33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1pPr>
                  <a:lvl2pPr marL="742950" indent="-28575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2pPr>
                  <a:lvl3pPr marL="11430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3pPr>
                  <a:lvl4pPr marL="16002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4pPr>
                  <a:lvl5pPr marL="20574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9pPr>
                </a:lstStyle>
                <a:p>
                  <a:pPr eaLnBrk="1" hangingPunct="1"/>
                  <a:endParaRPr lang="ja-JP" altLang="en-US"/>
                </a:p>
              </p:txBody>
            </p:sp>
            <p:cxnSp>
              <p:nvCxnSpPr>
                <p:cNvPr id="57425" name="AutoShape 48"/>
                <p:cNvCxnSpPr>
                  <a:cxnSpLocks noChangeShapeType="1"/>
                  <a:stCxn id="57423" idx="6"/>
                  <a:endCxn id="57424" idx="2"/>
                </p:cNvCxnSpPr>
                <p:nvPr/>
              </p:nvCxnSpPr>
              <p:spPr bwMode="auto">
                <a:xfrm>
                  <a:off x="3704" y="3679"/>
                  <a:ext cx="212" cy="2"/>
                </a:xfrm>
                <a:prstGeom prst="straightConnector1">
                  <a:avLst/>
                </a:prstGeom>
                <a:noFill/>
                <a:ln w="38100">
                  <a:solidFill>
                    <a:srgbClr val="6666FF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  <p:sp>
              <p:nvSpPr>
                <p:cNvPr id="57426" name="Oval 49"/>
                <p:cNvSpPr>
                  <a:spLocks noChangeArrowheads="1"/>
                </p:cNvSpPr>
                <p:nvPr/>
              </p:nvSpPr>
              <p:spPr bwMode="auto">
                <a:xfrm>
                  <a:off x="3742" y="3827"/>
                  <a:ext cx="90" cy="51"/>
                </a:xfrm>
                <a:prstGeom prst="ellipse">
                  <a:avLst/>
                </a:prstGeom>
                <a:solidFill>
                  <a:srgbClr val="99FF99"/>
                </a:solidFill>
                <a:ln w="25400">
                  <a:solidFill>
                    <a:srgbClr val="33CC33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1pPr>
                  <a:lvl2pPr marL="742950" indent="-28575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2pPr>
                  <a:lvl3pPr marL="11430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3pPr>
                  <a:lvl4pPr marL="16002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4pPr>
                  <a:lvl5pPr marL="20574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9pPr>
                </a:lstStyle>
                <a:p>
                  <a:pPr eaLnBrk="1" hangingPunct="1"/>
                  <a:endParaRPr lang="ja-JP" altLang="en-US"/>
                </a:p>
              </p:txBody>
            </p:sp>
            <p:sp>
              <p:nvSpPr>
                <p:cNvPr id="57427" name="Oval 50"/>
                <p:cNvSpPr>
                  <a:spLocks noChangeArrowheads="1"/>
                </p:cNvSpPr>
                <p:nvPr/>
              </p:nvSpPr>
              <p:spPr bwMode="auto">
                <a:xfrm>
                  <a:off x="4060" y="3829"/>
                  <a:ext cx="90" cy="51"/>
                </a:xfrm>
                <a:prstGeom prst="ellipse">
                  <a:avLst/>
                </a:prstGeom>
                <a:solidFill>
                  <a:srgbClr val="99FF99"/>
                </a:solidFill>
                <a:ln w="25400">
                  <a:solidFill>
                    <a:srgbClr val="33CC33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1pPr>
                  <a:lvl2pPr marL="742950" indent="-28575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2pPr>
                  <a:lvl3pPr marL="11430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3pPr>
                  <a:lvl4pPr marL="16002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4pPr>
                  <a:lvl5pPr marL="20574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9pPr>
                </a:lstStyle>
                <a:p>
                  <a:pPr eaLnBrk="1" hangingPunct="1"/>
                  <a:endParaRPr lang="ja-JP" altLang="en-US"/>
                </a:p>
              </p:txBody>
            </p:sp>
            <p:cxnSp>
              <p:nvCxnSpPr>
                <p:cNvPr id="57428" name="AutoShape 51"/>
                <p:cNvCxnSpPr>
                  <a:cxnSpLocks noChangeShapeType="1"/>
                  <a:stCxn id="57426" idx="6"/>
                  <a:endCxn id="57427" idx="2"/>
                </p:cNvCxnSpPr>
                <p:nvPr/>
              </p:nvCxnSpPr>
              <p:spPr bwMode="auto">
                <a:xfrm>
                  <a:off x="3840" y="3853"/>
                  <a:ext cx="212" cy="2"/>
                </a:xfrm>
                <a:prstGeom prst="straightConnector1">
                  <a:avLst/>
                </a:prstGeom>
                <a:noFill/>
                <a:ln w="38100">
                  <a:solidFill>
                    <a:srgbClr val="6666FF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  <p:sp>
              <p:nvSpPr>
                <p:cNvPr id="57429" name="Oval 52"/>
                <p:cNvSpPr>
                  <a:spLocks noChangeArrowheads="1"/>
                </p:cNvSpPr>
                <p:nvPr/>
              </p:nvSpPr>
              <p:spPr bwMode="auto">
                <a:xfrm>
                  <a:off x="4830" y="3744"/>
                  <a:ext cx="90" cy="51"/>
                </a:xfrm>
                <a:prstGeom prst="ellipse">
                  <a:avLst/>
                </a:prstGeom>
                <a:solidFill>
                  <a:srgbClr val="99FF99"/>
                </a:solidFill>
                <a:ln w="25400">
                  <a:solidFill>
                    <a:srgbClr val="33CC33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1pPr>
                  <a:lvl2pPr marL="742950" indent="-28575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2pPr>
                  <a:lvl3pPr marL="11430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3pPr>
                  <a:lvl4pPr marL="16002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4pPr>
                  <a:lvl5pPr marL="20574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9pPr>
                </a:lstStyle>
                <a:p>
                  <a:pPr eaLnBrk="1" hangingPunct="1"/>
                  <a:endParaRPr lang="ja-JP" altLang="en-US"/>
                </a:p>
              </p:txBody>
            </p:sp>
            <p:sp>
              <p:nvSpPr>
                <p:cNvPr id="57430" name="Oval 53"/>
                <p:cNvSpPr>
                  <a:spLocks noChangeArrowheads="1"/>
                </p:cNvSpPr>
                <p:nvPr/>
              </p:nvSpPr>
              <p:spPr bwMode="auto">
                <a:xfrm>
                  <a:off x="5148" y="3746"/>
                  <a:ext cx="90" cy="51"/>
                </a:xfrm>
                <a:prstGeom prst="ellipse">
                  <a:avLst/>
                </a:prstGeom>
                <a:solidFill>
                  <a:srgbClr val="99FF99"/>
                </a:solidFill>
                <a:ln w="25400">
                  <a:solidFill>
                    <a:srgbClr val="33CC33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1pPr>
                  <a:lvl2pPr marL="742950" indent="-28575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2pPr>
                  <a:lvl3pPr marL="11430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3pPr>
                  <a:lvl4pPr marL="16002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4pPr>
                  <a:lvl5pPr marL="20574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9pPr>
                </a:lstStyle>
                <a:p>
                  <a:pPr eaLnBrk="1" hangingPunct="1"/>
                  <a:endParaRPr lang="ja-JP" altLang="en-US"/>
                </a:p>
              </p:txBody>
            </p:sp>
            <p:cxnSp>
              <p:nvCxnSpPr>
                <p:cNvPr id="57431" name="AutoShape 54"/>
                <p:cNvCxnSpPr>
                  <a:cxnSpLocks noChangeShapeType="1"/>
                  <a:stCxn id="57429" idx="6"/>
                  <a:endCxn id="57430" idx="2"/>
                </p:cNvCxnSpPr>
                <p:nvPr/>
              </p:nvCxnSpPr>
              <p:spPr bwMode="auto">
                <a:xfrm>
                  <a:off x="4928" y="3770"/>
                  <a:ext cx="212" cy="2"/>
                </a:xfrm>
                <a:prstGeom prst="straightConnector1">
                  <a:avLst/>
                </a:prstGeom>
                <a:noFill/>
                <a:ln w="38100">
                  <a:solidFill>
                    <a:srgbClr val="6666FF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  <p:sp>
              <p:nvSpPr>
                <p:cNvPr id="57432" name="Oval 55"/>
                <p:cNvSpPr>
                  <a:spLocks noChangeArrowheads="1"/>
                </p:cNvSpPr>
                <p:nvPr/>
              </p:nvSpPr>
              <p:spPr bwMode="auto">
                <a:xfrm>
                  <a:off x="4604" y="3336"/>
                  <a:ext cx="90" cy="51"/>
                </a:xfrm>
                <a:prstGeom prst="ellipse">
                  <a:avLst/>
                </a:prstGeom>
                <a:solidFill>
                  <a:srgbClr val="99FF99"/>
                </a:solidFill>
                <a:ln w="25400">
                  <a:solidFill>
                    <a:srgbClr val="33CC33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1pPr>
                  <a:lvl2pPr marL="742950" indent="-28575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2pPr>
                  <a:lvl3pPr marL="11430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3pPr>
                  <a:lvl4pPr marL="16002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4pPr>
                  <a:lvl5pPr marL="20574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9pPr>
                </a:lstStyle>
                <a:p>
                  <a:pPr eaLnBrk="1" hangingPunct="1"/>
                  <a:endParaRPr lang="ja-JP" altLang="en-US"/>
                </a:p>
              </p:txBody>
            </p:sp>
            <p:sp>
              <p:nvSpPr>
                <p:cNvPr id="57433" name="Oval 56"/>
                <p:cNvSpPr>
                  <a:spLocks noChangeArrowheads="1"/>
                </p:cNvSpPr>
                <p:nvPr/>
              </p:nvSpPr>
              <p:spPr bwMode="auto">
                <a:xfrm>
                  <a:off x="4922" y="3338"/>
                  <a:ext cx="90" cy="51"/>
                </a:xfrm>
                <a:prstGeom prst="ellipse">
                  <a:avLst/>
                </a:prstGeom>
                <a:solidFill>
                  <a:srgbClr val="99FF99"/>
                </a:solidFill>
                <a:ln w="25400">
                  <a:solidFill>
                    <a:srgbClr val="33CC33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1pPr>
                  <a:lvl2pPr marL="742950" indent="-28575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2pPr>
                  <a:lvl3pPr marL="11430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3pPr>
                  <a:lvl4pPr marL="16002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4pPr>
                  <a:lvl5pPr marL="20574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9pPr>
                </a:lstStyle>
                <a:p>
                  <a:pPr eaLnBrk="1" hangingPunct="1"/>
                  <a:endParaRPr lang="ja-JP" altLang="en-US"/>
                </a:p>
              </p:txBody>
            </p:sp>
            <p:cxnSp>
              <p:nvCxnSpPr>
                <p:cNvPr id="57434" name="AutoShape 57"/>
                <p:cNvCxnSpPr>
                  <a:cxnSpLocks noChangeShapeType="1"/>
                  <a:stCxn id="57432" idx="6"/>
                  <a:endCxn id="57433" idx="2"/>
                </p:cNvCxnSpPr>
                <p:nvPr/>
              </p:nvCxnSpPr>
              <p:spPr bwMode="auto">
                <a:xfrm>
                  <a:off x="4702" y="3362"/>
                  <a:ext cx="212" cy="2"/>
                </a:xfrm>
                <a:prstGeom prst="straightConnector1">
                  <a:avLst/>
                </a:prstGeom>
                <a:noFill/>
                <a:ln w="38100">
                  <a:solidFill>
                    <a:srgbClr val="6666FF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  <p:sp>
              <p:nvSpPr>
                <p:cNvPr id="57435" name="Oval 58"/>
                <p:cNvSpPr>
                  <a:spLocks noChangeArrowheads="1"/>
                </p:cNvSpPr>
                <p:nvPr/>
              </p:nvSpPr>
              <p:spPr bwMode="auto">
                <a:xfrm>
                  <a:off x="3470" y="3744"/>
                  <a:ext cx="90" cy="51"/>
                </a:xfrm>
                <a:prstGeom prst="ellipse">
                  <a:avLst/>
                </a:prstGeom>
                <a:solidFill>
                  <a:srgbClr val="99FF99"/>
                </a:solidFill>
                <a:ln w="25400">
                  <a:solidFill>
                    <a:srgbClr val="33CC33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1pPr>
                  <a:lvl2pPr marL="742950" indent="-28575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2pPr>
                  <a:lvl3pPr marL="11430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3pPr>
                  <a:lvl4pPr marL="16002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4pPr>
                  <a:lvl5pPr marL="20574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9pPr>
                </a:lstStyle>
                <a:p>
                  <a:pPr eaLnBrk="1" hangingPunct="1"/>
                  <a:endParaRPr lang="ja-JP" altLang="en-US"/>
                </a:p>
              </p:txBody>
            </p:sp>
            <p:sp>
              <p:nvSpPr>
                <p:cNvPr id="57436" name="Oval 59"/>
                <p:cNvSpPr>
                  <a:spLocks noChangeArrowheads="1"/>
                </p:cNvSpPr>
                <p:nvPr/>
              </p:nvSpPr>
              <p:spPr bwMode="auto">
                <a:xfrm>
                  <a:off x="3788" y="3746"/>
                  <a:ext cx="90" cy="51"/>
                </a:xfrm>
                <a:prstGeom prst="ellipse">
                  <a:avLst/>
                </a:prstGeom>
                <a:solidFill>
                  <a:srgbClr val="99FF99"/>
                </a:solidFill>
                <a:ln w="25400">
                  <a:solidFill>
                    <a:srgbClr val="33CC33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1pPr>
                  <a:lvl2pPr marL="742950" indent="-28575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2pPr>
                  <a:lvl3pPr marL="11430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3pPr>
                  <a:lvl4pPr marL="16002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4pPr>
                  <a:lvl5pPr marL="20574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9pPr>
                </a:lstStyle>
                <a:p>
                  <a:pPr eaLnBrk="1" hangingPunct="1"/>
                  <a:endParaRPr lang="ja-JP" altLang="en-US"/>
                </a:p>
              </p:txBody>
            </p:sp>
            <p:cxnSp>
              <p:nvCxnSpPr>
                <p:cNvPr id="57437" name="AutoShape 60"/>
                <p:cNvCxnSpPr>
                  <a:cxnSpLocks noChangeShapeType="1"/>
                  <a:stCxn id="57435" idx="6"/>
                  <a:endCxn id="57436" idx="2"/>
                </p:cNvCxnSpPr>
                <p:nvPr/>
              </p:nvCxnSpPr>
              <p:spPr bwMode="auto">
                <a:xfrm>
                  <a:off x="3568" y="3770"/>
                  <a:ext cx="212" cy="2"/>
                </a:xfrm>
                <a:prstGeom prst="straightConnector1">
                  <a:avLst/>
                </a:prstGeom>
                <a:noFill/>
                <a:ln w="38100">
                  <a:solidFill>
                    <a:srgbClr val="6666FF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  <p:sp>
              <p:nvSpPr>
                <p:cNvPr id="57438" name="Oval 61"/>
                <p:cNvSpPr>
                  <a:spLocks noChangeArrowheads="1"/>
                </p:cNvSpPr>
                <p:nvPr/>
              </p:nvSpPr>
              <p:spPr bwMode="auto">
                <a:xfrm>
                  <a:off x="3697" y="3464"/>
                  <a:ext cx="90" cy="51"/>
                </a:xfrm>
                <a:prstGeom prst="ellipse">
                  <a:avLst/>
                </a:prstGeom>
                <a:solidFill>
                  <a:srgbClr val="99FF99"/>
                </a:solidFill>
                <a:ln w="25400">
                  <a:solidFill>
                    <a:srgbClr val="33CC33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1pPr>
                  <a:lvl2pPr marL="742950" indent="-28575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2pPr>
                  <a:lvl3pPr marL="11430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3pPr>
                  <a:lvl4pPr marL="16002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4pPr>
                  <a:lvl5pPr marL="20574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9pPr>
                </a:lstStyle>
                <a:p>
                  <a:pPr eaLnBrk="1" hangingPunct="1"/>
                  <a:endParaRPr lang="ja-JP" altLang="en-US"/>
                </a:p>
              </p:txBody>
            </p:sp>
            <p:sp>
              <p:nvSpPr>
                <p:cNvPr id="57439" name="Oval 62"/>
                <p:cNvSpPr>
                  <a:spLocks noChangeArrowheads="1"/>
                </p:cNvSpPr>
                <p:nvPr/>
              </p:nvSpPr>
              <p:spPr bwMode="auto">
                <a:xfrm>
                  <a:off x="4015" y="3466"/>
                  <a:ext cx="90" cy="51"/>
                </a:xfrm>
                <a:prstGeom prst="ellipse">
                  <a:avLst/>
                </a:prstGeom>
                <a:solidFill>
                  <a:srgbClr val="99FF99"/>
                </a:solidFill>
                <a:ln w="25400">
                  <a:solidFill>
                    <a:srgbClr val="33CC33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1pPr>
                  <a:lvl2pPr marL="742950" indent="-28575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2pPr>
                  <a:lvl3pPr marL="11430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3pPr>
                  <a:lvl4pPr marL="16002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4pPr>
                  <a:lvl5pPr marL="2057400" indent="-228600" eaLnBrk="0" hangingPunct="0"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Arial" charset="0"/>
                      <a:ea typeface="ＭＳ Ｐゴシック" charset="-128"/>
                    </a:defRPr>
                  </a:lvl9pPr>
                </a:lstStyle>
                <a:p>
                  <a:pPr eaLnBrk="1" hangingPunct="1"/>
                  <a:endParaRPr lang="ja-JP" altLang="en-US"/>
                </a:p>
              </p:txBody>
            </p:sp>
            <p:cxnSp>
              <p:nvCxnSpPr>
                <p:cNvPr id="57440" name="AutoShape 63"/>
                <p:cNvCxnSpPr>
                  <a:cxnSpLocks noChangeShapeType="1"/>
                  <a:stCxn id="57438" idx="6"/>
                  <a:endCxn id="57439" idx="2"/>
                </p:cNvCxnSpPr>
                <p:nvPr/>
              </p:nvCxnSpPr>
              <p:spPr bwMode="auto">
                <a:xfrm>
                  <a:off x="3795" y="3490"/>
                  <a:ext cx="212" cy="2"/>
                </a:xfrm>
                <a:prstGeom prst="straightConnector1">
                  <a:avLst/>
                </a:prstGeom>
                <a:noFill/>
                <a:ln w="38100">
                  <a:solidFill>
                    <a:srgbClr val="6666FF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</p:grpSp>
          <p:sp>
            <p:nvSpPr>
              <p:cNvPr id="57395" name="Oval 64"/>
              <p:cNvSpPr>
                <a:spLocks noChangeArrowheads="1"/>
              </p:cNvSpPr>
              <p:nvPr/>
            </p:nvSpPr>
            <p:spPr bwMode="auto">
              <a:xfrm>
                <a:off x="3243" y="3294"/>
                <a:ext cx="2359" cy="680"/>
              </a:xfrm>
              <a:prstGeom prst="ellipse">
                <a:avLst/>
              </a:prstGeom>
              <a:noFill/>
              <a:ln w="28575">
                <a:solidFill>
                  <a:schemeClr val="hlink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lIns="90000" tIns="46800" rIns="90000" bIns="46800" anchor="ctr"/>
              <a:lstStyle>
                <a:lvl1pPr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1pPr>
                <a:lvl2pPr marL="742950" indent="-28575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2pPr>
                <a:lvl3pPr marL="11430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3pPr>
                <a:lvl4pPr marL="16002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4pPr>
                <a:lvl5pPr marL="20574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9pPr>
              </a:lstStyle>
              <a:p>
                <a:pPr eaLnBrk="1" hangingPunct="1"/>
                <a:endParaRPr lang="ja-JP" altLang="en-US"/>
              </a:p>
            </p:txBody>
          </p:sp>
        </p:grpSp>
        <p:grpSp>
          <p:nvGrpSpPr>
            <p:cNvPr id="57387" name="Group 65"/>
            <p:cNvGrpSpPr>
              <a:grpSpLocks/>
            </p:cNvGrpSpPr>
            <p:nvPr/>
          </p:nvGrpSpPr>
          <p:grpSpPr bwMode="auto">
            <a:xfrm>
              <a:off x="3352" y="2882"/>
              <a:ext cx="2060" cy="1092"/>
              <a:chOff x="3379" y="2882"/>
              <a:chExt cx="2060" cy="1092"/>
            </a:xfrm>
          </p:grpSpPr>
          <p:sp>
            <p:nvSpPr>
              <p:cNvPr id="57388" name="Oval 66"/>
              <p:cNvSpPr>
                <a:spLocks noChangeArrowheads="1"/>
              </p:cNvSpPr>
              <p:nvPr/>
            </p:nvSpPr>
            <p:spPr bwMode="auto">
              <a:xfrm>
                <a:off x="3379" y="3290"/>
                <a:ext cx="1361" cy="681"/>
              </a:xfrm>
              <a:prstGeom prst="ellipse">
                <a:avLst/>
              </a:prstGeom>
              <a:noFill/>
              <a:ln w="38100">
                <a:solidFill>
                  <a:srgbClr val="99CCFF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lIns="90000" tIns="46800" rIns="90000" bIns="46800" anchor="ctr"/>
              <a:lstStyle>
                <a:lvl1pPr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1pPr>
                <a:lvl2pPr marL="742950" indent="-28575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2pPr>
                <a:lvl3pPr marL="11430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3pPr>
                <a:lvl4pPr marL="16002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4pPr>
                <a:lvl5pPr marL="20574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9pPr>
              </a:lstStyle>
              <a:p>
                <a:pPr eaLnBrk="1" hangingPunct="1"/>
                <a:endParaRPr lang="ja-JP" altLang="en-US"/>
              </a:p>
            </p:txBody>
          </p:sp>
          <p:sp>
            <p:nvSpPr>
              <p:cNvPr id="57389" name="Oval 67"/>
              <p:cNvSpPr>
                <a:spLocks noChangeArrowheads="1"/>
              </p:cNvSpPr>
              <p:nvPr/>
            </p:nvSpPr>
            <p:spPr bwMode="auto">
              <a:xfrm>
                <a:off x="4078" y="3293"/>
                <a:ext cx="1361" cy="681"/>
              </a:xfrm>
              <a:prstGeom prst="ellipse">
                <a:avLst/>
              </a:prstGeom>
              <a:noFill/>
              <a:ln w="38100">
                <a:solidFill>
                  <a:schemeClr val="accent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lIns="90000" tIns="46800" rIns="90000" bIns="46800" anchor="ctr"/>
              <a:lstStyle>
                <a:lvl1pPr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1pPr>
                <a:lvl2pPr marL="742950" indent="-28575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2pPr>
                <a:lvl3pPr marL="11430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3pPr>
                <a:lvl4pPr marL="16002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4pPr>
                <a:lvl5pPr marL="20574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9pPr>
              </a:lstStyle>
              <a:p>
                <a:pPr eaLnBrk="1" hangingPunct="1"/>
                <a:endParaRPr lang="ja-JP" altLang="en-US"/>
              </a:p>
            </p:txBody>
          </p:sp>
          <p:sp>
            <p:nvSpPr>
              <p:cNvPr id="57390" name="AutoShape 68"/>
              <p:cNvSpPr>
                <a:spLocks noChangeArrowheads="1"/>
              </p:cNvSpPr>
              <p:nvPr/>
            </p:nvSpPr>
            <p:spPr bwMode="auto">
              <a:xfrm flipV="1">
                <a:off x="3379" y="2973"/>
                <a:ext cx="1361" cy="590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3952 w 21600"/>
                  <a:gd name="T13" fmla="*/ 3954 h 21600"/>
                  <a:gd name="T14" fmla="*/ 17648 w 21600"/>
                  <a:gd name="T15" fmla="*/ 17646 h 2160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1600" h="21600">
                    <a:moveTo>
                      <a:pt x="0" y="0"/>
                    </a:moveTo>
                    <a:lnTo>
                      <a:pt x="4316" y="21600"/>
                    </a:lnTo>
                    <a:lnTo>
                      <a:pt x="17284" y="21600"/>
                    </a:lnTo>
                    <a:lnTo>
                      <a:pt x="21600" y="0"/>
                    </a:lnTo>
                    <a:close/>
                  </a:path>
                </a:pathLst>
              </a:custGeom>
              <a:solidFill>
                <a:srgbClr val="E2EDF6">
                  <a:alpha val="70195"/>
                </a:srgb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90000" tIns="46800" rIns="90000" bIns="46800" anchor="ctr"/>
              <a:lstStyle>
                <a:lvl1pPr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1pPr>
                <a:lvl2pPr marL="742950" indent="-28575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2pPr>
                <a:lvl3pPr marL="11430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3pPr>
                <a:lvl4pPr marL="16002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4pPr>
                <a:lvl5pPr marL="20574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9pPr>
              </a:lstStyle>
              <a:p>
                <a:pPr eaLnBrk="1" hangingPunct="1"/>
                <a:endParaRPr lang="ja-JP" altLang="en-US"/>
              </a:p>
            </p:txBody>
          </p:sp>
          <p:sp>
            <p:nvSpPr>
              <p:cNvPr id="57391" name="AutoShape 69"/>
              <p:cNvSpPr>
                <a:spLocks noChangeArrowheads="1"/>
              </p:cNvSpPr>
              <p:nvPr/>
            </p:nvSpPr>
            <p:spPr bwMode="auto">
              <a:xfrm flipV="1">
                <a:off x="4105" y="2968"/>
                <a:ext cx="1323" cy="590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4245 w 21600"/>
                  <a:gd name="T13" fmla="*/ 4247 h 21600"/>
                  <a:gd name="T14" fmla="*/ 17355 w 21600"/>
                  <a:gd name="T15" fmla="*/ 17353 h 2160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1600" h="21600">
                    <a:moveTo>
                      <a:pt x="0" y="0"/>
                    </a:moveTo>
                    <a:lnTo>
                      <a:pt x="4881" y="21600"/>
                    </a:lnTo>
                    <a:lnTo>
                      <a:pt x="16719" y="21600"/>
                    </a:lnTo>
                    <a:lnTo>
                      <a:pt x="21600" y="0"/>
                    </a:lnTo>
                    <a:close/>
                  </a:path>
                </a:pathLst>
              </a:custGeom>
              <a:solidFill>
                <a:srgbClr val="CCFFFF">
                  <a:alpha val="20000"/>
                </a:srgb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90000" tIns="46800" rIns="90000" bIns="46800" anchor="ctr"/>
              <a:lstStyle>
                <a:lvl1pPr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1pPr>
                <a:lvl2pPr marL="742950" indent="-28575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2pPr>
                <a:lvl3pPr marL="11430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3pPr>
                <a:lvl4pPr marL="16002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4pPr>
                <a:lvl5pPr marL="20574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9pPr>
              </a:lstStyle>
              <a:p>
                <a:pPr eaLnBrk="1" hangingPunct="1"/>
                <a:endParaRPr lang="ja-JP" altLang="en-US"/>
              </a:p>
            </p:txBody>
          </p:sp>
          <p:sp>
            <p:nvSpPr>
              <p:cNvPr id="57392" name="AutoShape 70"/>
              <p:cNvSpPr>
                <a:spLocks noChangeArrowheads="1"/>
              </p:cNvSpPr>
              <p:nvPr/>
            </p:nvSpPr>
            <p:spPr bwMode="auto">
              <a:xfrm>
                <a:off x="3569" y="2882"/>
                <a:ext cx="817" cy="363"/>
              </a:xfrm>
              <a:prstGeom prst="roundRect">
                <a:avLst>
                  <a:gd name="adj" fmla="val 16667"/>
                </a:avLst>
              </a:prstGeom>
              <a:solidFill>
                <a:schemeClr val="bg1"/>
              </a:solidFill>
              <a:ln w="38100">
                <a:solidFill>
                  <a:srgbClr val="99CCFF"/>
                </a:solidFill>
                <a:round/>
                <a:headEnd/>
                <a:tailEnd/>
              </a:ln>
            </p:spPr>
            <p:txBody>
              <a:bodyPr wrap="none" lIns="90000" tIns="46800" rIns="90000" bIns="46800" anchor="ctr"/>
              <a:lstStyle>
                <a:lvl1pPr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1pPr>
                <a:lvl2pPr marL="742950" indent="-28575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2pPr>
                <a:lvl3pPr marL="11430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3pPr>
                <a:lvl4pPr marL="16002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4pPr>
                <a:lvl5pPr marL="20574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9pPr>
              </a:lstStyle>
              <a:p>
                <a:pPr algn="ctr" eaLnBrk="1" hangingPunct="1"/>
                <a:r>
                  <a:rPr lang="en-US" altLang="ja-JP" sz="1600" b="1">
                    <a:solidFill>
                      <a:schemeClr val="accent2"/>
                    </a:solidFill>
                  </a:rPr>
                  <a:t>WordSpace</a:t>
                </a:r>
              </a:p>
            </p:txBody>
          </p:sp>
          <p:sp>
            <p:nvSpPr>
              <p:cNvPr id="57393" name="AutoShape 71"/>
              <p:cNvSpPr>
                <a:spLocks noChangeArrowheads="1"/>
              </p:cNvSpPr>
              <p:nvPr/>
            </p:nvSpPr>
            <p:spPr bwMode="auto">
              <a:xfrm>
                <a:off x="4423" y="2882"/>
                <a:ext cx="816" cy="363"/>
              </a:xfrm>
              <a:prstGeom prst="roundRect">
                <a:avLst>
                  <a:gd name="adj" fmla="val 16667"/>
                </a:avLst>
              </a:prstGeom>
              <a:solidFill>
                <a:schemeClr val="bg1"/>
              </a:solidFill>
              <a:ln w="38100">
                <a:solidFill>
                  <a:schemeClr val="accent1"/>
                </a:solidFill>
                <a:round/>
                <a:headEnd/>
                <a:tailEnd/>
              </a:ln>
            </p:spPr>
            <p:txBody>
              <a:bodyPr wrap="none" lIns="90000" tIns="46800" rIns="90000" bIns="46800" anchor="ctr"/>
              <a:lstStyle>
                <a:lvl1pPr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1pPr>
                <a:lvl2pPr marL="742950" indent="-28575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2pPr>
                <a:lvl3pPr marL="11430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3pPr>
                <a:lvl4pPr marL="16002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4pPr>
                <a:lvl5pPr marL="20574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ＭＳ Ｐゴシック" charset="-128"/>
                  </a:defRPr>
                </a:lvl9pPr>
              </a:lstStyle>
              <a:p>
                <a:pPr algn="ctr" eaLnBrk="1" hangingPunct="1"/>
                <a:r>
                  <a:rPr lang="ja-JP" altLang="en-US" sz="1600" b="1">
                    <a:solidFill>
                      <a:schemeClr val="accent2"/>
                    </a:solidFill>
                  </a:rPr>
                  <a:t>相関ルール</a:t>
                </a:r>
              </a:p>
            </p:txBody>
          </p:sp>
        </p:grpSp>
      </p:grpSp>
      <p:sp>
        <p:nvSpPr>
          <p:cNvPr id="57361" name="Text Box 72"/>
          <p:cNvSpPr txBox="1">
            <a:spLocks noChangeArrowheads="1"/>
          </p:cNvSpPr>
          <p:nvPr/>
        </p:nvSpPr>
        <p:spPr bwMode="auto">
          <a:xfrm>
            <a:off x="3124201" y="3124200"/>
            <a:ext cx="1471613" cy="40640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ja-JP" altLang="en-US" sz="2000" b="1">
                <a:solidFill>
                  <a:srgbClr val="006600"/>
                </a:solidFill>
                <a:latin typeface="Times New Roman" charset="0"/>
              </a:rPr>
              <a:t>概念対集合</a:t>
            </a:r>
          </a:p>
        </p:txBody>
      </p:sp>
      <p:grpSp>
        <p:nvGrpSpPr>
          <p:cNvPr id="57362" name="Group 139"/>
          <p:cNvGrpSpPr>
            <a:grpSpLocks/>
          </p:cNvGrpSpPr>
          <p:nvPr/>
        </p:nvGrpSpPr>
        <p:grpSpPr bwMode="auto">
          <a:xfrm>
            <a:off x="3124200" y="4876799"/>
            <a:ext cx="1828800" cy="1046476"/>
            <a:chOff x="3564" y="3322"/>
            <a:chExt cx="1452" cy="900"/>
          </a:xfrm>
        </p:grpSpPr>
        <p:sp>
          <p:nvSpPr>
            <p:cNvPr id="57370" name="Oval 123"/>
            <p:cNvSpPr>
              <a:spLocks noChangeArrowheads="1"/>
            </p:cNvSpPr>
            <p:nvPr/>
          </p:nvSpPr>
          <p:spPr bwMode="auto">
            <a:xfrm>
              <a:off x="3564" y="3445"/>
              <a:ext cx="408" cy="136"/>
            </a:xfrm>
            <a:prstGeom prst="ellipse">
              <a:avLst/>
            </a:prstGeom>
            <a:solidFill>
              <a:srgbClr val="CCFF66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endParaRPr lang="ja-JP" altLang="en-US"/>
            </a:p>
          </p:txBody>
        </p:sp>
        <p:sp>
          <p:nvSpPr>
            <p:cNvPr id="57371" name="Oval 124"/>
            <p:cNvSpPr>
              <a:spLocks noChangeArrowheads="1"/>
            </p:cNvSpPr>
            <p:nvPr/>
          </p:nvSpPr>
          <p:spPr bwMode="auto">
            <a:xfrm>
              <a:off x="4290" y="3445"/>
              <a:ext cx="408" cy="136"/>
            </a:xfrm>
            <a:prstGeom prst="ellipse">
              <a:avLst/>
            </a:prstGeom>
            <a:solidFill>
              <a:srgbClr val="CCFF66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endParaRPr lang="ja-JP" altLang="en-US"/>
            </a:p>
          </p:txBody>
        </p:sp>
        <p:cxnSp>
          <p:nvCxnSpPr>
            <p:cNvPr id="57372" name="AutoShape 125"/>
            <p:cNvCxnSpPr>
              <a:cxnSpLocks noChangeShapeType="1"/>
              <a:stCxn id="57370" idx="6"/>
              <a:endCxn id="57371" idx="2"/>
            </p:cNvCxnSpPr>
            <p:nvPr/>
          </p:nvCxnSpPr>
          <p:spPr bwMode="auto">
            <a:xfrm>
              <a:off x="3972" y="3513"/>
              <a:ext cx="318" cy="0"/>
            </a:xfrm>
            <a:prstGeom prst="straightConnector1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57373" name="Oval 126"/>
            <p:cNvSpPr>
              <a:spLocks noChangeArrowheads="1"/>
            </p:cNvSpPr>
            <p:nvPr/>
          </p:nvSpPr>
          <p:spPr bwMode="auto">
            <a:xfrm>
              <a:off x="3654" y="3671"/>
              <a:ext cx="408" cy="136"/>
            </a:xfrm>
            <a:prstGeom prst="ellipse">
              <a:avLst/>
            </a:prstGeom>
            <a:solidFill>
              <a:srgbClr val="CCFF66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endParaRPr lang="ja-JP" altLang="en-US"/>
            </a:p>
          </p:txBody>
        </p:sp>
        <p:sp>
          <p:nvSpPr>
            <p:cNvPr id="57374" name="Oval 127"/>
            <p:cNvSpPr>
              <a:spLocks noChangeArrowheads="1"/>
            </p:cNvSpPr>
            <p:nvPr/>
          </p:nvSpPr>
          <p:spPr bwMode="auto">
            <a:xfrm>
              <a:off x="4426" y="3671"/>
              <a:ext cx="408" cy="136"/>
            </a:xfrm>
            <a:prstGeom prst="ellipse">
              <a:avLst/>
            </a:prstGeom>
            <a:solidFill>
              <a:srgbClr val="CCFF66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endParaRPr lang="ja-JP" altLang="en-US"/>
            </a:p>
          </p:txBody>
        </p:sp>
        <p:cxnSp>
          <p:nvCxnSpPr>
            <p:cNvPr id="57375" name="AutoShape 128"/>
            <p:cNvCxnSpPr>
              <a:cxnSpLocks noChangeShapeType="1"/>
              <a:stCxn id="57373" idx="6"/>
              <a:endCxn id="57374" idx="2"/>
            </p:cNvCxnSpPr>
            <p:nvPr/>
          </p:nvCxnSpPr>
          <p:spPr bwMode="auto">
            <a:xfrm>
              <a:off x="4062" y="3739"/>
              <a:ext cx="364" cy="0"/>
            </a:xfrm>
            <a:prstGeom prst="straightConnector1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57376" name="Oval 129"/>
            <p:cNvSpPr>
              <a:spLocks noChangeArrowheads="1"/>
            </p:cNvSpPr>
            <p:nvPr/>
          </p:nvSpPr>
          <p:spPr bwMode="auto">
            <a:xfrm>
              <a:off x="3836" y="3853"/>
              <a:ext cx="408" cy="136"/>
            </a:xfrm>
            <a:prstGeom prst="ellipse">
              <a:avLst/>
            </a:prstGeom>
            <a:solidFill>
              <a:srgbClr val="CCFF66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endParaRPr lang="ja-JP" altLang="en-US"/>
            </a:p>
          </p:txBody>
        </p:sp>
        <p:sp>
          <p:nvSpPr>
            <p:cNvPr id="57377" name="Oval 130"/>
            <p:cNvSpPr>
              <a:spLocks noChangeArrowheads="1"/>
            </p:cNvSpPr>
            <p:nvPr/>
          </p:nvSpPr>
          <p:spPr bwMode="auto">
            <a:xfrm>
              <a:off x="4517" y="3854"/>
              <a:ext cx="408" cy="136"/>
            </a:xfrm>
            <a:prstGeom prst="ellipse">
              <a:avLst/>
            </a:prstGeom>
            <a:solidFill>
              <a:srgbClr val="CCFF66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endParaRPr lang="ja-JP" altLang="en-US"/>
            </a:p>
          </p:txBody>
        </p:sp>
        <p:cxnSp>
          <p:nvCxnSpPr>
            <p:cNvPr id="57378" name="AutoShape 131"/>
            <p:cNvCxnSpPr>
              <a:cxnSpLocks noChangeShapeType="1"/>
              <a:stCxn id="57376" idx="6"/>
              <a:endCxn id="57377" idx="2"/>
            </p:cNvCxnSpPr>
            <p:nvPr/>
          </p:nvCxnSpPr>
          <p:spPr bwMode="auto">
            <a:xfrm>
              <a:off x="4244" y="3921"/>
              <a:ext cx="273" cy="1"/>
            </a:xfrm>
            <a:prstGeom prst="straightConnector1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57379" name="Oval 132"/>
            <p:cNvSpPr>
              <a:spLocks noChangeArrowheads="1"/>
            </p:cNvSpPr>
            <p:nvPr/>
          </p:nvSpPr>
          <p:spPr bwMode="auto">
            <a:xfrm>
              <a:off x="3927" y="4079"/>
              <a:ext cx="408" cy="136"/>
            </a:xfrm>
            <a:prstGeom prst="ellipse">
              <a:avLst/>
            </a:prstGeom>
            <a:solidFill>
              <a:srgbClr val="CCFF66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endParaRPr lang="ja-JP" altLang="en-US"/>
            </a:p>
          </p:txBody>
        </p:sp>
        <p:sp>
          <p:nvSpPr>
            <p:cNvPr id="57380" name="Oval 133"/>
            <p:cNvSpPr>
              <a:spLocks noChangeArrowheads="1"/>
            </p:cNvSpPr>
            <p:nvPr/>
          </p:nvSpPr>
          <p:spPr bwMode="auto">
            <a:xfrm>
              <a:off x="4608" y="4080"/>
              <a:ext cx="408" cy="136"/>
            </a:xfrm>
            <a:prstGeom prst="ellipse">
              <a:avLst/>
            </a:prstGeom>
            <a:solidFill>
              <a:srgbClr val="CCFF66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endParaRPr lang="ja-JP" altLang="en-US"/>
            </a:p>
          </p:txBody>
        </p:sp>
        <p:cxnSp>
          <p:nvCxnSpPr>
            <p:cNvPr id="57381" name="AutoShape 134"/>
            <p:cNvCxnSpPr>
              <a:cxnSpLocks noChangeShapeType="1"/>
              <a:stCxn id="57379" idx="6"/>
              <a:endCxn id="57380" idx="2"/>
            </p:cNvCxnSpPr>
            <p:nvPr/>
          </p:nvCxnSpPr>
          <p:spPr bwMode="auto">
            <a:xfrm>
              <a:off x="4335" y="4147"/>
              <a:ext cx="273" cy="1"/>
            </a:xfrm>
            <a:prstGeom prst="straightConnector1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57382" name="Text Box 135"/>
            <p:cNvSpPr txBox="1">
              <a:spLocks noChangeArrowheads="1"/>
            </p:cNvSpPr>
            <p:nvPr/>
          </p:nvSpPr>
          <p:spPr bwMode="auto">
            <a:xfrm>
              <a:off x="3882" y="3322"/>
              <a:ext cx="502" cy="2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ja-JP" sz="1400"/>
                <a:t>has-a</a:t>
              </a:r>
            </a:p>
          </p:txBody>
        </p:sp>
        <p:sp>
          <p:nvSpPr>
            <p:cNvPr id="57383" name="Text Box 136"/>
            <p:cNvSpPr txBox="1">
              <a:spLocks noChangeArrowheads="1"/>
            </p:cNvSpPr>
            <p:nvPr/>
          </p:nvSpPr>
          <p:spPr bwMode="auto">
            <a:xfrm>
              <a:off x="4024" y="3570"/>
              <a:ext cx="358" cy="26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ja-JP" sz="1400"/>
                <a:t>link</a:t>
              </a:r>
            </a:p>
          </p:txBody>
        </p:sp>
        <p:sp>
          <p:nvSpPr>
            <p:cNvPr id="57384" name="Text Box 137"/>
            <p:cNvSpPr txBox="1">
              <a:spLocks noChangeArrowheads="1"/>
            </p:cNvSpPr>
            <p:nvPr/>
          </p:nvSpPr>
          <p:spPr bwMode="auto">
            <a:xfrm>
              <a:off x="4197" y="3753"/>
              <a:ext cx="368" cy="2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ja-JP" sz="1400"/>
                <a:t>title</a:t>
              </a:r>
            </a:p>
          </p:txBody>
        </p:sp>
        <p:sp>
          <p:nvSpPr>
            <p:cNvPr id="57385" name="Text Box 138"/>
            <p:cNvSpPr txBox="1">
              <a:spLocks noChangeArrowheads="1"/>
            </p:cNvSpPr>
            <p:nvPr/>
          </p:nvSpPr>
          <p:spPr bwMode="auto">
            <a:xfrm>
              <a:off x="4154" y="3957"/>
              <a:ext cx="550" cy="2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ja-JP" sz="1400"/>
                <a:t>knows</a:t>
              </a:r>
            </a:p>
          </p:txBody>
        </p:sp>
      </p:grpSp>
      <p:sp>
        <p:nvSpPr>
          <p:cNvPr id="57363" name="Oval 141"/>
          <p:cNvSpPr>
            <a:spLocks noChangeArrowheads="1"/>
          </p:cNvSpPr>
          <p:nvPr/>
        </p:nvSpPr>
        <p:spPr bwMode="auto">
          <a:xfrm>
            <a:off x="2667000" y="4495800"/>
            <a:ext cx="2667000" cy="1524000"/>
          </a:xfrm>
          <a:prstGeom prst="ellipse">
            <a:avLst/>
          </a:prstGeom>
          <a:noFill/>
          <a:ln w="28575">
            <a:solidFill>
              <a:srgbClr val="00008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endParaRPr lang="ja-JP" altLang="en-US"/>
          </a:p>
        </p:txBody>
      </p:sp>
      <p:sp>
        <p:nvSpPr>
          <p:cNvPr id="57364" name="Text Box 142"/>
          <p:cNvSpPr txBox="1">
            <a:spLocks noChangeArrowheads="1"/>
          </p:cNvSpPr>
          <p:nvPr/>
        </p:nvSpPr>
        <p:spPr bwMode="auto">
          <a:xfrm>
            <a:off x="4254500" y="4089401"/>
            <a:ext cx="120650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ja-JP" altLang="en-US" sz="2000" b="1">
                <a:latin typeface="Comic Sans MS" charset="0"/>
              </a:rPr>
              <a:t>関係洗練</a:t>
            </a:r>
          </a:p>
        </p:txBody>
      </p:sp>
      <p:sp>
        <p:nvSpPr>
          <p:cNvPr id="57365" name="Text Box 144"/>
          <p:cNvSpPr txBox="1">
            <a:spLocks noChangeArrowheads="1"/>
          </p:cNvSpPr>
          <p:nvPr/>
        </p:nvSpPr>
        <p:spPr bwMode="auto">
          <a:xfrm>
            <a:off x="3200401" y="4572000"/>
            <a:ext cx="1712913" cy="40005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ja-JP" altLang="en-US" sz="2000" b="1">
                <a:solidFill>
                  <a:srgbClr val="006600"/>
                </a:solidFill>
                <a:latin typeface="Times New Roman" charset="0"/>
              </a:rPr>
              <a:t>その他の関係</a:t>
            </a:r>
          </a:p>
        </p:txBody>
      </p:sp>
      <p:sp>
        <p:nvSpPr>
          <p:cNvPr id="57366" name="AutoShape 146"/>
          <p:cNvSpPr>
            <a:spLocks noChangeArrowheads="1"/>
          </p:cNvSpPr>
          <p:nvPr/>
        </p:nvSpPr>
        <p:spPr bwMode="auto">
          <a:xfrm rot="5400000">
            <a:off x="3732213" y="3997325"/>
            <a:ext cx="423862" cy="573088"/>
          </a:xfrm>
          <a:prstGeom prst="rightArrow">
            <a:avLst>
              <a:gd name="adj1" fmla="val 50000"/>
              <a:gd name="adj2" fmla="val 50005"/>
            </a:avLst>
          </a:prstGeom>
          <a:solidFill>
            <a:schemeClr val="accent2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endParaRPr lang="ja-JP" altLang="en-US"/>
          </a:p>
        </p:txBody>
      </p:sp>
      <p:sp>
        <p:nvSpPr>
          <p:cNvPr id="221" name="AutoShape 146"/>
          <p:cNvSpPr>
            <a:spLocks noChangeArrowheads="1"/>
          </p:cNvSpPr>
          <p:nvPr/>
        </p:nvSpPr>
        <p:spPr bwMode="auto">
          <a:xfrm rot="2155567">
            <a:off x="7466013" y="1697038"/>
            <a:ext cx="457200" cy="400050"/>
          </a:xfrm>
          <a:prstGeom prst="rightArrow">
            <a:avLst>
              <a:gd name="adj1" fmla="val 50000"/>
              <a:gd name="adj2" fmla="val 57148"/>
            </a:avLst>
          </a:prstGeom>
          <a:solidFill>
            <a:schemeClr val="bg1">
              <a:lumMod val="95000"/>
            </a:schemeClr>
          </a:solidFill>
          <a:ln>
            <a:headEnd/>
            <a:tailEnd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anchor="ctr"/>
          <a:lstStyle/>
          <a:p>
            <a:pPr>
              <a:defRPr/>
            </a:pPr>
            <a:endParaRPr lang="ja-JP" altLang="en-US"/>
          </a:p>
        </p:txBody>
      </p:sp>
      <p:sp>
        <p:nvSpPr>
          <p:cNvPr id="222" name="AutoShape 146"/>
          <p:cNvSpPr>
            <a:spLocks noChangeArrowheads="1"/>
          </p:cNvSpPr>
          <p:nvPr/>
        </p:nvSpPr>
        <p:spPr bwMode="auto">
          <a:xfrm rot="8248395">
            <a:off x="8761413" y="1701800"/>
            <a:ext cx="457200" cy="400050"/>
          </a:xfrm>
          <a:prstGeom prst="rightArrow">
            <a:avLst>
              <a:gd name="adj1" fmla="val 50000"/>
              <a:gd name="adj2" fmla="val 57148"/>
            </a:avLst>
          </a:prstGeom>
          <a:solidFill>
            <a:schemeClr val="bg1">
              <a:lumMod val="95000"/>
            </a:schemeClr>
          </a:solidFill>
          <a:ln>
            <a:headEnd/>
            <a:tailEnd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anchor="ctr"/>
          <a:lstStyle/>
          <a:p>
            <a:pPr>
              <a:defRPr/>
            </a:pPr>
            <a:endParaRPr lang="ja-JP" altLang="en-US"/>
          </a:p>
        </p:txBody>
      </p:sp>
      <p:sp>
        <p:nvSpPr>
          <p:cNvPr id="223" name="AutoShape 146"/>
          <p:cNvSpPr>
            <a:spLocks noChangeArrowheads="1"/>
          </p:cNvSpPr>
          <p:nvPr/>
        </p:nvSpPr>
        <p:spPr bwMode="auto">
          <a:xfrm rot="5400000">
            <a:off x="8277225" y="4219575"/>
            <a:ext cx="457200" cy="400050"/>
          </a:xfrm>
          <a:prstGeom prst="rightArrow">
            <a:avLst>
              <a:gd name="adj1" fmla="val 50000"/>
              <a:gd name="adj2" fmla="val 57148"/>
            </a:avLst>
          </a:prstGeom>
          <a:solidFill>
            <a:schemeClr val="bg1">
              <a:lumMod val="95000"/>
            </a:schemeClr>
          </a:solidFill>
          <a:ln>
            <a:headEnd/>
            <a:tailEnd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anchor="ctr"/>
          <a:lstStyle/>
          <a:p>
            <a:pPr>
              <a:defRPr/>
            </a:pPr>
            <a:endParaRPr lang="ja-JP" altLang="en-US"/>
          </a:p>
        </p:txBody>
      </p:sp>
    </p:spTree>
    <p:custDataLst>
      <p:tags r:id="rId1"/>
    </p:custDataLst>
  </p:cSld>
  <p:clrMapOvr>
    <a:masterClrMapping/>
  </p:clrMapOvr>
  <p:transition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70" name="Oval 4"/>
          <p:cNvSpPr>
            <a:spLocks noChangeArrowheads="1"/>
          </p:cNvSpPr>
          <p:nvPr/>
        </p:nvSpPr>
        <p:spPr bwMode="auto">
          <a:xfrm>
            <a:off x="2566989" y="1628775"/>
            <a:ext cx="1728787" cy="431800"/>
          </a:xfrm>
          <a:prstGeom prst="ellipse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en-US" altLang="ja-JP" sz="2400"/>
              <a:t>act</a:t>
            </a:r>
          </a:p>
        </p:txBody>
      </p:sp>
      <p:sp>
        <p:nvSpPr>
          <p:cNvPr id="58371" name="Oval 5"/>
          <p:cNvSpPr>
            <a:spLocks noChangeArrowheads="1"/>
          </p:cNvSpPr>
          <p:nvPr/>
        </p:nvSpPr>
        <p:spPr bwMode="auto">
          <a:xfrm>
            <a:off x="2279651" y="2492375"/>
            <a:ext cx="898525" cy="431800"/>
          </a:xfrm>
          <a:prstGeom prst="ellipse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en-US" altLang="ja-JP" sz="2400"/>
              <a:t>aim</a:t>
            </a:r>
          </a:p>
        </p:txBody>
      </p:sp>
      <p:sp>
        <p:nvSpPr>
          <p:cNvPr id="58372" name="Oval 6"/>
          <p:cNvSpPr>
            <a:spLocks noChangeArrowheads="1"/>
          </p:cNvSpPr>
          <p:nvPr/>
        </p:nvSpPr>
        <p:spPr bwMode="auto">
          <a:xfrm>
            <a:off x="3432175" y="2492375"/>
            <a:ext cx="1728788" cy="431800"/>
          </a:xfrm>
          <a:prstGeom prst="ellipse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en-US" altLang="ja-JP" sz="2400"/>
              <a:t>behavior</a:t>
            </a:r>
          </a:p>
        </p:txBody>
      </p:sp>
      <p:cxnSp>
        <p:nvCxnSpPr>
          <p:cNvPr id="58373" name="AutoShape 7"/>
          <p:cNvCxnSpPr>
            <a:cxnSpLocks noChangeShapeType="1"/>
            <a:stCxn id="58371" idx="0"/>
            <a:endCxn id="58370" idx="4"/>
          </p:cNvCxnSpPr>
          <p:nvPr/>
        </p:nvCxnSpPr>
        <p:spPr bwMode="auto">
          <a:xfrm flipV="1">
            <a:off x="2728913" y="2060575"/>
            <a:ext cx="703262" cy="4318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8374" name="AutoShape 8"/>
          <p:cNvCxnSpPr>
            <a:cxnSpLocks noChangeShapeType="1"/>
            <a:stCxn id="58372" idx="0"/>
            <a:endCxn id="58370" idx="4"/>
          </p:cNvCxnSpPr>
          <p:nvPr/>
        </p:nvCxnSpPr>
        <p:spPr bwMode="auto">
          <a:xfrm flipH="1" flipV="1">
            <a:off x="3432175" y="2060575"/>
            <a:ext cx="865188" cy="4318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8375" name="Oval 9"/>
          <p:cNvSpPr>
            <a:spLocks noChangeArrowheads="1"/>
          </p:cNvSpPr>
          <p:nvPr/>
        </p:nvSpPr>
        <p:spPr bwMode="auto">
          <a:xfrm>
            <a:off x="2287588" y="4814888"/>
            <a:ext cx="647700" cy="576262"/>
          </a:xfrm>
          <a:prstGeom prst="ellipse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en-US" altLang="ja-JP" sz="2400"/>
              <a:t>time</a:t>
            </a:r>
          </a:p>
        </p:txBody>
      </p:sp>
      <p:sp>
        <p:nvSpPr>
          <p:cNvPr id="58376" name="Oval 10"/>
          <p:cNvSpPr>
            <a:spLocks noChangeArrowheads="1"/>
          </p:cNvSpPr>
          <p:nvPr/>
        </p:nvSpPr>
        <p:spPr bwMode="auto">
          <a:xfrm>
            <a:off x="4340226" y="4814888"/>
            <a:ext cx="612775" cy="576262"/>
          </a:xfrm>
          <a:prstGeom prst="ellipse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en-US" altLang="ja-JP" sz="2400"/>
              <a:t>offer</a:t>
            </a:r>
          </a:p>
        </p:txBody>
      </p:sp>
      <p:cxnSp>
        <p:nvCxnSpPr>
          <p:cNvPr id="58377" name="AutoShape 11"/>
          <p:cNvCxnSpPr>
            <a:cxnSpLocks noChangeShapeType="1"/>
            <a:stCxn id="58375" idx="6"/>
            <a:endCxn id="58376" idx="2"/>
          </p:cNvCxnSpPr>
          <p:nvPr/>
        </p:nvCxnSpPr>
        <p:spPr bwMode="auto">
          <a:xfrm>
            <a:off x="2935289" y="5103813"/>
            <a:ext cx="1404937" cy="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8378" name="Text Box 12"/>
          <p:cNvSpPr txBox="1">
            <a:spLocks noChangeArrowheads="1"/>
          </p:cNvSpPr>
          <p:nvPr/>
        </p:nvSpPr>
        <p:spPr bwMode="auto">
          <a:xfrm>
            <a:off x="2935289" y="4572000"/>
            <a:ext cx="1285875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ja-JP" sz="2400"/>
              <a:t>attribute</a:t>
            </a:r>
          </a:p>
        </p:txBody>
      </p:sp>
      <p:sp>
        <p:nvSpPr>
          <p:cNvPr id="58379" name="Text Box 13"/>
          <p:cNvSpPr txBox="1">
            <a:spLocks noChangeArrowheads="1"/>
          </p:cNvSpPr>
          <p:nvPr/>
        </p:nvSpPr>
        <p:spPr bwMode="auto">
          <a:xfrm>
            <a:off x="3863976" y="1916113"/>
            <a:ext cx="676275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ja-JP" sz="2400"/>
              <a:t>is-a</a:t>
            </a:r>
          </a:p>
        </p:txBody>
      </p:sp>
      <p:sp>
        <p:nvSpPr>
          <p:cNvPr id="58380" name="Text Box 14"/>
          <p:cNvSpPr txBox="1">
            <a:spLocks noChangeArrowheads="1"/>
          </p:cNvSpPr>
          <p:nvPr/>
        </p:nvSpPr>
        <p:spPr bwMode="auto">
          <a:xfrm>
            <a:off x="2351089" y="1989138"/>
            <a:ext cx="676275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ja-JP" sz="2400"/>
              <a:t>is-a</a:t>
            </a:r>
          </a:p>
        </p:txBody>
      </p:sp>
      <p:sp>
        <p:nvSpPr>
          <p:cNvPr id="58381" name="Rectangle 15"/>
          <p:cNvSpPr>
            <a:spLocks noChangeArrowheads="1"/>
          </p:cNvSpPr>
          <p:nvPr/>
        </p:nvSpPr>
        <p:spPr bwMode="auto">
          <a:xfrm>
            <a:off x="2147888" y="1371600"/>
            <a:ext cx="2881312" cy="19050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endParaRPr lang="ja-JP" altLang="en-US"/>
          </a:p>
        </p:txBody>
      </p:sp>
      <p:sp>
        <p:nvSpPr>
          <p:cNvPr id="58382" name="Rectangle 16"/>
          <p:cNvSpPr>
            <a:spLocks noChangeArrowheads="1"/>
          </p:cNvSpPr>
          <p:nvPr/>
        </p:nvSpPr>
        <p:spPr bwMode="auto">
          <a:xfrm>
            <a:off x="2147888" y="4038600"/>
            <a:ext cx="2881312" cy="20574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endParaRPr lang="ja-JP" altLang="en-US"/>
          </a:p>
        </p:txBody>
      </p:sp>
      <p:sp>
        <p:nvSpPr>
          <p:cNvPr id="58383" name="Text Box 17"/>
          <p:cNvSpPr txBox="1">
            <a:spLocks noChangeArrowheads="1"/>
          </p:cNvSpPr>
          <p:nvPr/>
        </p:nvSpPr>
        <p:spPr bwMode="auto">
          <a:xfrm>
            <a:off x="2135189" y="904876"/>
            <a:ext cx="1412875" cy="466725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ja-JP" altLang="en-US" sz="2400"/>
              <a:t>階層関係</a:t>
            </a:r>
          </a:p>
        </p:txBody>
      </p:sp>
      <p:sp>
        <p:nvSpPr>
          <p:cNvPr id="58384" name="Text Box 18"/>
          <p:cNvSpPr txBox="1">
            <a:spLocks noChangeArrowheads="1"/>
          </p:cNvSpPr>
          <p:nvPr/>
        </p:nvSpPr>
        <p:spPr bwMode="auto">
          <a:xfrm>
            <a:off x="2133601" y="3571876"/>
            <a:ext cx="1717675" cy="466725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ja-JP" altLang="en-US" sz="2400"/>
              <a:t>非階層関係</a:t>
            </a:r>
          </a:p>
        </p:txBody>
      </p:sp>
      <p:sp>
        <p:nvSpPr>
          <p:cNvPr id="58385" name="Text Box 20"/>
          <p:cNvSpPr txBox="1">
            <a:spLocks noChangeArrowheads="1"/>
          </p:cNvSpPr>
          <p:nvPr/>
        </p:nvSpPr>
        <p:spPr bwMode="auto">
          <a:xfrm>
            <a:off x="7391401" y="4797425"/>
            <a:ext cx="1285875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ja-JP" sz="2400"/>
              <a:t>attribute</a:t>
            </a:r>
          </a:p>
        </p:txBody>
      </p:sp>
      <p:sp>
        <p:nvSpPr>
          <p:cNvPr id="58386" name="Oval 21"/>
          <p:cNvSpPr>
            <a:spLocks noChangeArrowheads="1"/>
          </p:cNvSpPr>
          <p:nvPr/>
        </p:nvSpPr>
        <p:spPr bwMode="auto">
          <a:xfrm>
            <a:off x="7319964" y="2062163"/>
            <a:ext cx="1728787" cy="431800"/>
          </a:xfrm>
          <a:prstGeom prst="ellipse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en-US" altLang="ja-JP" sz="2400"/>
              <a:t>act</a:t>
            </a:r>
          </a:p>
        </p:txBody>
      </p:sp>
      <p:sp>
        <p:nvSpPr>
          <p:cNvPr id="58387" name="Oval 22"/>
          <p:cNvSpPr>
            <a:spLocks noChangeArrowheads="1"/>
          </p:cNvSpPr>
          <p:nvPr/>
        </p:nvSpPr>
        <p:spPr bwMode="auto">
          <a:xfrm>
            <a:off x="6745289" y="2925763"/>
            <a:ext cx="898525" cy="431800"/>
          </a:xfrm>
          <a:prstGeom prst="ellipse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en-US" altLang="ja-JP" sz="2400"/>
              <a:t>aim</a:t>
            </a:r>
          </a:p>
        </p:txBody>
      </p:sp>
      <p:sp>
        <p:nvSpPr>
          <p:cNvPr id="58388" name="Oval 23"/>
          <p:cNvSpPr>
            <a:spLocks noChangeArrowheads="1"/>
          </p:cNvSpPr>
          <p:nvPr/>
        </p:nvSpPr>
        <p:spPr bwMode="auto">
          <a:xfrm>
            <a:off x="8329614" y="2925763"/>
            <a:ext cx="1728787" cy="431800"/>
          </a:xfrm>
          <a:prstGeom prst="ellipse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en-US" altLang="ja-JP" sz="2400"/>
              <a:t>behavior</a:t>
            </a:r>
          </a:p>
        </p:txBody>
      </p:sp>
      <p:cxnSp>
        <p:nvCxnSpPr>
          <p:cNvPr id="58389" name="AutoShape 24"/>
          <p:cNvCxnSpPr>
            <a:cxnSpLocks noChangeShapeType="1"/>
            <a:stCxn id="58387" idx="0"/>
            <a:endCxn id="58386" idx="4"/>
          </p:cNvCxnSpPr>
          <p:nvPr/>
        </p:nvCxnSpPr>
        <p:spPr bwMode="auto">
          <a:xfrm flipV="1">
            <a:off x="7194550" y="2493963"/>
            <a:ext cx="990600" cy="4318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8390" name="AutoShape 25"/>
          <p:cNvCxnSpPr>
            <a:cxnSpLocks noChangeShapeType="1"/>
            <a:stCxn id="58388" idx="0"/>
            <a:endCxn id="58386" idx="4"/>
          </p:cNvCxnSpPr>
          <p:nvPr/>
        </p:nvCxnSpPr>
        <p:spPr bwMode="auto">
          <a:xfrm flipH="1" flipV="1">
            <a:off x="8185150" y="2493963"/>
            <a:ext cx="1009650" cy="4318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8391" name="AutoShape 26"/>
          <p:cNvCxnSpPr>
            <a:cxnSpLocks noChangeShapeType="1"/>
            <a:stCxn id="58387" idx="0"/>
            <a:endCxn id="58409" idx="3"/>
          </p:cNvCxnSpPr>
          <p:nvPr/>
        </p:nvCxnSpPr>
        <p:spPr bwMode="auto">
          <a:xfrm flipV="1">
            <a:off x="7194551" y="1709739"/>
            <a:ext cx="377825" cy="1216025"/>
          </a:xfrm>
          <a:prstGeom prst="straightConnector1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8392" name="AutoShape 27"/>
          <p:cNvCxnSpPr>
            <a:cxnSpLocks noChangeShapeType="1"/>
            <a:stCxn id="58386" idx="0"/>
            <a:endCxn id="58409" idx="4"/>
          </p:cNvCxnSpPr>
          <p:nvPr/>
        </p:nvCxnSpPr>
        <p:spPr bwMode="auto">
          <a:xfrm flipV="1">
            <a:off x="8185150" y="1773239"/>
            <a:ext cx="0" cy="288925"/>
          </a:xfrm>
          <a:prstGeom prst="straightConnector1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8393" name="AutoShape 28"/>
          <p:cNvCxnSpPr>
            <a:cxnSpLocks noChangeShapeType="1"/>
            <a:stCxn id="58388" idx="0"/>
            <a:endCxn id="58409" idx="5"/>
          </p:cNvCxnSpPr>
          <p:nvPr/>
        </p:nvCxnSpPr>
        <p:spPr bwMode="auto">
          <a:xfrm flipH="1" flipV="1">
            <a:off x="8796338" y="1709739"/>
            <a:ext cx="398462" cy="1216025"/>
          </a:xfrm>
          <a:prstGeom prst="straightConnector1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8394" name="AutoShape 30"/>
          <p:cNvCxnSpPr>
            <a:cxnSpLocks noChangeShapeType="1"/>
            <a:stCxn id="58385" idx="2"/>
            <a:endCxn id="58411" idx="0"/>
          </p:cNvCxnSpPr>
          <p:nvPr/>
        </p:nvCxnSpPr>
        <p:spPr bwMode="auto">
          <a:xfrm flipH="1">
            <a:off x="6692900" y="5254625"/>
            <a:ext cx="1341438" cy="4064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8395" name="AutoShape 31"/>
          <p:cNvCxnSpPr>
            <a:cxnSpLocks noChangeShapeType="1"/>
            <a:stCxn id="58385" idx="2"/>
            <a:endCxn id="58412" idx="0"/>
          </p:cNvCxnSpPr>
          <p:nvPr/>
        </p:nvCxnSpPr>
        <p:spPr bwMode="auto">
          <a:xfrm>
            <a:off x="8034339" y="5254625"/>
            <a:ext cx="1482725" cy="4064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8396" name="Text Box 32"/>
          <p:cNvSpPr txBox="1">
            <a:spLocks noChangeArrowheads="1"/>
          </p:cNvSpPr>
          <p:nvPr/>
        </p:nvSpPr>
        <p:spPr bwMode="auto">
          <a:xfrm>
            <a:off x="6167438" y="5157789"/>
            <a:ext cx="150971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ja-JP" sz="2000"/>
              <a:t>rdfs:domain</a:t>
            </a:r>
          </a:p>
        </p:txBody>
      </p:sp>
      <p:sp>
        <p:nvSpPr>
          <p:cNvPr id="58397" name="Text Box 33"/>
          <p:cNvSpPr txBox="1">
            <a:spLocks noChangeArrowheads="1"/>
          </p:cNvSpPr>
          <p:nvPr/>
        </p:nvSpPr>
        <p:spPr bwMode="auto">
          <a:xfrm>
            <a:off x="8543926" y="5157789"/>
            <a:ext cx="1325563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ja-JP" sz="2000"/>
              <a:t>rdfs:range</a:t>
            </a:r>
          </a:p>
        </p:txBody>
      </p:sp>
      <p:sp>
        <p:nvSpPr>
          <p:cNvPr id="58398" name="Oval 34"/>
          <p:cNvSpPr>
            <a:spLocks noChangeArrowheads="1"/>
          </p:cNvSpPr>
          <p:nvPr/>
        </p:nvSpPr>
        <p:spPr bwMode="auto">
          <a:xfrm>
            <a:off x="7175500" y="4149725"/>
            <a:ext cx="1728788" cy="431800"/>
          </a:xfrm>
          <a:prstGeom prst="ellipse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en-US" altLang="ja-JP" sz="2000"/>
              <a:t>owl:ObjectProperty</a:t>
            </a:r>
          </a:p>
        </p:txBody>
      </p:sp>
      <p:sp>
        <p:nvSpPr>
          <p:cNvPr id="58399" name="Rectangle 35"/>
          <p:cNvSpPr>
            <a:spLocks noChangeArrowheads="1"/>
          </p:cNvSpPr>
          <p:nvPr/>
        </p:nvSpPr>
        <p:spPr bwMode="auto">
          <a:xfrm>
            <a:off x="5880101" y="1341438"/>
            <a:ext cx="4537075" cy="19431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endParaRPr lang="ja-JP" altLang="en-US"/>
          </a:p>
        </p:txBody>
      </p:sp>
      <p:cxnSp>
        <p:nvCxnSpPr>
          <p:cNvPr id="58400" name="AutoShape 36"/>
          <p:cNvCxnSpPr>
            <a:cxnSpLocks noChangeShapeType="1"/>
            <a:stCxn id="58385" idx="0"/>
            <a:endCxn id="58398" idx="4"/>
          </p:cNvCxnSpPr>
          <p:nvPr/>
        </p:nvCxnSpPr>
        <p:spPr bwMode="auto">
          <a:xfrm flipV="1">
            <a:off x="8034338" y="4581525"/>
            <a:ext cx="6350" cy="215900"/>
          </a:xfrm>
          <a:prstGeom prst="straightConnector1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8401" name="Rectangle 37"/>
          <p:cNvSpPr>
            <a:spLocks noChangeArrowheads="1"/>
          </p:cNvSpPr>
          <p:nvPr/>
        </p:nvSpPr>
        <p:spPr bwMode="auto">
          <a:xfrm>
            <a:off x="5880101" y="4038601"/>
            <a:ext cx="4537075" cy="2054225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endParaRPr lang="ja-JP" altLang="en-US"/>
          </a:p>
        </p:txBody>
      </p:sp>
      <p:cxnSp>
        <p:nvCxnSpPr>
          <p:cNvPr id="58402" name="AutoShape 38"/>
          <p:cNvCxnSpPr>
            <a:cxnSpLocks noChangeShapeType="1"/>
          </p:cNvCxnSpPr>
          <p:nvPr/>
        </p:nvCxnSpPr>
        <p:spPr bwMode="auto">
          <a:xfrm>
            <a:off x="8183563" y="6459538"/>
            <a:ext cx="1079500" cy="0"/>
          </a:xfrm>
          <a:prstGeom prst="straightConnector1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8403" name="Text Box 39"/>
          <p:cNvSpPr txBox="1">
            <a:spLocks noChangeArrowheads="1"/>
          </p:cNvSpPr>
          <p:nvPr/>
        </p:nvSpPr>
        <p:spPr bwMode="auto">
          <a:xfrm>
            <a:off x="9336088" y="6237289"/>
            <a:ext cx="102870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ja-JP" sz="2000"/>
              <a:t>rdf:type</a:t>
            </a:r>
          </a:p>
        </p:txBody>
      </p:sp>
      <p:sp>
        <p:nvSpPr>
          <p:cNvPr id="58404" name="Rectangle 40"/>
          <p:cNvSpPr>
            <a:spLocks noChangeArrowheads="1"/>
          </p:cNvSpPr>
          <p:nvPr/>
        </p:nvSpPr>
        <p:spPr bwMode="auto">
          <a:xfrm>
            <a:off x="8039100" y="6172200"/>
            <a:ext cx="2376488" cy="503238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endParaRPr lang="ja-JP" altLang="en-US"/>
          </a:p>
        </p:txBody>
      </p:sp>
      <p:sp>
        <p:nvSpPr>
          <p:cNvPr id="58405" name="Text Box 41"/>
          <p:cNvSpPr txBox="1">
            <a:spLocks noChangeArrowheads="1"/>
          </p:cNvSpPr>
          <p:nvPr/>
        </p:nvSpPr>
        <p:spPr bwMode="auto">
          <a:xfrm>
            <a:off x="8535988" y="2276476"/>
            <a:ext cx="1809750" cy="36671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ja-JP"/>
              <a:t>rdfs:subClassOf</a:t>
            </a:r>
          </a:p>
        </p:txBody>
      </p:sp>
      <p:sp>
        <p:nvSpPr>
          <p:cNvPr id="58406" name="Text Box 42"/>
          <p:cNvSpPr txBox="1">
            <a:spLocks noChangeArrowheads="1"/>
          </p:cNvSpPr>
          <p:nvPr/>
        </p:nvSpPr>
        <p:spPr bwMode="auto">
          <a:xfrm>
            <a:off x="5951538" y="2276476"/>
            <a:ext cx="1809750" cy="36671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ja-JP"/>
              <a:t>rdfs:subClassOf</a:t>
            </a:r>
          </a:p>
        </p:txBody>
      </p:sp>
      <p:sp>
        <p:nvSpPr>
          <p:cNvPr id="58407" name="Text Box 43"/>
          <p:cNvSpPr txBox="1">
            <a:spLocks noChangeArrowheads="1"/>
          </p:cNvSpPr>
          <p:nvPr/>
        </p:nvSpPr>
        <p:spPr bwMode="auto">
          <a:xfrm>
            <a:off x="5880100" y="855663"/>
            <a:ext cx="3221038" cy="461962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ja-JP" altLang="en-US" sz="2400"/>
              <a:t>階層関係 </a:t>
            </a:r>
            <a:r>
              <a:rPr lang="en-US" altLang="ja-JP" sz="2400"/>
              <a:t>(RDF</a:t>
            </a:r>
            <a:r>
              <a:rPr lang="ja-JP" altLang="en-US" sz="2400"/>
              <a:t>モデル</a:t>
            </a:r>
            <a:r>
              <a:rPr lang="en-US" altLang="ja-JP" sz="2400"/>
              <a:t>)</a:t>
            </a:r>
          </a:p>
        </p:txBody>
      </p:sp>
      <p:sp>
        <p:nvSpPr>
          <p:cNvPr id="58408" name="Text Box 44"/>
          <p:cNvSpPr txBox="1">
            <a:spLocks noChangeArrowheads="1"/>
          </p:cNvSpPr>
          <p:nvPr/>
        </p:nvSpPr>
        <p:spPr bwMode="auto">
          <a:xfrm>
            <a:off x="5880101" y="3581401"/>
            <a:ext cx="3529013" cy="461963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ja-JP" altLang="en-US" sz="2400"/>
              <a:t>非階層関係 </a:t>
            </a:r>
            <a:r>
              <a:rPr lang="en-US" altLang="ja-JP" sz="2400"/>
              <a:t>(RDF</a:t>
            </a:r>
            <a:r>
              <a:rPr lang="ja-JP" altLang="en-US" sz="2400"/>
              <a:t>モデル</a:t>
            </a:r>
            <a:r>
              <a:rPr lang="en-US" altLang="ja-JP" sz="2400"/>
              <a:t>)</a:t>
            </a:r>
          </a:p>
        </p:txBody>
      </p:sp>
      <p:sp>
        <p:nvSpPr>
          <p:cNvPr id="58409" name="Oval 45"/>
          <p:cNvSpPr>
            <a:spLocks noChangeArrowheads="1"/>
          </p:cNvSpPr>
          <p:nvPr/>
        </p:nvSpPr>
        <p:spPr bwMode="auto">
          <a:xfrm>
            <a:off x="7319964" y="1341438"/>
            <a:ext cx="1728787" cy="431800"/>
          </a:xfrm>
          <a:prstGeom prst="ellipse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en-US" altLang="ja-JP" sz="2000"/>
              <a:t>owl:Class</a:t>
            </a:r>
          </a:p>
        </p:txBody>
      </p:sp>
      <p:cxnSp>
        <p:nvCxnSpPr>
          <p:cNvPr id="58410" name="AutoShape 46"/>
          <p:cNvCxnSpPr>
            <a:cxnSpLocks noChangeShapeType="1"/>
            <a:stCxn id="58411" idx="3"/>
            <a:endCxn id="58413" idx="1"/>
          </p:cNvCxnSpPr>
          <p:nvPr/>
        </p:nvCxnSpPr>
        <p:spPr bwMode="auto">
          <a:xfrm>
            <a:off x="7072313" y="5889626"/>
            <a:ext cx="392112" cy="4763"/>
          </a:xfrm>
          <a:prstGeom prst="straightConnector1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8411" name="Text Box 47"/>
          <p:cNvSpPr txBox="1">
            <a:spLocks noChangeArrowheads="1"/>
          </p:cNvSpPr>
          <p:nvPr/>
        </p:nvSpPr>
        <p:spPr bwMode="auto">
          <a:xfrm>
            <a:off x="6311901" y="5661025"/>
            <a:ext cx="760413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ja-JP" sz="2400"/>
              <a:t>time</a:t>
            </a:r>
          </a:p>
        </p:txBody>
      </p:sp>
      <p:sp>
        <p:nvSpPr>
          <p:cNvPr id="58412" name="Text Box 48"/>
          <p:cNvSpPr txBox="1">
            <a:spLocks noChangeArrowheads="1"/>
          </p:cNvSpPr>
          <p:nvPr/>
        </p:nvSpPr>
        <p:spPr bwMode="auto">
          <a:xfrm>
            <a:off x="9120188" y="5661025"/>
            <a:ext cx="79375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ja-JP" sz="2400"/>
              <a:t>offer</a:t>
            </a:r>
          </a:p>
        </p:txBody>
      </p:sp>
      <p:sp>
        <p:nvSpPr>
          <p:cNvPr id="58413" name="Rectangle 49"/>
          <p:cNvSpPr>
            <a:spLocks noChangeArrowheads="1"/>
          </p:cNvSpPr>
          <p:nvPr/>
        </p:nvSpPr>
        <p:spPr bwMode="auto">
          <a:xfrm>
            <a:off x="7464426" y="5695951"/>
            <a:ext cx="1273175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ja-JP" sz="2000"/>
              <a:t>owl:Class</a:t>
            </a:r>
          </a:p>
        </p:txBody>
      </p:sp>
      <p:cxnSp>
        <p:nvCxnSpPr>
          <p:cNvPr id="58414" name="AutoShape 50"/>
          <p:cNvCxnSpPr>
            <a:cxnSpLocks noChangeShapeType="1"/>
            <a:stCxn id="58412" idx="1"/>
            <a:endCxn id="58413" idx="3"/>
          </p:cNvCxnSpPr>
          <p:nvPr/>
        </p:nvCxnSpPr>
        <p:spPr bwMode="auto">
          <a:xfrm flipH="1">
            <a:off x="8737600" y="5889626"/>
            <a:ext cx="382588" cy="4763"/>
          </a:xfrm>
          <a:prstGeom prst="straightConnector1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47" name="正方形/長方形 46"/>
          <p:cNvSpPr/>
          <p:nvPr/>
        </p:nvSpPr>
        <p:spPr>
          <a:xfrm>
            <a:off x="12573000" y="1306513"/>
            <a:ext cx="6400800" cy="5016500"/>
          </a:xfrm>
          <a:prstGeom prst="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pPr>
              <a:defRPr/>
            </a:pPr>
            <a:r>
              <a:rPr lang="en-US" altLang="ja-JP" sz="1600" dirty="0"/>
              <a:t>&lt;</a:t>
            </a:r>
            <a:r>
              <a:rPr lang="en-US" altLang="ja-JP" sz="1600" dirty="0" err="1"/>
              <a:t>rdf:RDF</a:t>
            </a:r>
            <a:endParaRPr lang="en-US" altLang="ja-JP" sz="1600" dirty="0"/>
          </a:p>
          <a:p>
            <a:pPr>
              <a:defRPr/>
            </a:pPr>
            <a:r>
              <a:rPr lang="en-US" altLang="ja-JP" sz="1600" dirty="0"/>
              <a:t>    </a:t>
            </a:r>
            <a:r>
              <a:rPr lang="en-US" altLang="ja-JP" sz="1600" dirty="0" err="1"/>
              <a:t>xmlns:rdf</a:t>
            </a:r>
            <a:r>
              <a:rPr lang="en-US" altLang="ja-JP" sz="1600" dirty="0"/>
              <a:t>="http://www.w3.org/1999/02/22-rdf-syntax-ns#"</a:t>
            </a:r>
          </a:p>
          <a:p>
            <a:pPr>
              <a:defRPr/>
            </a:pPr>
            <a:r>
              <a:rPr lang="en-US" altLang="ja-JP" sz="1600" dirty="0"/>
              <a:t>    </a:t>
            </a:r>
            <a:r>
              <a:rPr lang="en-US" altLang="ja-JP" sz="1600" dirty="0" err="1"/>
              <a:t>xmlns:owl</a:t>
            </a:r>
            <a:r>
              <a:rPr lang="en-US" altLang="ja-JP" sz="1600" dirty="0"/>
              <a:t>="http://www.w3.org/2002/07/owl#"</a:t>
            </a:r>
          </a:p>
          <a:p>
            <a:pPr>
              <a:defRPr/>
            </a:pPr>
            <a:r>
              <a:rPr lang="en-US" altLang="ja-JP" sz="1600" dirty="0"/>
              <a:t>    </a:t>
            </a:r>
            <a:r>
              <a:rPr lang="en-US" altLang="ja-JP" sz="1600" dirty="0" err="1"/>
              <a:t>xmlns:rdfs</a:t>
            </a:r>
            <a:r>
              <a:rPr lang="en-US" altLang="ja-JP" sz="1600" dirty="0"/>
              <a:t>="http://www.w3.org/2000/01/rdf-schema#"</a:t>
            </a:r>
          </a:p>
          <a:p>
            <a:pPr>
              <a:defRPr/>
            </a:pPr>
            <a:r>
              <a:rPr lang="en-US" altLang="ja-JP" sz="1600" dirty="0"/>
              <a:t>  </a:t>
            </a:r>
            <a:r>
              <a:rPr lang="en-US" altLang="ja-JP" sz="1600" dirty="0" err="1"/>
              <a:t>xml:base</a:t>
            </a:r>
            <a:r>
              <a:rPr lang="en-US" altLang="ja-JP" sz="1600" dirty="0"/>
              <a:t>="http://www.yamaguti.comp.ae.keio.ac.jp/mmm/doddle/"&gt;</a:t>
            </a:r>
          </a:p>
          <a:p>
            <a:pPr>
              <a:defRPr/>
            </a:pPr>
            <a:r>
              <a:rPr lang="en-US" altLang="ja-JP" sz="1600" dirty="0"/>
              <a:t>  &lt;</a:t>
            </a:r>
            <a:r>
              <a:rPr lang="en-US" altLang="ja-JP" sz="1600" dirty="0" err="1"/>
              <a:t>owl:Class</a:t>
            </a:r>
            <a:r>
              <a:rPr lang="en-US" altLang="ja-JP" sz="1600" dirty="0"/>
              <a:t> </a:t>
            </a:r>
            <a:r>
              <a:rPr lang="en-US" altLang="ja-JP" sz="1600" dirty="0" err="1"/>
              <a:t>rdf:ID</a:t>
            </a:r>
            <a:r>
              <a:rPr lang="en-US" altLang="ja-JP" sz="1600" dirty="0"/>
              <a:t>="behavior"&gt;</a:t>
            </a:r>
          </a:p>
          <a:p>
            <a:pPr>
              <a:defRPr/>
            </a:pPr>
            <a:r>
              <a:rPr lang="en-US" altLang="ja-JP" sz="1600" dirty="0"/>
              <a:t>    &lt;</a:t>
            </a:r>
            <a:r>
              <a:rPr lang="en-US" altLang="ja-JP" sz="1600" dirty="0" err="1"/>
              <a:t>rdfs:subClassOf</a:t>
            </a:r>
            <a:r>
              <a:rPr lang="en-US" altLang="ja-JP" sz="1600" dirty="0"/>
              <a:t>&gt;</a:t>
            </a:r>
          </a:p>
          <a:p>
            <a:pPr>
              <a:defRPr/>
            </a:pPr>
            <a:r>
              <a:rPr lang="en-US" altLang="ja-JP" sz="1600" dirty="0"/>
              <a:t>      &lt;</a:t>
            </a:r>
            <a:r>
              <a:rPr lang="en-US" altLang="ja-JP" sz="1600" dirty="0" err="1"/>
              <a:t>owl:Class</a:t>
            </a:r>
            <a:r>
              <a:rPr lang="en-US" altLang="ja-JP" sz="1600" dirty="0"/>
              <a:t> </a:t>
            </a:r>
            <a:r>
              <a:rPr lang="en-US" altLang="ja-JP" sz="1600" dirty="0" err="1"/>
              <a:t>rdf:ID</a:t>
            </a:r>
            <a:r>
              <a:rPr lang="en-US" altLang="ja-JP" sz="1600" dirty="0"/>
              <a:t>="act"/&gt;</a:t>
            </a:r>
          </a:p>
          <a:p>
            <a:pPr>
              <a:defRPr/>
            </a:pPr>
            <a:r>
              <a:rPr lang="en-US" altLang="ja-JP" sz="1600" dirty="0"/>
              <a:t>    &lt;/</a:t>
            </a:r>
            <a:r>
              <a:rPr lang="en-US" altLang="ja-JP" sz="1600" dirty="0" err="1"/>
              <a:t>rdfs:subClassOf</a:t>
            </a:r>
            <a:r>
              <a:rPr lang="en-US" altLang="ja-JP" sz="1600" dirty="0"/>
              <a:t>&gt;</a:t>
            </a:r>
          </a:p>
          <a:p>
            <a:pPr>
              <a:defRPr/>
            </a:pPr>
            <a:r>
              <a:rPr lang="en-US" altLang="ja-JP" sz="1600" dirty="0"/>
              <a:t>  &lt;/</a:t>
            </a:r>
            <a:r>
              <a:rPr lang="en-US" altLang="ja-JP" sz="1600" dirty="0" err="1"/>
              <a:t>owl:Class</a:t>
            </a:r>
            <a:r>
              <a:rPr lang="en-US" altLang="ja-JP" sz="1600" dirty="0"/>
              <a:t>&gt;</a:t>
            </a:r>
          </a:p>
          <a:p>
            <a:pPr>
              <a:defRPr/>
            </a:pPr>
            <a:r>
              <a:rPr lang="en-US" altLang="ja-JP" sz="1600" dirty="0"/>
              <a:t>  &lt;</a:t>
            </a:r>
            <a:r>
              <a:rPr lang="en-US" altLang="ja-JP" sz="1600" dirty="0" err="1"/>
              <a:t>owl:Class</a:t>
            </a:r>
            <a:r>
              <a:rPr lang="en-US" altLang="ja-JP" sz="1600" dirty="0"/>
              <a:t> </a:t>
            </a:r>
            <a:r>
              <a:rPr lang="en-US" altLang="ja-JP" sz="1600" dirty="0" err="1"/>
              <a:t>rdf:ID</a:t>
            </a:r>
            <a:r>
              <a:rPr lang="en-US" altLang="ja-JP" sz="1600" dirty="0"/>
              <a:t>="time"/&gt;</a:t>
            </a:r>
          </a:p>
          <a:p>
            <a:pPr>
              <a:defRPr/>
            </a:pPr>
            <a:r>
              <a:rPr lang="en-US" altLang="ja-JP" sz="1600" dirty="0"/>
              <a:t>  &lt;</a:t>
            </a:r>
            <a:r>
              <a:rPr lang="en-US" altLang="ja-JP" sz="1600" dirty="0" err="1"/>
              <a:t>owl:Class</a:t>
            </a:r>
            <a:r>
              <a:rPr lang="en-US" altLang="ja-JP" sz="1600" dirty="0"/>
              <a:t> </a:t>
            </a:r>
            <a:r>
              <a:rPr lang="en-US" altLang="ja-JP" sz="1600" dirty="0" err="1"/>
              <a:t>rdf:ID</a:t>
            </a:r>
            <a:r>
              <a:rPr lang="en-US" altLang="ja-JP" sz="1600" dirty="0"/>
              <a:t>="aim"&gt;</a:t>
            </a:r>
          </a:p>
          <a:p>
            <a:pPr>
              <a:defRPr/>
            </a:pPr>
            <a:r>
              <a:rPr lang="en-US" altLang="ja-JP" sz="1600" dirty="0"/>
              <a:t>    &lt;</a:t>
            </a:r>
            <a:r>
              <a:rPr lang="en-US" altLang="ja-JP" sz="1600" dirty="0" err="1"/>
              <a:t>rdfs:subClassOf</a:t>
            </a:r>
            <a:r>
              <a:rPr lang="en-US" altLang="ja-JP" sz="1600" dirty="0"/>
              <a:t> </a:t>
            </a:r>
            <a:r>
              <a:rPr lang="en-US" altLang="ja-JP" sz="1600" dirty="0" err="1"/>
              <a:t>rdf:resource</a:t>
            </a:r>
            <a:r>
              <a:rPr lang="en-US" altLang="ja-JP" sz="1600" dirty="0"/>
              <a:t>="#act"/&gt;</a:t>
            </a:r>
          </a:p>
          <a:p>
            <a:pPr>
              <a:defRPr/>
            </a:pPr>
            <a:r>
              <a:rPr lang="en-US" altLang="ja-JP" sz="1600" dirty="0"/>
              <a:t>  &lt;/</a:t>
            </a:r>
            <a:r>
              <a:rPr lang="en-US" altLang="ja-JP" sz="1600" dirty="0" err="1"/>
              <a:t>owl:Class</a:t>
            </a:r>
            <a:r>
              <a:rPr lang="en-US" altLang="ja-JP" sz="1600" dirty="0"/>
              <a:t>&gt;</a:t>
            </a:r>
          </a:p>
          <a:p>
            <a:pPr>
              <a:defRPr/>
            </a:pPr>
            <a:r>
              <a:rPr lang="en-US" altLang="ja-JP" sz="1600" dirty="0"/>
              <a:t>  &lt;</a:t>
            </a:r>
            <a:r>
              <a:rPr lang="en-US" altLang="ja-JP" sz="1600" dirty="0" err="1"/>
              <a:t>owl:Class</a:t>
            </a:r>
            <a:r>
              <a:rPr lang="en-US" altLang="ja-JP" sz="1600" dirty="0"/>
              <a:t> </a:t>
            </a:r>
            <a:r>
              <a:rPr lang="en-US" altLang="ja-JP" sz="1600" dirty="0" err="1"/>
              <a:t>rdf:ID</a:t>
            </a:r>
            <a:r>
              <a:rPr lang="en-US" altLang="ja-JP" sz="1600" dirty="0"/>
              <a:t>="offer"/&gt;</a:t>
            </a:r>
          </a:p>
          <a:p>
            <a:pPr>
              <a:defRPr/>
            </a:pPr>
            <a:r>
              <a:rPr lang="en-US" altLang="ja-JP" sz="1600" dirty="0"/>
              <a:t>  &lt;</a:t>
            </a:r>
            <a:r>
              <a:rPr lang="en-US" altLang="ja-JP" sz="1600" dirty="0" err="1"/>
              <a:t>owl:ObjectProperty</a:t>
            </a:r>
            <a:r>
              <a:rPr lang="en-US" altLang="ja-JP" sz="1600" dirty="0"/>
              <a:t> </a:t>
            </a:r>
            <a:r>
              <a:rPr lang="en-US" altLang="ja-JP" sz="1600" dirty="0" err="1"/>
              <a:t>rdf:ID</a:t>
            </a:r>
            <a:r>
              <a:rPr lang="en-US" altLang="ja-JP" sz="1600" dirty="0"/>
              <a:t>="attribute"&gt;</a:t>
            </a:r>
          </a:p>
          <a:p>
            <a:pPr>
              <a:defRPr/>
            </a:pPr>
            <a:r>
              <a:rPr lang="en-US" altLang="ja-JP" sz="1600" dirty="0"/>
              <a:t>    &lt;</a:t>
            </a:r>
            <a:r>
              <a:rPr lang="en-US" altLang="ja-JP" sz="1600" dirty="0" err="1"/>
              <a:t>rdfs:domain</a:t>
            </a:r>
            <a:r>
              <a:rPr lang="en-US" altLang="ja-JP" sz="1600" dirty="0"/>
              <a:t> </a:t>
            </a:r>
            <a:r>
              <a:rPr lang="en-US" altLang="ja-JP" sz="1600" dirty="0" err="1"/>
              <a:t>rdf:resource</a:t>
            </a:r>
            <a:r>
              <a:rPr lang="en-US" altLang="ja-JP" sz="1600" dirty="0"/>
              <a:t>="#time"/&gt;</a:t>
            </a:r>
          </a:p>
          <a:p>
            <a:pPr>
              <a:defRPr/>
            </a:pPr>
            <a:r>
              <a:rPr lang="en-US" altLang="ja-JP" sz="1600" dirty="0"/>
              <a:t>    &lt;</a:t>
            </a:r>
            <a:r>
              <a:rPr lang="en-US" altLang="ja-JP" sz="1600" dirty="0" err="1"/>
              <a:t>rdfs:range</a:t>
            </a:r>
            <a:r>
              <a:rPr lang="en-US" altLang="ja-JP" sz="1600" dirty="0"/>
              <a:t> </a:t>
            </a:r>
            <a:r>
              <a:rPr lang="en-US" altLang="ja-JP" sz="1600" dirty="0" err="1"/>
              <a:t>rdf:resource</a:t>
            </a:r>
            <a:r>
              <a:rPr lang="en-US" altLang="ja-JP" sz="1600" dirty="0"/>
              <a:t>="#offer"/&gt;</a:t>
            </a:r>
          </a:p>
          <a:p>
            <a:pPr>
              <a:defRPr/>
            </a:pPr>
            <a:r>
              <a:rPr lang="en-US" altLang="ja-JP" sz="1600" dirty="0"/>
              <a:t>  &lt;/</a:t>
            </a:r>
            <a:r>
              <a:rPr lang="en-US" altLang="ja-JP" sz="1600" dirty="0" err="1"/>
              <a:t>owl:ObjectProperty</a:t>
            </a:r>
            <a:r>
              <a:rPr lang="en-US" altLang="ja-JP" sz="1600" dirty="0"/>
              <a:t>&gt;</a:t>
            </a:r>
          </a:p>
          <a:p>
            <a:pPr>
              <a:defRPr/>
            </a:pPr>
            <a:r>
              <a:rPr lang="en-US" altLang="ja-JP" sz="1600" dirty="0"/>
              <a:t>&lt;/</a:t>
            </a:r>
            <a:r>
              <a:rPr lang="en-US" altLang="ja-JP" sz="1600" dirty="0" err="1"/>
              <a:t>rdf:RDF</a:t>
            </a:r>
            <a:r>
              <a:rPr lang="en-US" altLang="ja-JP" sz="1600" dirty="0"/>
              <a:t>&gt;</a:t>
            </a:r>
          </a:p>
        </p:txBody>
      </p:sp>
      <p:sp>
        <p:nvSpPr>
          <p:cNvPr id="58416" name="Text Box 43"/>
          <p:cNvSpPr txBox="1">
            <a:spLocks noChangeArrowheads="1"/>
          </p:cNvSpPr>
          <p:nvPr/>
        </p:nvSpPr>
        <p:spPr bwMode="auto">
          <a:xfrm>
            <a:off x="12573000" y="838201"/>
            <a:ext cx="4735513" cy="461963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ja-JP" altLang="en-US" sz="2400"/>
              <a:t> </a:t>
            </a:r>
            <a:r>
              <a:rPr lang="en-US" altLang="ja-JP" sz="2400"/>
              <a:t>OWL</a:t>
            </a:r>
            <a:r>
              <a:rPr lang="ja-JP" altLang="en-US" sz="2400"/>
              <a:t>オントロジー</a:t>
            </a:r>
            <a:r>
              <a:rPr lang="en-US" altLang="ja-JP" sz="2400"/>
              <a:t>(RDF/XML</a:t>
            </a:r>
            <a:r>
              <a:rPr lang="ja-JP" altLang="en-US" sz="2400"/>
              <a:t>形式</a:t>
            </a:r>
            <a:r>
              <a:rPr lang="en-US" altLang="ja-JP" sz="2400"/>
              <a:t>)</a:t>
            </a:r>
          </a:p>
        </p:txBody>
      </p:sp>
      <p:sp>
        <p:nvSpPr>
          <p:cNvPr id="49" name="AutoShape 146"/>
          <p:cNvSpPr>
            <a:spLocks noChangeArrowheads="1"/>
          </p:cNvSpPr>
          <p:nvPr/>
        </p:nvSpPr>
        <p:spPr bwMode="auto">
          <a:xfrm>
            <a:off x="5105400" y="1905000"/>
            <a:ext cx="685800" cy="838200"/>
          </a:xfrm>
          <a:prstGeom prst="rightArrow">
            <a:avLst>
              <a:gd name="adj1" fmla="val 50000"/>
              <a:gd name="adj2" fmla="val 57148"/>
            </a:avLst>
          </a:prstGeom>
          <a:solidFill>
            <a:schemeClr val="bg1">
              <a:lumMod val="95000"/>
            </a:schemeClr>
          </a:solidFill>
          <a:ln>
            <a:headEnd/>
            <a:tailEnd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anchor="ctr"/>
          <a:lstStyle/>
          <a:p>
            <a:pPr>
              <a:defRPr/>
            </a:pPr>
            <a:endParaRPr lang="ja-JP" altLang="en-US"/>
          </a:p>
        </p:txBody>
      </p:sp>
      <p:sp>
        <p:nvSpPr>
          <p:cNvPr id="50" name="AutoShape 146"/>
          <p:cNvSpPr>
            <a:spLocks noChangeArrowheads="1"/>
          </p:cNvSpPr>
          <p:nvPr/>
        </p:nvSpPr>
        <p:spPr bwMode="auto">
          <a:xfrm>
            <a:off x="5105400" y="4648200"/>
            <a:ext cx="685800" cy="838200"/>
          </a:xfrm>
          <a:prstGeom prst="rightArrow">
            <a:avLst>
              <a:gd name="adj1" fmla="val 50000"/>
              <a:gd name="adj2" fmla="val 57148"/>
            </a:avLst>
          </a:prstGeom>
          <a:solidFill>
            <a:schemeClr val="bg1">
              <a:lumMod val="95000"/>
            </a:schemeClr>
          </a:solidFill>
          <a:ln>
            <a:headEnd/>
            <a:tailEnd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anchor="ctr"/>
          <a:lstStyle/>
          <a:p>
            <a:pPr>
              <a:defRPr/>
            </a:pPr>
            <a:endParaRPr lang="ja-JP" altLang="en-US"/>
          </a:p>
        </p:txBody>
      </p:sp>
      <p:sp>
        <p:nvSpPr>
          <p:cNvPr id="51" name="AutoShape 146"/>
          <p:cNvSpPr>
            <a:spLocks noChangeArrowheads="1"/>
          </p:cNvSpPr>
          <p:nvPr/>
        </p:nvSpPr>
        <p:spPr bwMode="auto">
          <a:xfrm>
            <a:off x="10363200" y="3276600"/>
            <a:ext cx="685800" cy="838200"/>
          </a:xfrm>
          <a:prstGeom prst="rightArrow">
            <a:avLst>
              <a:gd name="adj1" fmla="val 50000"/>
              <a:gd name="adj2" fmla="val 57148"/>
            </a:avLst>
          </a:prstGeom>
          <a:solidFill>
            <a:schemeClr val="bg1">
              <a:lumMod val="95000"/>
            </a:schemeClr>
          </a:solidFill>
          <a:ln>
            <a:headEnd/>
            <a:tailEnd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anchor="ctr"/>
          <a:lstStyle/>
          <a:p>
            <a:pPr>
              <a:defRPr/>
            </a:pPr>
            <a:endParaRPr lang="ja-JP" alt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94" name="Rectangle 2"/>
          <p:cNvSpPr>
            <a:spLocks noChangeArrowheads="1"/>
          </p:cNvSpPr>
          <p:nvPr/>
        </p:nvSpPr>
        <p:spPr bwMode="auto">
          <a:xfrm>
            <a:off x="1371600" y="4395788"/>
            <a:ext cx="11049000" cy="504825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en-US" altLang="ja-JP" sz="2400" dirty="0">
                <a:latin typeface="Meiryo" charset="-128"/>
                <a:ea typeface="Meiryo" charset="-128"/>
                <a:cs typeface="Meiryo" charset="-128"/>
              </a:rPr>
              <a:t>Java VM</a:t>
            </a:r>
          </a:p>
        </p:txBody>
      </p:sp>
      <p:sp>
        <p:nvSpPr>
          <p:cNvPr id="59395" name="Rectangle 3"/>
          <p:cNvSpPr>
            <a:spLocks noChangeArrowheads="1"/>
          </p:cNvSpPr>
          <p:nvPr/>
        </p:nvSpPr>
        <p:spPr bwMode="auto">
          <a:xfrm>
            <a:off x="12725400" y="3215557"/>
            <a:ext cx="1219200" cy="6468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en-US" altLang="ja-JP" dirty="0">
                <a:latin typeface="Meiryo" charset="-128"/>
                <a:ea typeface="Meiryo" charset="-128"/>
                <a:cs typeface="Meiryo" charset="-128"/>
              </a:rPr>
              <a:t>Apache</a:t>
            </a:r>
          </a:p>
          <a:p>
            <a:pPr algn="ctr" eaLnBrk="1" hangingPunct="1"/>
            <a:r>
              <a:rPr lang="en-US" altLang="ja-JP" dirty="0">
                <a:latin typeface="Meiryo" charset="-128"/>
                <a:ea typeface="Meiryo" charset="-128"/>
                <a:cs typeface="Meiryo" charset="-128"/>
              </a:rPr>
              <a:t>Jena</a:t>
            </a:r>
          </a:p>
        </p:txBody>
      </p:sp>
      <p:sp>
        <p:nvSpPr>
          <p:cNvPr id="59396" name="Rectangle 4"/>
          <p:cNvSpPr>
            <a:spLocks noChangeArrowheads="1"/>
          </p:cNvSpPr>
          <p:nvPr/>
        </p:nvSpPr>
        <p:spPr bwMode="auto">
          <a:xfrm>
            <a:off x="9982200" y="3215557"/>
            <a:ext cx="1219200" cy="6468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en-US" altLang="ja-JP" sz="2000">
                <a:latin typeface="Meiryo" charset="-128"/>
                <a:ea typeface="Meiryo" charset="-128"/>
                <a:cs typeface="Meiryo" charset="-128"/>
              </a:rPr>
              <a:t>MR</a:t>
            </a:r>
            <a:r>
              <a:rPr lang="en-US" altLang="ja-JP" sz="2000" baseline="30000">
                <a:latin typeface="Meiryo" charset="-128"/>
                <a:ea typeface="Meiryo" charset="-128"/>
                <a:cs typeface="Meiryo" charset="-128"/>
              </a:rPr>
              <a:t>3</a:t>
            </a:r>
          </a:p>
        </p:txBody>
      </p:sp>
      <p:sp>
        <p:nvSpPr>
          <p:cNvPr id="59397" name="Rectangle 5"/>
          <p:cNvSpPr>
            <a:spLocks noChangeArrowheads="1"/>
          </p:cNvSpPr>
          <p:nvPr/>
        </p:nvSpPr>
        <p:spPr bwMode="auto">
          <a:xfrm>
            <a:off x="9982200" y="2556135"/>
            <a:ext cx="1219200" cy="659423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ja-JP" altLang="en-US" b="1" dirty="0">
                <a:latin typeface="Meiryo" charset="-128"/>
                <a:ea typeface="Meiryo" charset="-128"/>
                <a:cs typeface="Meiryo" charset="-128"/>
              </a:rPr>
              <a:t>視覚化</a:t>
            </a:r>
            <a:endParaRPr lang="en-US" altLang="ja-JP" b="1" dirty="0">
              <a:latin typeface="Meiryo" charset="-128"/>
              <a:ea typeface="Meiryo" charset="-128"/>
              <a:cs typeface="Meiryo" charset="-128"/>
            </a:endParaRPr>
          </a:p>
          <a:p>
            <a:pPr algn="ctr" eaLnBrk="1" hangingPunct="1"/>
            <a:r>
              <a:rPr lang="ja-JP" altLang="en-US" b="1" dirty="0">
                <a:latin typeface="Meiryo" charset="-128"/>
                <a:ea typeface="Meiryo" charset="-128"/>
                <a:cs typeface="Meiryo" charset="-128"/>
              </a:rPr>
              <a:t>モジュール</a:t>
            </a:r>
            <a:endParaRPr lang="en-US" altLang="ja-JP" b="1" dirty="0">
              <a:latin typeface="Meiryo" charset="-128"/>
              <a:ea typeface="Meiryo" charset="-128"/>
              <a:cs typeface="Meiryo" charset="-128"/>
            </a:endParaRPr>
          </a:p>
        </p:txBody>
      </p:sp>
      <p:sp>
        <p:nvSpPr>
          <p:cNvPr id="59398" name="Rectangle 6"/>
          <p:cNvSpPr>
            <a:spLocks noChangeArrowheads="1"/>
          </p:cNvSpPr>
          <p:nvPr/>
        </p:nvSpPr>
        <p:spPr bwMode="auto">
          <a:xfrm>
            <a:off x="12725400" y="2556135"/>
            <a:ext cx="1219200" cy="659423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ja-JP" altLang="en-US" b="1">
                <a:latin typeface="Meiryo" charset="-128"/>
                <a:ea typeface="Meiryo" charset="-128"/>
                <a:cs typeface="Meiryo" charset="-128"/>
              </a:rPr>
              <a:t>変換</a:t>
            </a:r>
            <a:endParaRPr lang="en-US" altLang="ja-JP" b="1">
              <a:latin typeface="Meiryo" charset="-128"/>
              <a:ea typeface="Meiryo" charset="-128"/>
              <a:cs typeface="Meiryo" charset="-128"/>
            </a:endParaRPr>
          </a:p>
          <a:p>
            <a:pPr algn="ctr" eaLnBrk="1" hangingPunct="1"/>
            <a:r>
              <a:rPr lang="ja-JP" altLang="en-US" b="1">
                <a:latin typeface="Meiryo" charset="-128"/>
                <a:ea typeface="Meiryo" charset="-128"/>
                <a:cs typeface="Meiryo" charset="-128"/>
              </a:rPr>
              <a:t>モジュール</a:t>
            </a:r>
            <a:endParaRPr lang="en-US" altLang="ja-JP" b="1">
              <a:latin typeface="Meiryo" charset="-128"/>
              <a:ea typeface="Meiryo" charset="-128"/>
              <a:cs typeface="Meiryo" charset="-128"/>
            </a:endParaRPr>
          </a:p>
        </p:txBody>
      </p:sp>
      <p:sp>
        <p:nvSpPr>
          <p:cNvPr id="59399" name="Rectangle 7"/>
          <p:cNvSpPr>
            <a:spLocks noChangeArrowheads="1"/>
          </p:cNvSpPr>
          <p:nvPr/>
        </p:nvSpPr>
        <p:spPr bwMode="auto">
          <a:xfrm>
            <a:off x="7303958" y="2556135"/>
            <a:ext cx="2678242" cy="659423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ja-JP" altLang="en-US" b="1" dirty="0">
                <a:latin typeface="Meiryo" charset="-128"/>
                <a:ea typeface="Meiryo" charset="-128"/>
                <a:cs typeface="Meiryo" charset="-128"/>
              </a:rPr>
              <a:t>オントロジー構築・洗練</a:t>
            </a:r>
            <a:endParaRPr lang="en-US" altLang="ja-JP" b="1" dirty="0">
              <a:latin typeface="Meiryo" charset="-128"/>
              <a:ea typeface="Meiryo" charset="-128"/>
              <a:cs typeface="Meiryo" charset="-128"/>
            </a:endParaRPr>
          </a:p>
          <a:p>
            <a:pPr algn="ctr" eaLnBrk="1" hangingPunct="1"/>
            <a:r>
              <a:rPr lang="ja-JP" altLang="en-US" b="1" dirty="0">
                <a:latin typeface="Meiryo" charset="-128"/>
                <a:ea typeface="Meiryo" charset="-128"/>
                <a:cs typeface="Meiryo" charset="-128"/>
              </a:rPr>
              <a:t>モジュール</a:t>
            </a:r>
            <a:endParaRPr lang="en-US" altLang="ja-JP" b="1" dirty="0">
              <a:latin typeface="Meiryo" charset="-128"/>
              <a:ea typeface="Meiryo" charset="-128"/>
              <a:cs typeface="Meiryo" charset="-128"/>
            </a:endParaRPr>
          </a:p>
        </p:txBody>
      </p:sp>
      <p:sp>
        <p:nvSpPr>
          <p:cNvPr id="59400" name="Rectangle 8"/>
          <p:cNvSpPr>
            <a:spLocks noChangeArrowheads="1"/>
          </p:cNvSpPr>
          <p:nvPr/>
        </p:nvSpPr>
        <p:spPr bwMode="auto">
          <a:xfrm>
            <a:off x="3502702" y="2556134"/>
            <a:ext cx="3807502" cy="371422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ja-JP" altLang="en-US" sz="2000" b="1" dirty="0">
                <a:latin typeface="Meiryo" charset="-128"/>
                <a:ea typeface="Meiryo" charset="-128"/>
                <a:cs typeface="Meiryo" charset="-128"/>
              </a:rPr>
              <a:t>入力モジュール</a:t>
            </a:r>
            <a:endParaRPr lang="en-US" altLang="ja-JP" sz="2000" b="1" dirty="0">
              <a:latin typeface="Meiryo" charset="-128"/>
              <a:ea typeface="Meiryo" charset="-128"/>
              <a:cs typeface="Meiryo" charset="-128"/>
            </a:endParaRPr>
          </a:p>
        </p:txBody>
      </p:sp>
      <p:sp>
        <p:nvSpPr>
          <p:cNvPr id="59401" name="Rectangle 9"/>
          <p:cNvSpPr>
            <a:spLocks noChangeArrowheads="1"/>
          </p:cNvSpPr>
          <p:nvPr/>
        </p:nvSpPr>
        <p:spPr bwMode="auto">
          <a:xfrm>
            <a:off x="7303958" y="3215557"/>
            <a:ext cx="2678242" cy="6468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en-US" altLang="ja-JP" sz="2000" dirty="0" err="1">
                <a:latin typeface="Meiryo" charset="-128"/>
                <a:ea typeface="Meiryo" charset="-128"/>
                <a:cs typeface="Meiryo" charset="-128"/>
              </a:rPr>
              <a:t>extJWNL</a:t>
            </a:r>
            <a:endParaRPr lang="en-US" altLang="ja-JP" sz="2000" dirty="0">
              <a:latin typeface="Meiryo" charset="-128"/>
              <a:ea typeface="Meiryo" charset="-128"/>
              <a:cs typeface="Meiryo" charset="-128"/>
            </a:endParaRPr>
          </a:p>
        </p:txBody>
      </p:sp>
      <p:sp>
        <p:nvSpPr>
          <p:cNvPr id="59402" name="Rectangle 10"/>
          <p:cNvSpPr>
            <a:spLocks noChangeArrowheads="1"/>
          </p:cNvSpPr>
          <p:nvPr/>
        </p:nvSpPr>
        <p:spPr bwMode="auto">
          <a:xfrm>
            <a:off x="3505200" y="3215557"/>
            <a:ext cx="1752600" cy="32400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en-US" altLang="ja-JP" dirty="0">
                <a:latin typeface="Meiryo" charset="-128"/>
                <a:ea typeface="Meiryo" charset="-128"/>
                <a:cs typeface="Meiryo" charset="-128"/>
              </a:rPr>
              <a:t>Stanford Parser</a:t>
            </a:r>
          </a:p>
        </p:txBody>
      </p:sp>
      <p:sp>
        <p:nvSpPr>
          <p:cNvPr id="59405" name="Rectangle 9"/>
          <p:cNvSpPr>
            <a:spLocks noChangeArrowheads="1"/>
          </p:cNvSpPr>
          <p:nvPr/>
        </p:nvSpPr>
        <p:spPr bwMode="auto">
          <a:xfrm>
            <a:off x="1371600" y="3862387"/>
            <a:ext cx="11049000" cy="53340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en-US" altLang="ja-JP" sz="2400" dirty="0">
                <a:latin typeface="Meiryo" charset="-128"/>
                <a:ea typeface="Meiryo" charset="-128"/>
                <a:cs typeface="Meiryo" charset="-128"/>
              </a:rPr>
              <a:t>Java Swing</a:t>
            </a:r>
          </a:p>
        </p:txBody>
      </p:sp>
      <p:sp>
        <p:nvSpPr>
          <p:cNvPr id="59406" name="Rectangle 9"/>
          <p:cNvSpPr>
            <a:spLocks noChangeArrowheads="1"/>
          </p:cNvSpPr>
          <p:nvPr/>
        </p:nvSpPr>
        <p:spPr bwMode="auto">
          <a:xfrm>
            <a:off x="1371600" y="3215557"/>
            <a:ext cx="2133600" cy="64683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en-US" altLang="ja-JP" sz="2000" dirty="0" err="1">
                <a:latin typeface="Meiryo" charset="-128"/>
                <a:ea typeface="Meiryo" charset="-128"/>
                <a:cs typeface="Meiryo" charset="-128"/>
              </a:rPr>
              <a:t>Swoogle</a:t>
            </a:r>
            <a:r>
              <a:rPr lang="en-US" altLang="ja-JP" sz="2000" dirty="0">
                <a:latin typeface="Meiryo" charset="-128"/>
                <a:ea typeface="Meiryo" charset="-128"/>
                <a:cs typeface="Meiryo" charset="-128"/>
              </a:rPr>
              <a:t> </a:t>
            </a:r>
          </a:p>
          <a:p>
            <a:pPr algn="ctr" eaLnBrk="1" hangingPunct="1"/>
            <a:r>
              <a:rPr lang="en-US" altLang="ja-JP" sz="2000" dirty="0">
                <a:latin typeface="Meiryo" charset="-128"/>
                <a:ea typeface="Meiryo" charset="-128"/>
                <a:cs typeface="Meiryo" charset="-128"/>
              </a:rPr>
              <a:t>Web</a:t>
            </a:r>
            <a:r>
              <a:rPr lang="ja-JP" altLang="en-US" sz="2000" dirty="0">
                <a:latin typeface="Meiryo" charset="-128"/>
                <a:ea typeface="Meiryo" charset="-128"/>
                <a:cs typeface="Meiryo" charset="-128"/>
              </a:rPr>
              <a:t>サービス</a:t>
            </a:r>
            <a:endParaRPr lang="en-US" altLang="ja-JP" sz="2000" dirty="0">
              <a:latin typeface="Meiryo" charset="-128"/>
              <a:ea typeface="Meiryo" charset="-128"/>
              <a:cs typeface="Meiryo" charset="-128"/>
            </a:endParaRPr>
          </a:p>
        </p:txBody>
      </p:sp>
      <p:sp>
        <p:nvSpPr>
          <p:cNvPr id="59407" name="Rectangle 8"/>
          <p:cNvSpPr>
            <a:spLocks noChangeArrowheads="1"/>
          </p:cNvSpPr>
          <p:nvPr/>
        </p:nvSpPr>
        <p:spPr bwMode="auto">
          <a:xfrm>
            <a:off x="1370351" y="2556135"/>
            <a:ext cx="2133600" cy="672017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ja-JP" altLang="en-US" sz="2000" b="1" dirty="0">
                <a:latin typeface="Meiryo" charset="-128"/>
                <a:ea typeface="Meiryo" charset="-128"/>
                <a:cs typeface="Meiryo" charset="-128"/>
              </a:rPr>
              <a:t>オントロジー選択</a:t>
            </a:r>
            <a:endParaRPr lang="en-US" altLang="ja-JP" sz="2000" b="1" dirty="0">
              <a:latin typeface="Meiryo" charset="-128"/>
              <a:ea typeface="Meiryo" charset="-128"/>
              <a:cs typeface="Meiryo" charset="-128"/>
            </a:endParaRPr>
          </a:p>
          <a:p>
            <a:pPr algn="ctr" eaLnBrk="1" hangingPunct="1"/>
            <a:r>
              <a:rPr lang="ja-JP" altLang="en-US" sz="2000" b="1" dirty="0">
                <a:latin typeface="Meiryo" charset="-128"/>
                <a:ea typeface="Meiryo" charset="-128"/>
                <a:cs typeface="Meiryo" charset="-128"/>
              </a:rPr>
              <a:t>モジュール</a:t>
            </a:r>
            <a:endParaRPr lang="en-US" altLang="ja-JP" sz="2000" b="1" dirty="0">
              <a:latin typeface="Meiryo" charset="-128"/>
              <a:ea typeface="Meiryo" charset="-128"/>
              <a:cs typeface="Meiryo" charset="-128"/>
            </a:endParaRPr>
          </a:p>
        </p:txBody>
      </p:sp>
      <p:sp>
        <p:nvSpPr>
          <p:cNvPr id="59408" name="Rectangle 10"/>
          <p:cNvSpPr>
            <a:spLocks noChangeArrowheads="1"/>
          </p:cNvSpPr>
          <p:nvPr/>
        </p:nvSpPr>
        <p:spPr bwMode="auto">
          <a:xfrm>
            <a:off x="3502702" y="2927557"/>
            <a:ext cx="1750102" cy="28800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en-US" altLang="ja-JP" sz="2000">
                <a:latin typeface="Meiryo" charset="-128"/>
                <a:ea typeface="Meiryo" charset="-128"/>
                <a:cs typeface="Meiryo" charset="-128"/>
              </a:rPr>
              <a:t>CaboCha</a:t>
            </a:r>
            <a:endParaRPr lang="en-US" altLang="ja-JP" sz="2000" dirty="0">
              <a:latin typeface="Meiryo" charset="-128"/>
              <a:ea typeface="Meiryo" charset="-128"/>
              <a:cs typeface="Meiryo" charset="-128"/>
            </a:endParaRPr>
          </a:p>
        </p:txBody>
      </p:sp>
      <p:sp>
        <p:nvSpPr>
          <p:cNvPr id="59409" name="Rectangle 10"/>
          <p:cNvSpPr>
            <a:spLocks noChangeArrowheads="1"/>
          </p:cNvSpPr>
          <p:nvPr/>
        </p:nvSpPr>
        <p:spPr bwMode="auto">
          <a:xfrm>
            <a:off x="3502702" y="3538387"/>
            <a:ext cx="1752600" cy="32400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en-US" altLang="ja-JP" sz="2000" dirty="0">
                <a:latin typeface="Meiryo" charset="-128"/>
                <a:ea typeface="Meiryo" charset="-128"/>
                <a:cs typeface="Meiryo" charset="-128"/>
              </a:rPr>
              <a:t>Apache POI</a:t>
            </a:r>
          </a:p>
        </p:txBody>
      </p:sp>
      <p:sp>
        <p:nvSpPr>
          <p:cNvPr id="18" name="Rectangle 10"/>
          <p:cNvSpPr>
            <a:spLocks noChangeArrowheads="1"/>
          </p:cNvSpPr>
          <p:nvPr/>
        </p:nvSpPr>
        <p:spPr bwMode="auto">
          <a:xfrm>
            <a:off x="5257800" y="3538387"/>
            <a:ext cx="2054902" cy="32400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en-US" altLang="ja-JP" sz="2000" dirty="0">
                <a:latin typeface="Meiryo" charset="-128"/>
                <a:ea typeface="Meiryo" charset="-128"/>
                <a:cs typeface="Meiryo" charset="-128"/>
              </a:rPr>
              <a:t>Apache </a:t>
            </a:r>
            <a:r>
              <a:rPr lang="en-US" altLang="ja-JP" sz="2000" dirty="0" err="1">
                <a:latin typeface="Meiryo" charset="-128"/>
                <a:ea typeface="Meiryo" charset="-128"/>
                <a:cs typeface="Meiryo" charset="-128"/>
              </a:rPr>
              <a:t>PDFBox</a:t>
            </a:r>
            <a:endParaRPr lang="en-US" altLang="ja-JP" sz="2000" dirty="0">
              <a:latin typeface="Meiryo" charset="-128"/>
              <a:ea typeface="Meiryo" charset="-128"/>
              <a:cs typeface="Meiryo" charset="-128"/>
            </a:endParaRPr>
          </a:p>
        </p:txBody>
      </p:sp>
      <p:sp>
        <p:nvSpPr>
          <p:cNvPr id="19" name="Rectangle 10"/>
          <p:cNvSpPr>
            <a:spLocks noChangeArrowheads="1"/>
          </p:cNvSpPr>
          <p:nvPr/>
        </p:nvSpPr>
        <p:spPr bwMode="auto">
          <a:xfrm>
            <a:off x="5255302" y="3215557"/>
            <a:ext cx="2057400" cy="32400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en-US" altLang="ja-JP" sz="2000" dirty="0" err="1">
                <a:latin typeface="Meiryo" charset="-128"/>
                <a:ea typeface="Meiryo" charset="-128"/>
                <a:cs typeface="Meiryo" charset="-128"/>
              </a:rPr>
              <a:t>lucene-gosen</a:t>
            </a:r>
            <a:endParaRPr lang="en-US" altLang="ja-JP" sz="2000" dirty="0">
              <a:latin typeface="Meiryo" charset="-128"/>
              <a:ea typeface="Meiryo" charset="-128"/>
              <a:cs typeface="Meiryo" charset="-128"/>
            </a:endParaRPr>
          </a:p>
        </p:txBody>
      </p:sp>
      <p:sp>
        <p:nvSpPr>
          <p:cNvPr id="20" name="Rectangle 10"/>
          <p:cNvSpPr>
            <a:spLocks noChangeArrowheads="1"/>
          </p:cNvSpPr>
          <p:nvPr/>
        </p:nvSpPr>
        <p:spPr bwMode="auto">
          <a:xfrm>
            <a:off x="5260298" y="2927557"/>
            <a:ext cx="2049906" cy="28800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ja-JP" altLang="en-US" sz="2000" dirty="0">
                <a:latin typeface="Meiryo" charset="-128"/>
                <a:ea typeface="Meiryo" charset="-128"/>
                <a:cs typeface="Meiryo" charset="-128"/>
              </a:rPr>
              <a:t>言選</a:t>
            </a:r>
            <a:endParaRPr lang="en-US" altLang="ja-JP" sz="2000" dirty="0">
              <a:latin typeface="Meiryo" charset="-128"/>
              <a:ea typeface="Meiryo" charset="-128"/>
              <a:cs typeface="Meiryo" charset="-128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18" name="Rectangle 5"/>
          <p:cNvSpPr>
            <a:spLocks noChangeArrowheads="1"/>
          </p:cNvSpPr>
          <p:nvPr/>
        </p:nvSpPr>
        <p:spPr bwMode="auto">
          <a:xfrm>
            <a:off x="1524000" y="304801"/>
            <a:ext cx="9296400" cy="1744663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ja-JP" sz="1200"/>
              <a:t>PREFIX rdfs: &lt;http://www.w3.org/2000/01/rdf-schema#&gt;</a:t>
            </a:r>
          </a:p>
          <a:p>
            <a:pPr eaLnBrk="1" hangingPunct="1"/>
            <a:r>
              <a:rPr lang="pt-BR" altLang="ja-JP" sz="1200"/>
              <a:t>PREFIX daml03: &lt;http://www.daml.org/2001/03/daml+oil#&gt;</a:t>
            </a:r>
          </a:p>
          <a:p>
            <a:pPr eaLnBrk="1" hangingPunct="1"/>
            <a:r>
              <a:rPr lang="pt-BR" altLang="ja-JP" sz="1200"/>
              <a:t>PREFIX daml10: &lt;http://www.w3.org/2001/10/daml+oil#&gt;</a:t>
            </a:r>
            <a:endParaRPr lang="en-US" altLang="ja-JP" sz="1200"/>
          </a:p>
          <a:p>
            <a:pPr eaLnBrk="1" hangingPunct="1"/>
            <a:endParaRPr lang="en-US" altLang="ja-JP" sz="1200"/>
          </a:p>
          <a:p>
            <a:pPr eaLnBrk="1" hangingPunct="1"/>
            <a:r>
              <a:rPr lang="en-US" altLang="ja-JP" sz="1200"/>
              <a:t>SELECT ?label ?description </a:t>
            </a:r>
          </a:p>
          <a:p>
            <a:pPr eaLnBrk="1" hangingPunct="1"/>
            <a:r>
              <a:rPr lang="en-US" altLang="ja-JP" sz="1200"/>
              <a:t>WHERE {</a:t>
            </a:r>
          </a:p>
          <a:p>
            <a:pPr eaLnBrk="1" hangingPunct="1"/>
            <a:r>
              <a:rPr lang="en-US" altLang="ja-JP" sz="1200"/>
              <a:t>   {?concept rdfs:label ?label} UNION {?concept rdfs:comment ?description} UNION  {?concept daml03:label ?label} UNION   </a:t>
            </a:r>
          </a:p>
          <a:p>
            <a:pPr eaLnBrk="1" hangingPunct="1"/>
            <a:r>
              <a:rPr lang="en-US" altLang="ja-JP" sz="1200"/>
              <a:t>   {?concept daml03:comment ?description} UNION {?concept daml10:label ?label} UNION  {?concept daml10:comment ?description} </a:t>
            </a:r>
          </a:p>
          <a:p>
            <a:pPr eaLnBrk="1" hangingPunct="1"/>
            <a:r>
              <a:rPr lang="en-US" altLang="ja-JP" sz="1200"/>
              <a:t>}</a:t>
            </a:r>
          </a:p>
        </p:txBody>
      </p:sp>
      <p:sp>
        <p:nvSpPr>
          <p:cNvPr id="60419" name="Text Box 6"/>
          <p:cNvSpPr txBox="1">
            <a:spLocks noChangeArrowheads="1"/>
          </p:cNvSpPr>
          <p:nvPr/>
        </p:nvSpPr>
        <p:spPr bwMode="auto">
          <a:xfrm>
            <a:off x="1524000" y="0"/>
            <a:ext cx="238125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ja-JP" altLang="en-US" sz="1400"/>
              <a:t>ラベル・説明抽出テンプレート</a:t>
            </a:r>
          </a:p>
        </p:txBody>
      </p:sp>
      <p:sp>
        <p:nvSpPr>
          <p:cNvPr id="60420" name="Rectangle 10"/>
          <p:cNvSpPr>
            <a:spLocks noChangeArrowheads="1"/>
          </p:cNvSpPr>
          <p:nvPr/>
        </p:nvSpPr>
        <p:spPr bwMode="auto">
          <a:xfrm>
            <a:off x="1524000" y="2362201"/>
            <a:ext cx="11125200" cy="1744663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ja-JP" sz="1200"/>
              <a:t>PREFIX  rdfs: &lt;http://www.w3.org/2000/01/rdf-schema#&gt; </a:t>
            </a:r>
          </a:p>
          <a:p>
            <a:pPr eaLnBrk="1" hangingPunct="1"/>
            <a:r>
              <a:rPr lang="pt-BR" altLang="ja-JP" sz="1200"/>
              <a:t>PREFIX daml03: &lt;http://www.daml.org/2001/03/daml+oil#&gt;</a:t>
            </a:r>
          </a:p>
          <a:p>
            <a:pPr eaLnBrk="1" hangingPunct="1"/>
            <a:r>
              <a:rPr lang="pt-BR" altLang="ja-JP" sz="1200"/>
              <a:t>PREFIX daml10: &lt;http://www.w3.org/2001/10/daml+oil#&gt;</a:t>
            </a:r>
            <a:endParaRPr lang="en-US" altLang="ja-JP" sz="1200"/>
          </a:p>
          <a:p>
            <a:pPr eaLnBrk="1" hangingPunct="1"/>
            <a:endParaRPr lang="en-US" altLang="ja-JP" sz="1200"/>
          </a:p>
          <a:p>
            <a:pPr eaLnBrk="1" hangingPunct="1"/>
            <a:r>
              <a:rPr lang="en-US" altLang="ja-JP" sz="1200"/>
              <a:t>SELECT ?subConcept </a:t>
            </a:r>
          </a:p>
          <a:p>
            <a:pPr eaLnBrk="1" hangingPunct="1"/>
            <a:r>
              <a:rPr lang="en-US" altLang="ja-JP" sz="1200"/>
              <a:t>WHERE { </a:t>
            </a:r>
          </a:p>
          <a:p>
            <a:pPr eaLnBrk="1" hangingPunct="1"/>
            <a:r>
              <a:rPr lang="en-US" altLang="ja-JP" sz="1200"/>
              <a:t>    {?subConcept rdfs:subClassOf ?concept} UNION {?subConcept rdfs:subPropertyOf ?concept} UNION {?subConcept daml03:subClassOf ?concept} UNION</a:t>
            </a:r>
          </a:p>
          <a:p>
            <a:pPr eaLnBrk="1" hangingPunct="1"/>
            <a:r>
              <a:rPr lang="en-US" altLang="ja-JP" sz="1200"/>
              <a:t>    {?subConcept daml03:subPropertyOf ?concept} UNION {?subConcept daml10:subClassOf ?concept} UNION {?subConcept daml10:subPropertyOf ?concept}</a:t>
            </a:r>
          </a:p>
          <a:p>
            <a:pPr eaLnBrk="1" hangingPunct="1"/>
            <a:r>
              <a:rPr lang="en-US" altLang="ja-JP" sz="1200"/>
              <a:t>}                	</a:t>
            </a:r>
          </a:p>
        </p:txBody>
      </p:sp>
      <p:sp>
        <p:nvSpPr>
          <p:cNvPr id="60421" name="Text Box 11"/>
          <p:cNvSpPr txBox="1">
            <a:spLocks noChangeArrowheads="1"/>
          </p:cNvSpPr>
          <p:nvPr/>
        </p:nvSpPr>
        <p:spPr bwMode="auto">
          <a:xfrm>
            <a:off x="1524001" y="2057400"/>
            <a:ext cx="2601913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ja-JP" altLang="en-US" sz="1400"/>
              <a:t>上位・下位関係抽出テンプレート</a:t>
            </a:r>
          </a:p>
        </p:txBody>
      </p:sp>
      <p:sp>
        <p:nvSpPr>
          <p:cNvPr id="60422" name="Rectangle 12"/>
          <p:cNvSpPr>
            <a:spLocks noChangeArrowheads="1"/>
          </p:cNvSpPr>
          <p:nvPr/>
        </p:nvSpPr>
        <p:spPr bwMode="auto">
          <a:xfrm>
            <a:off x="1524000" y="4565650"/>
            <a:ext cx="10668000" cy="229235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ja-JP" sz="1200"/>
              <a:t>PREFIX rdf: &lt;http://www.w3.org/1999/02/22-rdf-syntax-ns#&gt;</a:t>
            </a:r>
          </a:p>
          <a:p>
            <a:pPr eaLnBrk="1" hangingPunct="1"/>
            <a:r>
              <a:rPr lang="en-US" altLang="ja-JP" sz="1200"/>
              <a:t>PREFIX rdfs: &lt;http://www.w3.org/2000/01/rdf-schema#&gt;</a:t>
            </a:r>
          </a:p>
          <a:p>
            <a:pPr eaLnBrk="1" hangingPunct="1"/>
            <a:r>
              <a:rPr lang="en-US" altLang="ja-JP" sz="1200"/>
              <a:t>PREFIX owl: &lt;http://www.w3.org/2002/07/owl#&gt;</a:t>
            </a:r>
          </a:p>
          <a:p>
            <a:pPr eaLnBrk="1" hangingPunct="1"/>
            <a:r>
              <a:rPr lang="en-US" altLang="ja-JP" sz="1200"/>
              <a:t>PREFIX daml03: &lt;http://www.daml.org/2001/03/daml+oil#&gt;</a:t>
            </a:r>
          </a:p>
          <a:p>
            <a:pPr eaLnBrk="1" hangingPunct="1"/>
            <a:r>
              <a:rPr lang="en-US" altLang="ja-JP" sz="1200"/>
              <a:t>PREFIX daml10: &lt;http://www.w3.org/2001/10/daml+oil#&gt;</a:t>
            </a:r>
          </a:p>
          <a:p>
            <a:pPr eaLnBrk="1" hangingPunct="1"/>
            <a:endParaRPr lang="en-US" altLang="ja-JP" sz="1200"/>
          </a:p>
          <a:p>
            <a:pPr eaLnBrk="1" hangingPunct="1"/>
            <a:r>
              <a:rPr lang="en-US" altLang="ja-JP" sz="1200"/>
              <a:t>SELECT ?class</a:t>
            </a:r>
          </a:p>
          <a:p>
            <a:pPr eaLnBrk="1" hangingPunct="1"/>
            <a:r>
              <a:rPr lang="en-US" altLang="ja-JP" sz="1200"/>
              <a:t>WHERE {</a:t>
            </a:r>
          </a:p>
          <a:p>
            <a:pPr eaLnBrk="1" hangingPunct="1"/>
            <a:r>
              <a:rPr lang="en-US" altLang="ja-JP" sz="1200"/>
              <a:t>    {?class rdf:type rdfs:Class} UNION {?class rdf:type owl:Class} UNION  {?class rdf:type owl:Restriction} UNION {?class rdf:type owl:DataRange} UNION </a:t>
            </a:r>
          </a:p>
          <a:p>
            <a:pPr eaLnBrk="1" hangingPunct="1"/>
            <a:r>
              <a:rPr lang="en-US" altLang="ja-JP" sz="1200"/>
              <a:t>    {?class rdf:type daml03:Class} UNION {?class rdf:type daml03:Datatype} UNION {?class rdf:type daml03:Restriction} UNION </a:t>
            </a:r>
          </a:p>
          <a:p>
            <a:pPr eaLnBrk="1" hangingPunct="1"/>
            <a:r>
              <a:rPr lang="en-US" altLang="ja-JP" sz="1200"/>
              <a:t>    {?class rdf:type daml10:Class} UNION {?class rdf:type daml10:Datatype} UNION {?class rdf:type daml10:Restriction}</a:t>
            </a:r>
          </a:p>
          <a:p>
            <a:pPr eaLnBrk="1" hangingPunct="1"/>
            <a:r>
              <a:rPr lang="en-US" altLang="ja-JP" sz="1200"/>
              <a:t>}</a:t>
            </a:r>
          </a:p>
        </p:txBody>
      </p:sp>
      <p:sp>
        <p:nvSpPr>
          <p:cNvPr id="60423" name="Text Box 13"/>
          <p:cNvSpPr txBox="1">
            <a:spLocks noChangeArrowheads="1"/>
          </p:cNvSpPr>
          <p:nvPr/>
        </p:nvSpPr>
        <p:spPr bwMode="auto">
          <a:xfrm>
            <a:off x="1447800" y="4162425"/>
            <a:ext cx="1893888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ja-JP" altLang="en-US" sz="1400"/>
              <a:t>クラス抽出テンプレート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42" name="Rectangle 4"/>
          <p:cNvSpPr>
            <a:spLocks noChangeArrowheads="1"/>
          </p:cNvSpPr>
          <p:nvPr/>
        </p:nvSpPr>
        <p:spPr bwMode="auto">
          <a:xfrm>
            <a:off x="1524000" y="533400"/>
            <a:ext cx="11315700" cy="30226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ja-JP" sz="1200"/>
              <a:t>PREFIX rdf: &lt;http://www.w3.org/1999/02/22-rdf-syntax-ns#&gt;</a:t>
            </a:r>
          </a:p>
          <a:p>
            <a:pPr eaLnBrk="1" hangingPunct="1"/>
            <a:r>
              <a:rPr lang="en-US" altLang="ja-JP" sz="1200"/>
              <a:t>PREFIX rdfs: &lt;http://www.w3.org/2000/01/rdf-schema#&gt;</a:t>
            </a:r>
          </a:p>
          <a:p>
            <a:pPr eaLnBrk="1" hangingPunct="1"/>
            <a:r>
              <a:rPr lang="en-US" altLang="ja-JP" sz="1200"/>
              <a:t>PREFIX owl:  &lt;http://www.w3.org/2002/07/owl#&gt;</a:t>
            </a:r>
          </a:p>
          <a:p>
            <a:pPr eaLnBrk="1" hangingPunct="1"/>
            <a:r>
              <a:rPr lang="en-US" altLang="ja-JP" sz="1200"/>
              <a:t>PREFIX daml03: &lt;http://www.daml.org/2001/03/daml+oil#&gt;</a:t>
            </a:r>
          </a:p>
          <a:p>
            <a:pPr eaLnBrk="1" hangingPunct="1"/>
            <a:r>
              <a:rPr lang="en-US" altLang="ja-JP" sz="1200"/>
              <a:t>PREFIX daml10: &lt;http://www.w3.org/2001/10/daml+oil#&gt;</a:t>
            </a:r>
          </a:p>
          <a:p>
            <a:pPr eaLnBrk="1" hangingPunct="1"/>
            <a:endParaRPr lang="en-US" altLang="ja-JP" sz="1200"/>
          </a:p>
          <a:p>
            <a:pPr eaLnBrk="1" hangingPunct="1"/>
            <a:r>
              <a:rPr lang="en-US" altLang="ja-JP" sz="1200"/>
              <a:t>SELECT ?property</a:t>
            </a:r>
          </a:p>
          <a:p>
            <a:pPr eaLnBrk="1" hangingPunct="1"/>
            <a:r>
              <a:rPr lang="en-US" altLang="ja-JP" sz="1200"/>
              <a:t>WHERE {</a:t>
            </a:r>
          </a:p>
          <a:p>
            <a:pPr eaLnBrk="1" hangingPunct="1"/>
            <a:r>
              <a:rPr lang="en-US" altLang="ja-JP" sz="1200"/>
              <a:t>   {?property rdf:type rdf:Property} UNION {?property rdf:type owl:ObjectProperty} UNION  {?property rdf:type owl:DatatypeProperty} UNION</a:t>
            </a:r>
          </a:p>
          <a:p>
            <a:pPr eaLnBrk="1" hangingPunct="1"/>
            <a:r>
              <a:rPr lang="en-US" altLang="ja-JP" sz="1200"/>
              <a:t>   {?property rdf:type owl:AnnotationProperty} UNION {?property rdf:type owl:FunctionalProperty} UNION {?property rdf:type owl:InverseFunctionalProperty} UNION         </a:t>
            </a:r>
          </a:p>
          <a:p>
            <a:pPr eaLnBrk="1" hangingPunct="1"/>
            <a:r>
              <a:rPr lang="en-US" altLang="ja-JP" sz="1200"/>
              <a:t>   {?property rdf:type owl:SymmetricProperty} UNION {?property rdf:type owl:OntologyProperty} UNION {?property rdf:type owl:TransitiveProperty} UNION </a:t>
            </a:r>
          </a:p>
          <a:p>
            <a:pPr eaLnBrk="1" hangingPunct="1"/>
            <a:r>
              <a:rPr lang="en-US" altLang="ja-JP" sz="1200"/>
              <a:t>   {?property rdf:type daml03:Property} UNION {?property rdf:type daml03:ObjectProperty} UNION {?property rdf:type daml03:DatatypeProperty} UNION   </a:t>
            </a:r>
          </a:p>
          <a:p>
            <a:pPr eaLnBrk="1" hangingPunct="1"/>
            <a:r>
              <a:rPr lang="en-US" altLang="ja-JP" sz="1200"/>
              <a:t>   {?property rdf:type daml03:TransitiveProperty} UNION {?property rdf:type daml03:DatatypeProperty} UNION {?property rdf:type daml03:UniqueProperty}  UNION </a:t>
            </a:r>
          </a:p>
          <a:p>
            <a:pPr eaLnBrk="1" hangingPunct="1"/>
            <a:r>
              <a:rPr lang="en-US" altLang="ja-JP" sz="1200"/>
              <a:t>   {?property rdf:type daml10:Property} UNION {?property rdf:type daml10:ObjectProperty} UNION {?property rdf:type daml10:DatatypeProperty} UNION  </a:t>
            </a:r>
          </a:p>
          <a:p>
            <a:pPr eaLnBrk="1" hangingPunct="1"/>
            <a:r>
              <a:rPr lang="en-US" altLang="ja-JP" sz="1200"/>
              <a:t>   {?property rdf:type daml10:TransitiveProperty} UNION {?property rdf:type daml10:DatatypeProperty} UNION {?property rdf:type daml10:UniqueProperty}</a:t>
            </a:r>
          </a:p>
          <a:p>
            <a:pPr eaLnBrk="1" hangingPunct="1"/>
            <a:r>
              <a:rPr lang="en-US" altLang="ja-JP" sz="1200"/>
              <a:t>}</a:t>
            </a:r>
          </a:p>
        </p:txBody>
      </p:sp>
      <p:sp>
        <p:nvSpPr>
          <p:cNvPr id="61443" name="Text Box 5"/>
          <p:cNvSpPr txBox="1">
            <a:spLocks noChangeArrowheads="1"/>
          </p:cNvSpPr>
          <p:nvPr/>
        </p:nvSpPr>
        <p:spPr bwMode="auto">
          <a:xfrm>
            <a:off x="1524001" y="152401"/>
            <a:ext cx="2784475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ja-JP" altLang="en-US"/>
              <a:t>プロパティ抽出テンプレート</a:t>
            </a:r>
          </a:p>
        </p:txBody>
      </p:sp>
      <p:sp>
        <p:nvSpPr>
          <p:cNvPr id="61444" name="Rectangle 6"/>
          <p:cNvSpPr>
            <a:spLocks noChangeArrowheads="1"/>
          </p:cNvSpPr>
          <p:nvPr/>
        </p:nvSpPr>
        <p:spPr bwMode="auto">
          <a:xfrm>
            <a:off x="1524000" y="4495801"/>
            <a:ext cx="9067800" cy="1744663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ja-JP" sz="1200"/>
              <a:t>PREFIX rdfs: &lt;http://www.w3.org/2000/01/rdf-schema#&gt;</a:t>
            </a:r>
          </a:p>
          <a:p>
            <a:pPr eaLnBrk="1" hangingPunct="1"/>
            <a:r>
              <a:rPr lang="pt-BR" altLang="ja-JP" sz="1200"/>
              <a:t>PREFIX daml03: &lt;http://www.daml.org/2001/03/daml+oil#&gt;</a:t>
            </a:r>
          </a:p>
          <a:p>
            <a:pPr eaLnBrk="1" hangingPunct="1"/>
            <a:r>
              <a:rPr lang="pt-BR" altLang="ja-JP" sz="1200"/>
              <a:t>PREFIX daml10: &lt;http://www.w3.org/2001/10/daml+oil#&gt;</a:t>
            </a:r>
            <a:endParaRPr lang="en-US" altLang="ja-JP" sz="1200"/>
          </a:p>
          <a:p>
            <a:pPr eaLnBrk="1" hangingPunct="1"/>
            <a:endParaRPr lang="en-US" altLang="ja-JP" sz="1200"/>
          </a:p>
          <a:p>
            <a:pPr eaLnBrk="1" hangingPunct="1"/>
            <a:r>
              <a:rPr lang="en-US" altLang="ja-JP" sz="1200"/>
              <a:t>SELECT ?property ?domain ?range</a:t>
            </a:r>
          </a:p>
          <a:p>
            <a:pPr eaLnBrk="1" hangingPunct="1"/>
            <a:r>
              <a:rPr lang="en-US" altLang="ja-JP" sz="1200"/>
              <a:t>WHERE {</a:t>
            </a:r>
          </a:p>
          <a:p>
            <a:pPr eaLnBrk="1" hangingPunct="1"/>
            <a:r>
              <a:rPr lang="en-US" altLang="ja-JP" sz="1200"/>
              <a:t>    {?property rdfs:domain ?domain} UNION  {?property rdfs:range ?range} UNION {?property daml03:domain ?domain} UNION</a:t>
            </a:r>
          </a:p>
          <a:p>
            <a:pPr eaLnBrk="1" hangingPunct="1"/>
            <a:r>
              <a:rPr lang="en-US" altLang="ja-JP" sz="1200"/>
              <a:t>    {?property daml03:range ?range} UNION {?property daml10:domain ?domain} UNION {?property daml10:range ?range}</a:t>
            </a:r>
          </a:p>
          <a:p>
            <a:pPr eaLnBrk="1" hangingPunct="1"/>
            <a:r>
              <a:rPr lang="en-US" altLang="ja-JP" sz="1200"/>
              <a:t>}</a:t>
            </a:r>
          </a:p>
        </p:txBody>
      </p:sp>
      <p:sp>
        <p:nvSpPr>
          <p:cNvPr id="61445" name="Text Box 7"/>
          <p:cNvSpPr txBox="1">
            <a:spLocks noChangeArrowheads="1"/>
          </p:cNvSpPr>
          <p:nvPr/>
        </p:nvSpPr>
        <p:spPr bwMode="auto">
          <a:xfrm>
            <a:off x="1600201" y="4038601"/>
            <a:ext cx="3159125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ja-JP" altLang="en-US"/>
              <a:t>その他の関係抽出テンプレート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図 2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8528" y="0"/>
            <a:ext cx="8054944" cy="6858000"/>
          </a:xfrm>
          <a:prstGeom prst="rect">
            <a:avLst/>
          </a:prstGeom>
        </p:spPr>
      </p:pic>
      <p:sp>
        <p:nvSpPr>
          <p:cNvPr id="25" name="正方形/長方形 24"/>
          <p:cNvSpPr/>
          <p:nvPr/>
        </p:nvSpPr>
        <p:spPr>
          <a:xfrm>
            <a:off x="2133600" y="685800"/>
            <a:ext cx="7848600" cy="10668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ja-JP" altLang="en-US"/>
          </a:p>
        </p:txBody>
      </p:sp>
      <p:sp>
        <p:nvSpPr>
          <p:cNvPr id="26" name="正方形/長方形 25"/>
          <p:cNvSpPr/>
          <p:nvPr/>
        </p:nvSpPr>
        <p:spPr>
          <a:xfrm>
            <a:off x="2133600" y="1796534"/>
            <a:ext cx="7848600" cy="3917911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ja-JP" altLang="en-US" dirty="0"/>
          </a:p>
        </p:txBody>
      </p:sp>
      <p:sp>
        <p:nvSpPr>
          <p:cNvPr id="27" name="正方形/長方形 26"/>
          <p:cNvSpPr/>
          <p:nvPr/>
        </p:nvSpPr>
        <p:spPr>
          <a:xfrm>
            <a:off x="2133600" y="5714446"/>
            <a:ext cx="7848600" cy="305355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ja-JP" altLang="en-US" dirty="0"/>
          </a:p>
        </p:txBody>
      </p:sp>
      <p:sp>
        <p:nvSpPr>
          <p:cNvPr id="28" name="テキスト ボックス 27"/>
          <p:cNvSpPr txBox="1">
            <a:spLocks noChangeAspect="1"/>
          </p:cNvSpPr>
          <p:nvPr/>
        </p:nvSpPr>
        <p:spPr>
          <a:xfrm>
            <a:off x="8153400" y="1034534"/>
            <a:ext cx="327334" cy="369332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anchor="ctr" anchorCtr="0">
            <a:spAutoFit/>
          </a:bodyPr>
          <a:lstStyle/>
          <a:p>
            <a:pPr>
              <a:defRPr/>
            </a:pPr>
            <a:r>
              <a:rPr lang="en-US" altLang="ja-JP" dirty="0">
                <a:latin typeface="Meiryo" charset="-128"/>
                <a:ea typeface="Meiryo" charset="-128"/>
                <a:cs typeface="Meiryo" charset="-128"/>
              </a:rPr>
              <a:t>1</a:t>
            </a:r>
            <a:endParaRPr lang="ja-JP" altLang="en-US" dirty="0">
              <a:latin typeface="Meiryo" charset="-128"/>
              <a:ea typeface="Meiryo" charset="-128"/>
              <a:cs typeface="Meiryo" charset="-128"/>
            </a:endParaRPr>
          </a:p>
        </p:txBody>
      </p:sp>
      <p:sp>
        <p:nvSpPr>
          <p:cNvPr id="29" name="テキスト ボックス 28"/>
          <p:cNvSpPr txBox="1">
            <a:spLocks noChangeAspect="1"/>
          </p:cNvSpPr>
          <p:nvPr/>
        </p:nvSpPr>
        <p:spPr>
          <a:xfrm>
            <a:off x="8153400" y="2429068"/>
            <a:ext cx="327334" cy="369332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anchor="ctr" anchorCtr="0">
            <a:spAutoFit/>
          </a:bodyPr>
          <a:lstStyle/>
          <a:p>
            <a:pPr>
              <a:defRPr/>
            </a:pPr>
            <a:r>
              <a:rPr lang="en-US" altLang="ja-JP" dirty="0">
                <a:latin typeface="Meiryo" charset="-128"/>
                <a:ea typeface="Meiryo" charset="-128"/>
                <a:cs typeface="Meiryo" charset="-128"/>
              </a:rPr>
              <a:t>2</a:t>
            </a:r>
            <a:endParaRPr lang="ja-JP" altLang="en-US" dirty="0">
              <a:latin typeface="Meiryo" charset="-128"/>
              <a:ea typeface="Meiryo" charset="-128"/>
              <a:cs typeface="Meiryo" charset="-128"/>
            </a:endParaRPr>
          </a:p>
        </p:txBody>
      </p:sp>
      <p:sp>
        <p:nvSpPr>
          <p:cNvPr id="30" name="テキスト ボックス 29"/>
          <p:cNvSpPr txBox="1">
            <a:spLocks noChangeAspect="1"/>
          </p:cNvSpPr>
          <p:nvPr/>
        </p:nvSpPr>
        <p:spPr>
          <a:xfrm>
            <a:off x="7848600" y="5709778"/>
            <a:ext cx="327334" cy="369332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anchor="ctr" anchorCtr="0">
            <a:spAutoFit/>
          </a:bodyPr>
          <a:lstStyle/>
          <a:p>
            <a:pPr>
              <a:defRPr/>
            </a:pPr>
            <a:r>
              <a:rPr lang="en-US" altLang="ja-JP" dirty="0">
                <a:latin typeface="Meiryo" charset="-128"/>
                <a:ea typeface="Meiryo" charset="-128"/>
                <a:cs typeface="Meiryo" charset="-128"/>
              </a:rPr>
              <a:t>3</a:t>
            </a:r>
            <a:endParaRPr lang="ja-JP" altLang="en-US" dirty="0">
              <a:latin typeface="Meiryo" charset="-128"/>
              <a:ea typeface="Meiryo" charset="-128"/>
              <a:cs typeface="Meiryo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53102202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8528" y="0"/>
            <a:ext cx="8054944" cy="6858000"/>
          </a:xfrm>
          <a:prstGeom prst="rect">
            <a:avLst/>
          </a:prstGeom>
        </p:spPr>
      </p:pic>
      <p:sp>
        <p:nvSpPr>
          <p:cNvPr id="3" name="正方形/長方形 2"/>
          <p:cNvSpPr/>
          <p:nvPr/>
        </p:nvSpPr>
        <p:spPr>
          <a:xfrm>
            <a:off x="2133600" y="685800"/>
            <a:ext cx="7848600" cy="10668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ja-JP" altLang="en-US"/>
          </a:p>
        </p:txBody>
      </p:sp>
      <p:sp>
        <p:nvSpPr>
          <p:cNvPr id="4" name="正方形/長方形 3"/>
          <p:cNvSpPr/>
          <p:nvPr/>
        </p:nvSpPr>
        <p:spPr>
          <a:xfrm>
            <a:off x="2133600" y="1828800"/>
            <a:ext cx="4191000" cy="41910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ja-JP" altLang="en-US" dirty="0"/>
          </a:p>
        </p:txBody>
      </p:sp>
      <p:sp>
        <p:nvSpPr>
          <p:cNvPr id="5" name="正方形/長方形 4"/>
          <p:cNvSpPr/>
          <p:nvPr/>
        </p:nvSpPr>
        <p:spPr>
          <a:xfrm>
            <a:off x="6324600" y="1839022"/>
            <a:ext cx="2819400" cy="418077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ja-JP" altLang="en-US" dirty="0"/>
          </a:p>
        </p:txBody>
      </p:sp>
      <p:sp>
        <p:nvSpPr>
          <p:cNvPr id="6" name="テキスト ボックス 5"/>
          <p:cNvSpPr txBox="1">
            <a:spLocks noChangeAspect="1"/>
          </p:cNvSpPr>
          <p:nvPr/>
        </p:nvSpPr>
        <p:spPr>
          <a:xfrm>
            <a:off x="8686800" y="1062134"/>
            <a:ext cx="327334" cy="369332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anchor="ctr" anchorCtr="0">
            <a:spAutoFit/>
          </a:bodyPr>
          <a:lstStyle/>
          <a:p>
            <a:pPr>
              <a:defRPr/>
            </a:pPr>
            <a:r>
              <a:rPr lang="en-US" altLang="ja-JP" dirty="0">
                <a:latin typeface="Meiryo" charset="-128"/>
                <a:ea typeface="Meiryo" charset="-128"/>
                <a:cs typeface="Meiryo" charset="-128"/>
              </a:rPr>
              <a:t>1</a:t>
            </a:r>
            <a:endParaRPr lang="ja-JP" altLang="en-US" dirty="0">
              <a:latin typeface="Meiryo" charset="-128"/>
              <a:ea typeface="Meiryo" charset="-128"/>
              <a:cs typeface="Meiryo" charset="-128"/>
            </a:endParaRPr>
          </a:p>
        </p:txBody>
      </p:sp>
      <p:sp>
        <p:nvSpPr>
          <p:cNvPr id="7" name="テキスト ボックス 6"/>
          <p:cNvSpPr txBox="1">
            <a:spLocks noChangeAspect="1"/>
          </p:cNvSpPr>
          <p:nvPr/>
        </p:nvSpPr>
        <p:spPr>
          <a:xfrm>
            <a:off x="5791200" y="1900334"/>
            <a:ext cx="327334" cy="369332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anchor="ctr" anchorCtr="0">
            <a:spAutoFit/>
          </a:bodyPr>
          <a:lstStyle/>
          <a:p>
            <a:pPr>
              <a:defRPr/>
            </a:pPr>
            <a:r>
              <a:rPr lang="en-US" altLang="ja-JP" dirty="0">
                <a:latin typeface="Meiryo" charset="-128"/>
                <a:ea typeface="Meiryo" charset="-128"/>
                <a:cs typeface="Meiryo" charset="-128"/>
              </a:rPr>
              <a:t>2</a:t>
            </a:r>
            <a:endParaRPr lang="ja-JP" altLang="en-US" dirty="0">
              <a:latin typeface="Meiryo" charset="-128"/>
              <a:ea typeface="Meiryo" charset="-128"/>
              <a:cs typeface="Meiryo" charset="-128"/>
            </a:endParaRPr>
          </a:p>
        </p:txBody>
      </p:sp>
      <p:sp>
        <p:nvSpPr>
          <p:cNvPr id="8" name="テキスト ボックス 7"/>
          <p:cNvSpPr txBox="1">
            <a:spLocks noChangeAspect="1"/>
          </p:cNvSpPr>
          <p:nvPr/>
        </p:nvSpPr>
        <p:spPr>
          <a:xfrm>
            <a:off x="8686800" y="1987034"/>
            <a:ext cx="327334" cy="369332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anchor="ctr" anchorCtr="0">
            <a:spAutoFit/>
          </a:bodyPr>
          <a:lstStyle/>
          <a:p>
            <a:pPr>
              <a:defRPr/>
            </a:pPr>
            <a:r>
              <a:rPr lang="en-US" altLang="ja-JP" dirty="0">
                <a:latin typeface="Meiryo" charset="-128"/>
                <a:ea typeface="Meiryo" charset="-128"/>
                <a:cs typeface="Meiryo" charset="-128"/>
              </a:rPr>
              <a:t>3</a:t>
            </a:r>
            <a:endParaRPr lang="ja-JP" altLang="en-US" dirty="0">
              <a:latin typeface="Meiryo" charset="-128"/>
              <a:ea typeface="Meiryo" charset="-128"/>
              <a:cs typeface="Meiryo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92100494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8528" y="0"/>
            <a:ext cx="8054944" cy="6858000"/>
          </a:xfrm>
          <a:prstGeom prst="rect">
            <a:avLst/>
          </a:prstGeom>
        </p:spPr>
      </p:pic>
      <p:sp>
        <p:nvSpPr>
          <p:cNvPr id="3" name="正方形/長方形 2"/>
          <p:cNvSpPr/>
          <p:nvPr/>
        </p:nvSpPr>
        <p:spPr>
          <a:xfrm>
            <a:off x="2133600" y="685800"/>
            <a:ext cx="7848600" cy="19050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ja-JP" altLang="en-US"/>
          </a:p>
        </p:txBody>
      </p:sp>
      <p:sp>
        <p:nvSpPr>
          <p:cNvPr id="4" name="正方形/長方形 3"/>
          <p:cNvSpPr/>
          <p:nvPr/>
        </p:nvSpPr>
        <p:spPr>
          <a:xfrm>
            <a:off x="2133600" y="2895600"/>
            <a:ext cx="7848600" cy="3257205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ja-JP" altLang="en-US" dirty="0"/>
          </a:p>
        </p:txBody>
      </p:sp>
      <p:sp>
        <p:nvSpPr>
          <p:cNvPr id="5" name="正方形/長方形 4"/>
          <p:cNvSpPr/>
          <p:nvPr/>
        </p:nvSpPr>
        <p:spPr>
          <a:xfrm>
            <a:off x="2153588" y="6160867"/>
            <a:ext cx="3485213" cy="23993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ja-JP" altLang="en-US" dirty="0"/>
          </a:p>
        </p:txBody>
      </p:sp>
      <p:sp>
        <p:nvSpPr>
          <p:cNvPr id="6" name="テキスト ボックス 5"/>
          <p:cNvSpPr txBox="1">
            <a:spLocks noChangeAspect="1"/>
          </p:cNvSpPr>
          <p:nvPr/>
        </p:nvSpPr>
        <p:spPr>
          <a:xfrm>
            <a:off x="2286000" y="1062134"/>
            <a:ext cx="327334" cy="369332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anchor="ctr" anchorCtr="0">
            <a:spAutoFit/>
          </a:bodyPr>
          <a:lstStyle/>
          <a:p>
            <a:pPr>
              <a:defRPr/>
            </a:pPr>
            <a:r>
              <a:rPr lang="en-US" altLang="ja-JP" dirty="0">
                <a:latin typeface="Meiryo" charset="-128"/>
                <a:ea typeface="Meiryo" charset="-128"/>
                <a:cs typeface="Meiryo" charset="-128"/>
              </a:rPr>
              <a:t>1</a:t>
            </a:r>
            <a:endParaRPr lang="ja-JP" altLang="en-US" dirty="0">
              <a:latin typeface="Meiryo" charset="-128"/>
              <a:ea typeface="Meiryo" charset="-128"/>
              <a:cs typeface="Meiryo" charset="-128"/>
            </a:endParaRPr>
          </a:p>
        </p:txBody>
      </p:sp>
      <p:sp>
        <p:nvSpPr>
          <p:cNvPr id="8" name="テキスト ボックス 7"/>
          <p:cNvSpPr txBox="1">
            <a:spLocks noChangeAspect="1"/>
          </p:cNvSpPr>
          <p:nvPr/>
        </p:nvSpPr>
        <p:spPr>
          <a:xfrm>
            <a:off x="9448800" y="3091934"/>
            <a:ext cx="327334" cy="369332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anchor="ctr" anchorCtr="0">
            <a:spAutoFit/>
          </a:bodyPr>
          <a:lstStyle/>
          <a:p>
            <a:pPr>
              <a:defRPr/>
            </a:pPr>
            <a:r>
              <a:rPr lang="en-US" altLang="ja-JP" dirty="0">
                <a:latin typeface="Meiryo" charset="-128"/>
                <a:ea typeface="Meiryo" charset="-128"/>
                <a:cs typeface="Meiryo" charset="-128"/>
              </a:rPr>
              <a:t>4</a:t>
            </a:r>
            <a:endParaRPr lang="ja-JP" altLang="en-US" dirty="0">
              <a:latin typeface="Meiryo" charset="-128"/>
              <a:ea typeface="Meiryo" charset="-128"/>
              <a:cs typeface="Meiryo" charset="-128"/>
            </a:endParaRPr>
          </a:p>
        </p:txBody>
      </p:sp>
      <p:sp>
        <p:nvSpPr>
          <p:cNvPr id="9" name="正方形/長方形 8"/>
          <p:cNvSpPr/>
          <p:nvPr/>
        </p:nvSpPr>
        <p:spPr>
          <a:xfrm>
            <a:off x="2133600" y="2590800"/>
            <a:ext cx="1981200" cy="3048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ja-JP" altLang="en-US"/>
          </a:p>
        </p:txBody>
      </p:sp>
      <p:sp>
        <p:nvSpPr>
          <p:cNvPr id="10" name="正方形/長方形 9"/>
          <p:cNvSpPr/>
          <p:nvPr/>
        </p:nvSpPr>
        <p:spPr>
          <a:xfrm>
            <a:off x="7924800" y="2590800"/>
            <a:ext cx="2057400" cy="3048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ja-JP" altLang="en-US"/>
          </a:p>
        </p:txBody>
      </p:sp>
      <p:sp>
        <p:nvSpPr>
          <p:cNvPr id="7" name="テキスト ボックス 6"/>
          <p:cNvSpPr txBox="1">
            <a:spLocks noChangeAspect="1"/>
          </p:cNvSpPr>
          <p:nvPr/>
        </p:nvSpPr>
        <p:spPr>
          <a:xfrm>
            <a:off x="4132403" y="2513540"/>
            <a:ext cx="327334" cy="369332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anchor="ctr" anchorCtr="0">
            <a:spAutoFit/>
          </a:bodyPr>
          <a:lstStyle/>
          <a:p>
            <a:pPr>
              <a:defRPr/>
            </a:pPr>
            <a:r>
              <a:rPr lang="en-US" altLang="ja-JP" dirty="0">
                <a:latin typeface="Meiryo" charset="-128"/>
                <a:ea typeface="Meiryo" charset="-128"/>
                <a:cs typeface="Meiryo" charset="-128"/>
              </a:rPr>
              <a:t>2</a:t>
            </a:r>
            <a:endParaRPr lang="ja-JP" altLang="en-US" dirty="0">
              <a:latin typeface="Meiryo" charset="-128"/>
              <a:ea typeface="Meiryo" charset="-128"/>
              <a:cs typeface="Meiryo" charset="-128"/>
            </a:endParaRPr>
          </a:p>
        </p:txBody>
      </p:sp>
      <p:sp>
        <p:nvSpPr>
          <p:cNvPr id="11" name="テキスト ボックス 10"/>
          <p:cNvSpPr txBox="1">
            <a:spLocks noChangeAspect="1"/>
          </p:cNvSpPr>
          <p:nvPr/>
        </p:nvSpPr>
        <p:spPr>
          <a:xfrm>
            <a:off x="7597466" y="2518206"/>
            <a:ext cx="327334" cy="369332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anchor="ctr" anchorCtr="0">
            <a:spAutoFit/>
          </a:bodyPr>
          <a:lstStyle/>
          <a:p>
            <a:pPr>
              <a:defRPr/>
            </a:pPr>
            <a:r>
              <a:rPr lang="en-US" altLang="ja-JP" dirty="0">
                <a:latin typeface="Meiryo" charset="-128"/>
                <a:ea typeface="Meiryo" charset="-128"/>
                <a:cs typeface="Meiryo" charset="-128"/>
              </a:rPr>
              <a:t>3</a:t>
            </a:r>
            <a:endParaRPr lang="ja-JP" altLang="en-US" dirty="0">
              <a:latin typeface="Meiryo" charset="-128"/>
              <a:ea typeface="Meiryo" charset="-128"/>
              <a:cs typeface="Meiryo" charset="-128"/>
            </a:endParaRPr>
          </a:p>
        </p:txBody>
      </p:sp>
      <p:sp>
        <p:nvSpPr>
          <p:cNvPr id="12" name="正方形/長方形 11"/>
          <p:cNvSpPr/>
          <p:nvPr/>
        </p:nvSpPr>
        <p:spPr>
          <a:xfrm>
            <a:off x="9448800" y="6152804"/>
            <a:ext cx="598472" cy="23993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ja-JP" altLang="en-US" dirty="0"/>
          </a:p>
        </p:txBody>
      </p:sp>
      <p:sp>
        <p:nvSpPr>
          <p:cNvPr id="13" name="テキスト ボックス 12"/>
          <p:cNvSpPr txBox="1">
            <a:spLocks noChangeAspect="1"/>
          </p:cNvSpPr>
          <p:nvPr/>
        </p:nvSpPr>
        <p:spPr>
          <a:xfrm>
            <a:off x="5655672" y="6031469"/>
            <a:ext cx="327334" cy="369332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anchor="ctr" anchorCtr="0">
            <a:spAutoFit/>
          </a:bodyPr>
          <a:lstStyle/>
          <a:p>
            <a:pPr>
              <a:defRPr/>
            </a:pPr>
            <a:r>
              <a:rPr lang="en-US" altLang="ja-JP" dirty="0">
                <a:latin typeface="Meiryo" charset="-128"/>
                <a:ea typeface="Meiryo" charset="-128"/>
                <a:cs typeface="Meiryo" charset="-128"/>
              </a:rPr>
              <a:t>5</a:t>
            </a:r>
            <a:endParaRPr lang="ja-JP" altLang="en-US" dirty="0">
              <a:latin typeface="Meiryo" charset="-128"/>
              <a:ea typeface="Meiryo" charset="-128"/>
              <a:cs typeface="Meiryo" charset="-128"/>
            </a:endParaRPr>
          </a:p>
        </p:txBody>
      </p:sp>
      <p:sp>
        <p:nvSpPr>
          <p:cNvPr id="14" name="テキスト ボックス 13"/>
          <p:cNvSpPr txBox="1">
            <a:spLocks noChangeAspect="1"/>
          </p:cNvSpPr>
          <p:nvPr/>
        </p:nvSpPr>
        <p:spPr>
          <a:xfrm>
            <a:off x="9107725" y="6040895"/>
            <a:ext cx="327334" cy="369332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anchor="ctr" anchorCtr="0">
            <a:spAutoFit/>
          </a:bodyPr>
          <a:lstStyle/>
          <a:p>
            <a:pPr>
              <a:defRPr/>
            </a:pPr>
            <a:r>
              <a:rPr lang="en-US" altLang="ja-JP" dirty="0">
                <a:latin typeface="Meiryo" charset="-128"/>
                <a:ea typeface="Meiryo" charset="-128"/>
                <a:cs typeface="Meiryo" charset="-128"/>
              </a:rPr>
              <a:t>6</a:t>
            </a:r>
            <a:endParaRPr lang="ja-JP" altLang="en-US" dirty="0">
              <a:latin typeface="Meiryo" charset="-128"/>
              <a:ea typeface="Meiryo" charset="-128"/>
              <a:cs typeface="Meiryo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9288226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図 1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-16239"/>
            <a:ext cx="8054944" cy="6858000"/>
          </a:xfrm>
          <a:prstGeom prst="rect">
            <a:avLst/>
          </a:prstGeom>
        </p:spPr>
      </p:pic>
      <p:sp>
        <p:nvSpPr>
          <p:cNvPr id="3" name="正方形/長方形 2"/>
          <p:cNvSpPr/>
          <p:nvPr/>
        </p:nvSpPr>
        <p:spPr>
          <a:xfrm>
            <a:off x="2153588" y="649504"/>
            <a:ext cx="6304613" cy="1103097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ja-JP" altLang="en-US"/>
          </a:p>
        </p:txBody>
      </p:sp>
      <p:sp>
        <p:nvSpPr>
          <p:cNvPr id="4" name="正方形/長方形 3"/>
          <p:cNvSpPr/>
          <p:nvPr/>
        </p:nvSpPr>
        <p:spPr>
          <a:xfrm>
            <a:off x="2153588" y="5356486"/>
            <a:ext cx="6304613" cy="371385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ja-JP" altLang="en-US" dirty="0"/>
          </a:p>
        </p:txBody>
      </p:sp>
      <p:sp>
        <p:nvSpPr>
          <p:cNvPr id="5" name="正方形/長方形 4"/>
          <p:cNvSpPr/>
          <p:nvPr/>
        </p:nvSpPr>
        <p:spPr>
          <a:xfrm>
            <a:off x="2151090" y="5734707"/>
            <a:ext cx="1963711" cy="23993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ja-JP" altLang="en-US" dirty="0"/>
          </a:p>
        </p:txBody>
      </p:sp>
      <p:sp>
        <p:nvSpPr>
          <p:cNvPr id="6" name="テキスト ボックス 5"/>
          <p:cNvSpPr txBox="1">
            <a:spLocks noChangeAspect="1"/>
          </p:cNvSpPr>
          <p:nvPr/>
        </p:nvSpPr>
        <p:spPr>
          <a:xfrm>
            <a:off x="8001000" y="867615"/>
            <a:ext cx="327334" cy="369332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anchor="ctr" anchorCtr="0">
            <a:spAutoFit/>
          </a:bodyPr>
          <a:lstStyle/>
          <a:p>
            <a:pPr>
              <a:defRPr/>
            </a:pPr>
            <a:r>
              <a:rPr lang="en-US" altLang="ja-JP" dirty="0">
                <a:latin typeface="Meiryo" charset="-128"/>
                <a:ea typeface="Meiryo" charset="-128"/>
                <a:cs typeface="Meiryo" charset="-128"/>
              </a:rPr>
              <a:t>1</a:t>
            </a:r>
            <a:endParaRPr lang="ja-JP" altLang="en-US" dirty="0">
              <a:latin typeface="Meiryo" charset="-128"/>
              <a:ea typeface="Meiryo" charset="-128"/>
              <a:cs typeface="Meiryo" charset="-128"/>
            </a:endParaRPr>
          </a:p>
        </p:txBody>
      </p:sp>
      <p:sp>
        <p:nvSpPr>
          <p:cNvPr id="7" name="テキスト ボックス 6"/>
          <p:cNvSpPr txBox="1">
            <a:spLocks noChangeAspect="1"/>
          </p:cNvSpPr>
          <p:nvPr/>
        </p:nvSpPr>
        <p:spPr>
          <a:xfrm>
            <a:off x="8033666" y="5334000"/>
            <a:ext cx="327334" cy="369332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anchor="ctr" anchorCtr="0">
            <a:spAutoFit/>
          </a:bodyPr>
          <a:lstStyle/>
          <a:p>
            <a:pPr>
              <a:defRPr/>
            </a:pPr>
            <a:r>
              <a:rPr lang="en-US" altLang="ja-JP" dirty="0">
                <a:latin typeface="Meiryo" charset="-128"/>
                <a:ea typeface="Meiryo" charset="-128"/>
                <a:cs typeface="Meiryo" charset="-128"/>
              </a:rPr>
              <a:t>4</a:t>
            </a:r>
            <a:endParaRPr lang="ja-JP" altLang="en-US" dirty="0">
              <a:latin typeface="Meiryo" charset="-128"/>
              <a:ea typeface="Meiryo" charset="-128"/>
              <a:cs typeface="Meiryo" charset="-128"/>
            </a:endParaRPr>
          </a:p>
        </p:txBody>
      </p:sp>
      <p:sp>
        <p:nvSpPr>
          <p:cNvPr id="8" name="正方形/長方形 7"/>
          <p:cNvSpPr/>
          <p:nvPr/>
        </p:nvSpPr>
        <p:spPr>
          <a:xfrm>
            <a:off x="2153588" y="1810512"/>
            <a:ext cx="589613" cy="352348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ja-JP" altLang="en-US"/>
          </a:p>
        </p:txBody>
      </p:sp>
      <p:sp>
        <p:nvSpPr>
          <p:cNvPr id="9" name="正方形/長方形 8"/>
          <p:cNvSpPr/>
          <p:nvPr/>
        </p:nvSpPr>
        <p:spPr>
          <a:xfrm>
            <a:off x="2816902" y="1810512"/>
            <a:ext cx="5641298" cy="352348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ja-JP" altLang="en-US"/>
          </a:p>
        </p:txBody>
      </p:sp>
      <p:sp>
        <p:nvSpPr>
          <p:cNvPr id="10" name="テキスト ボックス 9"/>
          <p:cNvSpPr txBox="1">
            <a:spLocks noChangeAspect="1"/>
          </p:cNvSpPr>
          <p:nvPr/>
        </p:nvSpPr>
        <p:spPr>
          <a:xfrm>
            <a:off x="2263744" y="2907268"/>
            <a:ext cx="327334" cy="369332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anchor="ctr" anchorCtr="0">
            <a:spAutoFit/>
          </a:bodyPr>
          <a:lstStyle/>
          <a:p>
            <a:pPr>
              <a:defRPr/>
            </a:pPr>
            <a:r>
              <a:rPr lang="en-US" altLang="ja-JP" dirty="0">
                <a:latin typeface="Meiryo" charset="-128"/>
                <a:ea typeface="Meiryo" charset="-128"/>
                <a:cs typeface="Meiryo" charset="-128"/>
              </a:rPr>
              <a:t>2</a:t>
            </a:r>
            <a:endParaRPr lang="ja-JP" altLang="en-US" dirty="0">
              <a:latin typeface="Meiryo" charset="-128"/>
              <a:ea typeface="Meiryo" charset="-128"/>
              <a:cs typeface="Meiryo" charset="-128"/>
            </a:endParaRPr>
          </a:p>
        </p:txBody>
      </p:sp>
      <p:sp>
        <p:nvSpPr>
          <p:cNvPr id="11" name="テキスト ボックス 10"/>
          <p:cNvSpPr txBox="1">
            <a:spLocks noChangeAspect="1"/>
          </p:cNvSpPr>
          <p:nvPr/>
        </p:nvSpPr>
        <p:spPr>
          <a:xfrm>
            <a:off x="7992256" y="2667000"/>
            <a:ext cx="327334" cy="369332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anchor="ctr" anchorCtr="0">
            <a:spAutoFit/>
          </a:bodyPr>
          <a:lstStyle/>
          <a:p>
            <a:pPr>
              <a:defRPr/>
            </a:pPr>
            <a:r>
              <a:rPr lang="en-US" altLang="ja-JP" dirty="0">
                <a:latin typeface="Meiryo" charset="-128"/>
                <a:ea typeface="Meiryo" charset="-128"/>
                <a:cs typeface="Meiryo" charset="-128"/>
              </a:rPr>
              <a:t>3</a:t>
            </a:r>
            <a:endParaRPr lang="ja-JP" altLang="en-US" dirty="0">
              <a:latin typeface="Meiryo" charset="-128"/>
              <a:ea typeface="Meiryo" charset="-128"/>
              <a:cs typeface="Meiryo" charset="-128"/>
            </a:endParaRPr>
          </a:p>
        </p:txBody>
      </p:sp>
      <p:sp>
        <p:nvSpPr>
          <p:cNvPr id="12" name="正方形/長方形 11"/>
          <p:cNvSpPr/>
          <p:nvPr/>
        </p:nvSpPr>
        <p:spPr>
          <a:xfrm>
            <a:off x="4114800" y="5727870"/>
            <a:ext cx="1752600" cy="23993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ja-JP" altLang="en-US" dirty="0"/>
          </a:p>
        </p:txBody>
      </p:sp>
      <p:sp>
        <p:nvSpPr>
          <p:cNvPr id="13" name="テキスト ボックス 12"/>
          <p:cNvSpPr txBox="1">
            <a:spLocks noChangeAspect="1"/>
          </p:cNvSpPr>
          <p:nvPr/>
        </p:nvSpPr>
        <p:spPr>
          <a:xfrm>
            <a:off x="2969277" y="5981478"/>
            <a:ext cx="327334" cy="369332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anchor="ctr" anchorCtr="0">
            <a:spAutoFit/>
          </a:bodyPr>
          <a:lstStyle/>
          <a:p>
            <a:pPr>
              <a:defRPr/>
            </a:pPr>
            <a:r>
              <a:rPr lang="en-US" altLang="ja-JP" dirty="0">
                <a:latin typeface="Meiryo" charset="-128"/>
                <a:ea typeface="Meiryo" charset="-128"/>
                <a:cs typeface="Meiryo" charset="-128"/>
              </a:rPr>
              <a:t>5</a:t>
            </a:r>
            <a:endParaRPr lang="ja-JP" altLang="en-US" dirty="0">
              <a:latin typeface="Meiryo" charset="-128"/>
              <a:ea typeface="Meiryo" charset="-128"/>
              <a:cs typeface="Meiryo" charset="-128"/>
            </a:endParaRPr>
          </a:p>
        </p:txBody>
      </p:sp>
      <p:sp>
        <p:nvSpPr>
          <p:cNvPr id="14" name="テキスト ボックス 13"/>
          <p:cNvSpPr txBox="1">
            <a:spLocks noChangeAspect="1"/>
          </p:cNvSpPr>
          <p:nvPr/>
        </p:nvSpPr>
        <p:spPr>
          <a:xfrm>
            <a:off x="4863010" y="5967804"/>
            <a:ext cx="327334" cy="369332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anchor="ctr" anchorCtr="0">
            <a:spAutoFit/>
          </a:bodyPr>
          <a:lstStyle/>
          <a:p>
            <a:pPr>
              <a:defRPr/>
            </a:pPr>
            <a:r>
              <a:rPr lang="en-US" altLang="ja-JP" dirty="0">
                <a:latin typeface="Meiryo" charset="-128"/>
                <a:ea typeface="Meiryo" charset="-128"/>
                <a:cs typeface="Meiryo" charset="-128"/>
              </a:rPr>
              <a:t>6</a:t>
            </a:r>
            <a:endParaRPr lang="ja-JP" altLang="en-US" dirty="0">
              <a:latin typeface="Meiryo" charset="-128"/>
              <a:ea typeface="Meiryo" charset="-128"/>
              <a:cs typeface="Meiryo" charset="-128"/>
            </a:endParaRPr>
          </a:p>
        </p:txBody>
      </p:sp>
      <p:sp>
        <p:nvSpPr>
          <p:cNvPr id="16" name="正方形/長方形 15"/>
          <p:cNvSpPr/>
          <p:nvPr/>
        </p:nvSpPr>
        <p:spPr>
          <a:xfrm>
            <a:off x="5867400" y="5730368"/>
            <a:ext cx="2590800" cy="23993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ja-JP" altLang="en-US" dirty="0"/>
          </a:p>
        </p:txBody>
      </p:sp>
      <p:sp>
        <p:nvSpPr>
          <p:cNvPr id="17" name="テキスト ボックス 16"/>
          <p:cNvSpPr txBox="1">
            <a:spLocks noChangeAspect="1"/>
          </p:cNvSpPr>
          <p:nvPr/>
        </p:nvSpPr>
        <p:spPr>
          <a:xfrm>
            <a:off x="6999133" y="5967804"/>
            <a:ext cx="327334" cy="369332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anchor="ctr" anchorCtr="0">
            <a:spAutoFit/>
          </a:bodyPr>
          <a:lstStyle/>
          <a:p>
            <a:pPr>
              <a:defRPr/>
            </a:pPr>
            <a:r>
              <a:rPr lang="en-US" altLang="ja-JP" dirty="0">
                <a:latin typeface="Meiryo" charset="-128"/>
                <a:ea typeface="Meiryo" charset="-128"/>
                <a:cs typeface="Meiryo" charset="-128"/>
              </a:rPr>
              <a:t>7</a:t>
            </a:r>
            <a:endParaRPr lang="ja-JP" altLang="en-US" dirty="0">
              <a:latin typeface="Meiryo" charset="-128"/>
              <a:ea typeface="Meiryo" charset="-128"/>
              <a:cs typeface="Meiryo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53772615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8528" y="0"/>
            <a:ext cx="8054944" cy="6858000"/>
          </a:xfrm>
          <a:prstGeom prst="rect">
            <a:avLst/>
          </a:prstGeom>
        </p:spPr>
      </p:pic>
      <p:sp>
        <p:nvSpPr>
          <p:cNvPr id="3" name="正方形/長方形 2"/>
          <p:cNvSpPr/>
          <p:nvPr/>
        </p:nvSpPr>
        <p:spPr>
          <a:xfrm>
            <a:off x="3733800" y="872282"/>
            <a:ext cx="1524000" cy="270719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ja-JP" altLang="en-US"/>
          </a:p>
        </p:txBody>
      </p:sp>
      <p:sp>
        <p:nvSpPr>
          <p:cNvPr id="5" name="正方形/長方形 4"/>
          <p:cNvSpPr/>
          <p:nvPr/>
        </p:nvSpPr>
        <p:spPr>
          <a:xfrm>
            <a:off x="8426436" y="651790"/>
            <a:ext cx="1555765" cy="544421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ja-JP" altLang="en-US" dirty="0"/>
          </a:p>
        </p:txBody>
      </p:sp>
      <p:sp>
        <p:nvSpPr>
          <p:cNvPr id="6" name="テキスト ボックス 5"/>
          <p:cNvSpPr txBox="1">
            <a:spLocks noChangeAspect="1"/>
          </p:cNvSpPr>
          <p:nvPr/>
        </p:nvSpPr>
        <p:spPr>
          <a:xfrm>
            <a:off x="4830344" y="778332"/>
            <a:ext cx="327334" cy="369332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anchor="ctr" anchorCtr="0">
            <a:spAutoFit/>
          </a:bodyPr>
          <a:lstStyle/>
          <a:p>
            <a:pPr>
              <a:defRPr/>
            </a:pPr>
            <a:r>
              <a:rPr lang="en-US" altLang="ja-JP" dirty="0">
                <a:latin typeface="Meiryo" charset="-128"/>
                <a:ea typeface="Meiryo" charset="-128"/>
                <a:cs typeface="Meiryo" charset="-128"/>
              </a:rPr>
              <a:t>1</a:t>
            </a:r>
            <a:endParaRPr lang="ja-JP" altLang="en-US" dirty="0">
              <a:latin typeface="Meiryo" charset="-128"/>
              <a:ea typeface="Meiryo" charset="-128"/>
              <a:cs typeface="Meiryo" charset="-128"/>
            </a:endParaRPr>
          </a:p>
        </p:txBody>
      </p:sp>
      <p:sp>
        <p:nvSpPr>
          <p:cNvPr id="7" name="テキスト ボックス 6"/>
          <p:cNvSpPr txBox="1">
            <a:spLocks noChangeAspect="1"/>
          </p:cNvSpPr>
          <p:nvPr/>
        </p:nvSpPr>
        <p:spPr>
          <a:xfrm>
            <a:off x="5257800" y="3957143"/>
            <a:ext cx="327334" cy="369332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anchor="ctr" anchorCtr="0">
            <a:spAutoFit/>
          </a:bodyPr>
          <a:lstStyle/>
          <a:p>
            <a:pPr>
              <a:defRPr/>
            </a:pPr>
            <a:r>
              <a:rPr lang="en-US" altLang="ja-JP" dirty="0">
                <a:latin typeface="Meiryo" charset="-128"/>
                <a:ea typeface="Meiryo" charset="-128"/>
                <a:cs typeface="Meiryo" charset="-128"/>
              </a:rPr>
              <a:t>4</a:t>
            </a:r>
            <a:endParaRPr lang="ja-JP" altLang="en-US" dirty="0">
              <a:latin typeface="Meiryo" charset="-128"/>
              <a:ea typeface="Meiryo" charset="-128"/>
              <a:cs typeface="Meiryo" charset="-128"/>
            </a:endParaRPr>
          </a:p>
        </p:txBody>
      </p:sp>
      <p:sp>
        <p:nvSpPr>
          <p:cNvPr id="8" name="正方形/長方形 7"/>
          <p:cNvSpPr/>
          <p:nvPr/>
        </p:nvSpPr>
        <p:spPr>
          <a:xfrm>
            <a:off x="2187258" y="2691985"/>
            <a:ext cx="6173742" cy="3268983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ja-JP" altLang="en-US"/>
          </a:p>
        </p:txBody>
      </p:sp>
      <p:sp>
        <p:nvSpPr>
          <p:cNvPr id="9" name="正方形/長方形 8"/>
          <p:cNvSpPr/>
          <p:nvPr/>
        </p:nvSpPr>
        <p:spPr>
          <a:xfrm>
            <a:off x="2187258" y="1143000"/>
            <a:ext cx="6173742" cy="1521503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ja-JP" altLang="en-US"/>
          </a:p>
        </p:txBody>
      </p:sp>
      <p:sp>
        <p:nvSpPr>
          <p:cNvPr id="11" name="テキスト ボックス 10"/>
          <p:cNvSpPr txBox="1">
            <a:spLocks noChangeAspect="1"/>
          </p:cNvSpPr>
          <p:nvPr/>
        </p:nvSpPr>
        <p:spPr>
          <a:xfrm>
            <a:off x="5486400" y="1775579"/>
            <a:ext cx="327334" cy="369332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anchor="ctr" anchorCtr="0">
            <a:spAutoFit/>
          </a:bodyPr>
          <a:lstStyle/>
          <a:p>
            <a:pPr>
              <a:defRPr/>
            </a:pPr>
            <a:r>
              <a:rPr lang="en-US" altLang="ja-JP" dirty="0">
                <a:latin typeface="Meiryo" charset="-128"/>
                <a:ea typeface="Meiryo" charset="-128"/>
                <a:cs typeface="Meiryo" charset="-128"/>
              </a:rPr>
              <a:t>3</a:t>
            </a:r>
            <a:endParaRPr lang="ja-JP" altLang="en-US" dirty="0">
              <a:latin typeface="Meiryo" charset="-128"/>
              <a:ea typeface="Meiryo" charset="-128"/>
              <a:cs typeface="Meiryo" charset="-128"/>
            </a:endParaRPr>
          </a:p>
        </p:txBody>
      </p:sp>
      <p:sp>
        <p:nvSpPr>
          <p:cNvPr id="12" name="正方形/長方形 11"/>
          <p:cNvSpPr/>
          <p:nvPr/>
        </p:nvSpPr>
        <p:spPr>
          <a:xfrm>
            <a:off x="2177922" y="6145487"/>
            <a:ext cx="1555879" cy="23993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ja-JP" altLang="en-US" dirty="0"/>
          </a:p>
        </p:txBody>
      </p:sp>
      <p:sp>
        <p:nvSpPr>
          <p:cNvPr id="13" name="テキスト ボックス 12"/>
          <p:cNvSpPr txBox="1">
            <a:spLocks noChangeAspect="1"/>
          </p:cNvSpPr>
          <p:nvPr/>
        </p:nvSpPr>
        <p:spPr>
          <a:xfrm>
            <a:off x="9105900" y="3189229"/>
            <a:ext cx="327334" cy="369332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anchor="ctr" anchorCtr="0">
            <a:spAutoFit/>
          </a:bodyPr>
          <a:lstStyle/>
          <a:p>
            <a:pPr>
              <a:defRPr/>
            </a:pPr>
            <a:r>
              <a:rPr lang="en-US" altLang="ja-JP" dirty="0">
                <a:latin typeface="Meiryo" charset="-128"/>
                <a:ea typeface="Meiryo" charset="-128"/>
                <a:cs typeface="Meiryo" charset="-128"/>
              </a:rPr>
              <a:t>5</a:t>
            </a:r>
            <a:endParaRPr lang="ja-JP" altLang="en-US" dirty="0">
              <a:latin typeface="Meiryo" charset="-128"/>
              <a:ea typeface="Meiryo" charset="-128"/>
              <a:cs typeface="Meiryo" charset="-128"/>
            </a:endParaRPr>
          </a:p>
        </p:txBody>
      </p:sp>
      <p:sp>
        <p:nvSpPr>
          <p:cNvPr id="14" name="テキスト ボックス 13"/>
          <p:cNvSpPr txBox="1">
            <a:spLocks noChangeAspect="1"/>
          </p:cNvSpPr>
          <p:nvPr/>
        </p:nvSpPr>
        <p:spPr>
          <a:xfrm>
            <a:off x="3762531" y="6027353"/>
            <a:ext cx="327334" cy="369332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anchor="ctr" anchorCtr="0">
            <a:spAutoFit/>
          </a:bodyPr>
          <a:lstStyle/>
          <a:p>
            <a:pPr>
              <a:defRPr/>
            </a:pPr>
            <a:r>
              <a:rPr lang="en-US" altLang="ja-JP" dirty="0">
                <a:latin typeface="Meiryo" charset="-128"/>
                <a:ea typeface="Meiryo" charset="-128"/>
                <a:cs typeface="Meiryo" charset="-128"/>
              </a:rPr>
              <a:t>6</a:t>
            </a:r>
            <a:endParaRPr lang="ja-JP" altLang="en-US" dirty="0">
              <a:latin typeface="Meiryo" charset="-128"/>
              <a:ea typeface="Meiryo" charset="-128"/>
              <a:cs typeface="Meiryo" charset="-128"/>
            </a:endParaRPr>
          </a:p>
        </p:txBody>
      </p:sp>
      <p:sp>
        <p:nvSpPr>
          <p:cNvPr id="15" name="正方形/長方形 14"/>
          <p:cNvSpPr/>
          <p:nvPr/>
        </p:nvSpPr>
        <p:spPr>
          <a:xfrm>
            <a:off x="8229600" y="6129505"/>
            <a:ext cx="1752600" cy="23993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ja-JP" altLang="en-US" dirty="0"/>
          </a:p>
        </p:txBody>
      </p:sp>
      <p:sp>
        <p:nvSpPr>
          <p:cNvPr id="16" name="テキスト ボックス 15"/>
          <p:cNvSpPr txBox="1">
            <a:spLocks noChangeAspect="1"/>
          </p:cNvSpPr>
          <p:nvPr/>
        </p:nvSpPr>
        <p:spPr>
          <a:xfrm>
            <a:off x="7873535" y="5988449"/>
            <a:ext cx="327334" cy="369332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anchor="ctr" anchorCtr="0">
            <a:spAutoFit/>
          </a:bodyPr>
          <a:lstStyle/>
          <a:p>
            <a:pPr>
              <a:defRPr/>
            </a:pPr>
            <a:r>
              <a:rPr lang="en-US" altLang="ja-JP" dirty="0">
                <a:latin typeface="Meiryo" charset="-128"/>
                <a:ea typeface="Meiryo" charset="-128"/>
                <a:cs typeface="Meiryo" charset="-128"/>
              </a:rPr>
              <a:t>7</a:t>
            </a:r>
            <a:endParaRPr lang="ja-JP" altLang="en-US" dirty="0">
              <a:latin typeface="Meiryo" charset="-128"/>
              <a:ea typeface="Meiryo" charset="-128"/>
              <a:cs typeface="Meiryo" charset="-128"/>
            </a:endParaRPr>
          </a:p>
        </p:txBody>
      </p:sp>
      <p:sp>
        <p:nvSpPr>
          <p:cNvPr id="17" name="正方形/長方形 16"/>
          <p:cNvSpPr/>
          <p:nvPr/>
        </p:nvSpPr>
        <p:spPr>
          <a:xfrm>
            <a:off x="5334000" y="872281"/>
            <a:ext cx="1524000" cy="270719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ja-JP" altLang="en-US"/>
          </a:p>
        </p:txBody>
      </p:sp>
      <p:sp>
        <p:nvSpPr>
          <p:cNvPr id="10" name="テキスト ボックス 9"/>
          <p:cNvSpPr txBox="1">
            <a:spLocks noChangeAspect="1"/>
          </p:cNvSpPr>
          <p:nvPr/>
        </p:nvSpPr>
        <p:spPr>
          <a:xfrm>
            <a:off x="6449400" y="767091"/>
            <a:ext cx="327334" cy="369332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anchor="ctr" anchorCtr="0">
            <a:spAutoFit/>
          </a:bodyPr>
          <a:lstStyle/>
          <a:p>
            <a:pPr>
              <a:defRPr/>
            </a:pPr>
            <a:r>
              <a:rPr lang="en-US" altLang="ja-JP" dirty="0">
                <a:latin typeface="Meiryo" charset="-128"/>
                <a:ea typeface="Meiryo" charset="-128"/>
                <a:cs typeface="Meiryo" charset="-128"/>
              </a:rPr>
              <a:t>2</a:t>
            </a:r>
            <a:endParaRPr lang="ja-JP" altLang="en-US" dirty="0">
              <a:latin typeface="Meiryo" charset="-128"/>
              <a:ea typeface="Meiryo" charset="-128"/>
              <a:cs typeface="Meiryo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87725307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68528" y="0"/>
            <a:ext cx="8054944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8528" y="0"/>
            <a:ext cx="8054944" cy="6858000"/>
          </a:xfrm>
          <a:prstGeom prst="rect">
            <a:avLst/>
          </a:prstGeom>
        </p:spPr>
      </p:pic>
      <p:sp>
        <p:nvSpPr>
          <p:cNvPr id="3" name="正方形/長方形 2"/>
          <p:cNvSpPr/>
          <p:nvPr/>
        </p:nvSpPr>
        <p:spPr>
          <a:xfrm>
            <a:off x="4542317" y="662137"/>
            <a:ext cx="1617831" cy="2711759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ja-JP" altLang="en-US"/>
          </a:p>
        </p:txBody>
      </p:sp>
      <p:sp>
        <p:nvSpPr>
          <p:cNvPr id="4" name="正方形/長方形 3"/>
          <p:cNvSpPr/>
          <p:nvPr/>
        </p:nvSpPr>
        <p:spPr>
          <a:xfrm>
            <a:off x="8094688" y="651509"/>
            <a:ext cx="1963712" cy="2722387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ja-JP" altLang="en-US" dirty="0"/>
          </a:p>
        </p:txBody>
      </p:sp>
      <p:sp>
        <p:nvSpPr>
          <p:cNvPr id="5" name="テキスト ボックス 4"/>
          <p:cNvSpPr txBox="1">
            <a:spLocks noChangeAspect="1"/>
          </p:cNvSpPr>
          <p:nvPr/>
        </p:nvSpPr>
        <p:spPr>
          <a:xfrm>
            <a:off x="3161529" y="2433734"/>
            <a:ext cx="327334" cy="369332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anchor="ctr" anchorCtr="0">
            <a:spAutoFit/>
          </a:bodyPr>
          <a:lstStyle/>
          <a:p>
            <a:pPr>
              <a:defRPr/>
            </a:pPr>
            <a:r>
              <a:rPr lang="en-US" altLang="ja-JP" dirty="0">
                <a:latin typeface="Meiryo" charset="-128"/>
                <a:ea typeface="Meiryo" charset="-128"/>
                <a:cs typeface="Meiryo" charset="-128"/>
              </a:rPr>
              <a:t>1</a:t>
            </a:r>
            <a:endParaRPr lang="ja-JP" altLang="en-US" dirty="0">
              <a:latin typeface="Meiryo" charset="-128"/>
              <a:ea typeface="Meiryo" charset="-128"/>
              <a:cs typeface="Meiryo" charset="-128"/>
            </a:endParaRPr>
          </a:p>
        </p:txBody>
      </p:sp>
      <p:sp>
        <p:nvSpPr>
          <p:cNvPr id="6" name="テキスト ボックス 5"/>
          <p:cNvSpPr txBox="1">
            <a:spLocks noChangeAspect="1"/>
          </p:cNvSpPr>
          <p:nvPr/>
        </p:nvSpPr>
        <p:spPr>
          <a:xfrm>
            <a:off x="8912877" y="1944267"/>
            <a:ext cx="327334" cy="369332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anchor="ctr" anchorCtr="0">
            <a:spAutoFit/>
          </a:bodyPr>
          <a:lstStyle/>
          <a:p>
            <a:pPr>
              <a:defRPr/>
            </a:pPr>
            <a:r>
              <a:rPr lang="en-US" altLang="ja-JP" dirty="0">
                <a:latin typeface="Meiryo" charset="-128"/>
                <a:ea typeface="Meiryo" charset="-128"/>
                <a:cs typeface="Meiryo" charset="-128"/>
              </a:rPr>
              <a:t>4</a:t>
            </a:r>
            <a:endParaRPr lang="ja-JP" altLang="en-US" dirty="0">
              <a:latin typeface="Meiryo" charset="-128"/>
              <a:ea typeface="Meiryo" charset="-128"/>
              <a:cs typeface="Meiryo" charset="-128"/>
            </a:endParaRPr>
          </a:p>
        </p:txBody>
      </p:sp>
      <p:sp>
        <p:nvSpPr>
          <p:cNvPr id="7" name="正方形/長方形 6"/>
          <p:cNvSpPr/>
          <p:nvPr/>
        </p:nvSpPr>
        <p:spPr>
          <a:xfrm>
            <a:off x="4572000" y="3373895"/>
            <a:ext cx="2667000" cy="18288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ja-JP" altLang="en-US"/>
          </a:p>
        </p:txBody>
      </p:sp>
      <p:sp>
        <p:nvSpPr>
          <p:cNvPr id="8" name="正方形/長方形 7"/>
          <p:cNvSpPr/>
          <p:nvPr/>
        </p:nvSpPr>
        <p:spPr>
          <a:xfrm>
            <a:off x="2187258" y="651791"/>
            <a:ext cx="2308542" cy="4550905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ja-JP" altLang="en-US"/>
          </a:p>
        </p:txBody>
      </p:sp>
      <p:sp>
        <p:nvSpPr>
          <p:cNvPr id="9" name="テキスト ボックス 8"/>
          <p:cNvSpPr txBox="1">
            <a:spLocks noChangeAspect="1"/>
          </p:cNvSpPr>
          <p:nvPr/>
        </p:nvSpPr>
        <p:spPr>
          <a:xfrm>
            <a:off x="7075333" y="1545095"/>
            <a:ext cx="327334" cy="369332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anchor="ctr" anchorCtr="0">
            <a:spAutoFit/>
          </a:bodyPr>
          <a:lstStyle/>
          <a:p>
            <a:pPr>
              <a:defRPr/>
            </a:pPr>
            <a:r>
              <a:rPr lang="en-US" altLang="ja-JP" dirty="0">
                <a:latin typeface="Meiryo" charset="-128"/>
                <a:ea typeface="Meiryo" charset="-128"/>
                <a:cs typeface="Meiryo" charset="-128"/>
              </a:rPr>
              <a:t>3</a:t>
            </a:r>
            <a:endParaRPr lang="ja-JP" altLang="en-US" dirty="0">
              <a:latin typeface="Meiryo" charset="-128"/>
              <a:ea typeface="Meiryo" charset="-128"/>
              <a:cs typeface="Meiryo" charset="-128"/>
            </a:endParaRPr>
          </a:p>
        </p:txBody>
      </p:sp>
      <p:sp>
        <p:nvSpPr>
          <p:cNvPr id="10" name="正方形/長方形 9"/>
          <p:cNvSpPr/>
          <p:nvPr/>
        </p:nvSpPr>
        <p:spPr>
          <a:xfrm>
            <a:off x="7299260" y="3393548"/>
            <a:ext cx="2759141" cy="1809147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ja-JP" altLang="en-US" dirty="0"/>
          </a:p>
        </p:txBody>
      </p:sp>
      <p:sp>
        <p:nvSpPr>
          <p:cNvPr id="11" name="テキスト ボックス 10"/>
          <p:cNvSpPr txBox="1">
            <a:spLocks noChangeAspect="1"/>
          </p:cNvSpPr>
          <p:nvPr/>
        </p:nvSpPr>
        <p:spPr>
          <a:xfrm>
            <a:off x="5940244" y="4064762"/>
            <a:ext cx="327334" cy="369332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anchor="ctr" anchorCtr="0">
            <a:spAutoFit/>
          </a:bodyPr>
          <a:lstStyle/>
          <a:p>
            <a:pPr>
              <a:defRPr/>
            </a:pPr>
            <a:r>
              <a:rPr lang="en-US" altLang="ja-JP" dirty="0">
                <a:latin typeface="Meiryo" charset="-128"/>
                <a:ea typeface="Meiryo" charset="-128"/>
                <a:cs typeface="Meiryo" charset="-128"/>
              </a:rPr>
              <a:t>5</a:t>
            </a:r>
            <a:endParaRPr lang="ja-JP" altLang="en-US" dirty="0">
              <a:latin typeface="Meiryo" charset="-128"/>
              <a:ea typeface="Meiryo" charset="-128"/>
              <a:cs typeface="Meiryo" charset="-128"/>
            </a:endParaRPr>
          </a:p>
        </p:txBody>
      </p:sp>
      <p:sp>
        <p:nvSpPr>
          <p:cNvPr id="12" name="テキスト ボックス 11"/>
          <p:cNvSpPr txBox="1">
            <a:spLocks noChangeAspect="1"/>
          </p:cNvSpPr>
          <p:nvPr/>
        </p:nvSpPr>
        <p:spPr>
          <a:xfrm>
            <a:off x="8565556" y="4064762"/>
            <a:ext cx="327334" cy="369332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anchor="ctr" anchorCtr="0">
            <a:spAutoFit/>
          </a:bodyPr>
          <a:lstStyle/>
          <a:p>
            <a:pPr>
              <a:defRPr/>
            </a:pPr>
            <a:r>
              <a:rPr lang="en-US" altLang="ja-JP" dirty="0">
                <a:latin typeface="Meiryo" charset="-128"/>
                <a:ea typeface="Meiryo" charset="-128"/>
                <a:cs typeface="Meiryo" charset="-128"/>
              </a:rPr>
              <a:t>6</a:t>
            </a:r>
            <a:endParaRPr lang="ja-JP" altLang="en-US" dirty="0">
              <a:latin typeface="Meiryo" charset="-128"/>
              <a:ea typeface="Meiryo" charset="-128"/>
              <a:cs typeface="Meiryo" charset="-128"/>
            </a:endParaRPr>
          </a:p>
        </p:txBody>
      </p:sp>
      <p:sp>
        <p:nvSpPr>
          <p:cNvPr id="13" name="正方形/長方形 12"/>
          <p:cNvSpPr/>
          <p:nvPr/>
        </p:nvSpPr>
        <p:spPr>
          <a:xfrm>
            <a:off x="2184760" y="5236422"/>
            <a:ext cx="7873640" cy="1121359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ja-JP" altLang="en-US" dirty="0"/>
          </a:p>
        </p:txBody>
      </p:sp>
      <p:sp>
        <p:nvSpPr>
          <p:cNvPr id="14" name="テキスト ボックス 13"/>
          <p:cNvSpPr txBox="1">
            <a:spLocks noChangeAspect="1"/>
          </p:cNvSpPr>
          <p:nvPr/>
        </p:nvSpPr>
        <p:spPr>
          <a:xfrm>
            <a:off x="8585543" y="5528311"/>
            <a:ext cx="327334" cy="369332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anchor="ctr" anchorCtr="0">
            <a:spAutoFit/>
          </a:bodyPr>
          <a:lstStyle/>
          <a:p>
            <a:pPr>
              <a:defRPr/>
            </a:pPr>
            <a:r>
              <a:rPr lang="en-US" altLang="ja-JP" dirty="0">
                <a:latin typeface="Meiryo" charset="-128"/>
                <a:ea typeface="Meiryo" charset="-128"/>
                <a:cs typeface="Meiryo" charset="-128"/>
              </a:rPr>
              <a:t>7</a:t>
            </a:r>
            <a:endParaRPr lang="ja-JP" altLang="en-US" dirty="0">
              <a:latin typeface="Meiryo" charset="-128"/>
              <a:ea typeface="Meiryo" charset="-128"/>
              <a:cs typeface="Meiryo" charset="-128"/>
            </a:endParaRPr>
          </a:p>
        </p:txBody>
      </p:sp>
      <p:sp>
        <p:nvSpPr>
          <p:cNvPr id="15" name="正方形/長方形 14"/>
          <p:cNvSpPr/>
          <p:nvPr/>
        </p:nvSpPr>
        <p:spPr>
          <a:xfrm>
            <a:off x="6236349" y="662137"/>
            <a:ext cx="1840851" cy="2711759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ja-JP" altLang="en-US"/>
          </a:p>
        </p:txBody>
      </p:sp>
      <p:sp>
        <p:nvSpPr>
          <p:cNvPr id="16" name="テキスト ボックス 15"/>
          <p:cNvSpPr txBox="1">
            <a:spLocks noChangeAspect="1"/>
          </p:cNvSpPr>
          <p:nvPr/>
        </p:nvSpPr>
        <p:spPr>
          <a:xfrm>
            <a:off x="5171231" y="1905873"/>
            <a:ext cx="327334" cy="369332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anchor="ctr" anchorCtr="0">
            <a:spAutoFit/>
          </a:bodyPr>
          <a:lstStyle/>
          <a:p>
            <a:pPr>
              <a:defRPr/>
            </a:pPr>
            <a:r>
              <a:rPr lang="en-US" altLang="ja-JP" dirty="0">
                <a:latin typeface="Meiryo" charset="-128"/>
                <a:ea typeface="Meiryo" charset="-128"/>
                <a:cs typeface="Meiryo" charset="-128"/>
              </a:rPr>
              <a:t>2</a:t>
            </a:r>
            <a:endParaRPr lang="ja-JP" altLang="en-US" dirty="0">
              <a:latin typeface="Meiryo" charset="-128"/>
              <a:ea typeface="Meiryo" charset="-128"/>
              <a:cs typeface="Meiryo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31075941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2891" y="0"/>
            <a:ext cx="3539021" cy="6858000"/>
          </a:xfrm>
          <a:prstGeom prst="rect">
            <a:avLst/>
          </a:prstGeom>
        </p:spPr>
      </p:pic>
      <p:pic>
        <p:nvPicPr>
          <p:cNvPr id="2" name="図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1590" y="-2452"/>
            <a:ext cx="3571301" cy="6858000"/>
          </a:xfrm>
          <a:prstGeom prst="rect">
            <a:avLst/>
          </a:prstGeom>
        </p:spPr>
      </p:pic>
      <p:sp>
        <p:nvSpPr>
          <p:cNvPr id="4" name="正方形/長方形 3"/>
          <p:cNvSpPr/>
          <p:nvPr/>
        </p:nvSpPr>
        <p:spPr>
          <a:xfrm>
            <a:off x="2355753" y="277470"/>
            <a:ext cx="3494087" cy="305866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ja-JP" altLang="en-US"/>
          </a:p>
        </p:txBody>
      </p:sp>
      <p:sp>
        <p:nvSpPr>
          <p:cNvPr id="5" name="正方形/長方形 4"/>
          <p:cNvSpPr/>
          <p:nvPr/>
        </p:nvSpPr>
        <p:spPr>
          <a:xfrm>
            <a:off x="5882890" y="274379"/>
            <a:ext cx="3539021" cy="267233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ja-JP" altLang="en-US"/>
          </a:p>
        </p:txBody>
      </p:sp>
      <p:sp>
        <p:nvSpPr>
          <p:cNvPr id="6" name="正方形/長方形 5"/>
          <p:cNvSpPr/>
          <p:nvPr/>
        </p:nvSpPr>
        <p:spPr>
          <a:xfrm>
            <a:off x="2357186" y="575399"/>
            <a:ext cx="3492653" cy="4960937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ja-JP" altLang="en-US"/>
          </a:p>
        </p:txBody>
      </p:sp>
      <p:sp>
        <p:nvSpPr>
          <p:cNvPr id="7" name="正方形/長方形 6"/>
          <p:cNvSpPr/>
          <p:nvPr/>
        </p:nvSpPr>
        <p:spPr>
          <a:xfrm>
            <a:off x="5909195" y="594729"/>
            <a:ext cx="3512714" cy="4939493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ja-JP" altLang="en-US"/>
          </a:p>
        </p:txBody>
      </p:sp>
      <p:sp>
        <p:nvSpPr>
          <p:cNvPr id="8" name="正方形/長方形 7"/>
          <p:cNvSpPr/>
          <p:nvPr/>
        </p:nvSpPr>
        <p:spPr>
          <a:xfrm>
            <a:off x="2345252" y="5544561"/>
            <a:ext cx="3504586" cy="92583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ja-JP" altLang="en-US"/>
          </a:p>
        </p:txBody>
      </p:sp>
      <p:sp>
        <p:nvSpPr>
          <p:cNvPr id="9" name="正方形/長方形 8"/>
          <p:cNvSpPr/>
          <p:nvPr/>
        </p:nvSpPr>
        <p:spPr>
          <a:xfrm>
            <a:off x="5895434" y="5541624"/>
            <a:ext cx="3525705" cy="89529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ja-JP" altLang="en-US"/>
          </a:p>
        </p:txBody>
      </p:sp>
      <p:sp>
        <p:nvSpPr>
          <p:cNvPr id="10" name="正方形/長方形 9"/>
          <p:cNvSpPr/>
          <p:nvPr/>
        </p:nvSpPr>
        <p:spPr>
          <a:xfrm>
            <a:off x="2355752" y="6480900"/>
            <a:ext cx="3494086" cy="350837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ja-JP" altLang="en-US"/>
          </a:p>
        </p:txBody>
      </p:sp>
      <p:sp>
        <p:nvSpPr>
          <p:cNvPr id="11" name="正方形/長方形 10"/>
          <p:cNvSpPr/>
          <p:nvPr/>
        </p:nvSpPr>
        <p:spPr>
          <a:xfrm>
            <a:off x="5895743" y="6451069"/>
            <a:ext cx="3526167" cy="350837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ja-JP" altLang="en-US"/>
          </a:p>
        </p:txBody>
      </p:sp>
      <p:sp>
        <p:nvSpPr>
          <p:cNvPr id="12" name="テキスト ボックス 11"/>
          <p:cNvSpPr txBox="1"/>
          <p:nvPr/>
        </p:nvSpPr>
        <p:spPr>
          <a:xfrm>
            <a:off x="3651152" y="208170"/>
            <a:ext cx="415498" cy="369332"/>
          </a:xfrm>
          <a:prstGeom prst="rect">
            <a:avLst/>
          </a:prstGeom>
          <a:ln w="952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anchor="ctr" anchorCtr="0">
            <a:spAutoFit/>
          </a:bodyPr>
          <a:lstStyle/>
          <a:p>
            <a:pPr>
              <a:defRPr/>
            </a:pPr>
            <a:r>
              <a:rPr lang="ja-JP" altLang="en-US" dirty="0">
                <a:latin typeface="Meiryo" charset="-128"/>
                <a:ea typeface="Meiryo" charset="-128"/>
                <a:cs typeface="Meiryo" charset="-128"/>
              </a:rPr>
              <a:t>１</a:t>
            </a:r>
          </a:p>
        </p:txBody>
      </p:sp>
      <p:sp>
        <p:nvSpPr>
          <p:cNvPr id="13" name="テキスト ボックス 12"/>
          <p:cNvSpPr txBox="1"/>
          <p:nvPr/>
        </p:nvSpPr>
        <p:spPr>
          <a:xfrm>
            <a:off x="7214251" y="150723"/>
            <a:ext cx="327334" cy="369332"/>
          </a:xfrm>
          <a:prstGeom prst="rect">
            <a:avLst/>
          </a:prstGeom>
          <a:ln w="952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anchor="ctr" anchorCtr="0">
            <a:spAutoFit/>
          </a:bodyPr>
          <a:lstStyle/>
          <a:p>
            <a:pPr>
              <a:defRPr/>
            </a:pPr>
            <a:r>
              <a:rPr lang="en-US" altLang="ja-JP" dirty="0">
                <a:latin typeface="Meiryo" charset="-128"/>
                <a:ea typeface="Meiryo" charset="-128"/>
                <a:cs typeface="Meiryo" charset="-128"/>
              </a:rPr>
              <a:t>1</a:t>
            </a:r>
            <a:endParaRPr lang="ja-JP" altLang="en-US" dirty="0">
              <a:latin typeface="Meiryo" charset="-128"/>
              <a:ea typeface="Meiryo" charset="-128"/>
              <a:cs typeface="Meiryo" charset="-128"/>
            </a:endParaRPr>
          </a:p>
        </p:txBody>
      </p:sp>
      <p:sp>
        <p:nvSpPr>
          <p:cNvPr id="14" name="テキスト ボックス 13"/>
          <p:cNvSpPr txBox="1"/>
          <p:nvPr/>
        </p:nvSpPr>
        <p:spPr>
          <a:xfrm>
            <a:off x="3961303" y="2875169"/>
            <a:ext cx="327334" cy="369332"/>
          </a:xfrm>
          <a:prstGeom prst="rect">
            <a:avLst/>
          </a:prstGeom>
          <a:ln w="952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anchor="ctr" anchorCtr="0">
            <a:spAutoFit/>
          </a:bodyPr>
          <a:lstStyle/>
          <a:p>
            <a:pPr>
              <a:defRPr/>
            </a:pPr>
            <a:r>
              <a:rPr lang="en-US" altLang="ja-JP" dirty="0">
                <a:latin typeface="Meiryo" charset="-128"/>
                <a:ea typeface="Meiryo" charset="-128"/>
                <a:cs typeface="Meiryo" charset="-128"/>
              </a:rPr>
              <a:t>2</a:t>
            </a:r>
            <a:endParaRPr lang="ja-JP" altLang="en-US" dirty="0">
              <a:latin typeface="Meiryo" charset="-128"/>
              <a:ea typeface="Meiryo" charset="-128"/>
              <a:cs typeface="Meiryo" charset="-128"/>
            </a:endParaRPr>
          </a:p>
        </p:txBody>
      </p:sp>
      <p:sp>
        <p:nvSpPr>
          <p:cNvPr id="15" name="テキスト ボックス 14"/>
          <p:cNvSpPr txBox="1"/>
          <p:nvPr/>
        </p:nvSpPr>
        <p:spPr>
          <a:xfrm>
            <a:off x="7501885" y="2973664"/>
            <a:ext cx="327334" cy="369332"/>
          </a:xfrm>
          <a:prstGeom prst="rect">
            <a:avLst/>
          </a:prstGeom>
          <a:ln w="952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anchor="ctr" anchorCtr="0">
            <a:spAutoFit/>
          </a:bodyPr>
          <a:lstStyle/>
          <a:p>
            <a:pPr>
              <a:defRPr/>
            </a:pPr>
            <a:r>
              <a:rPr lang="en-US" altLang="ja-JP" dirty="0">
                <a:latin typeface="Meiryo" charset="-128"/>
                <a:ea typeface="Meiryo" charset="-128"/>
                <a:cs typeface="Meiryo" charset="-128"/>
              </a:rPr>
              <a:t>3</a:t>
            </a:r>
            <a:endParaRPr lang="ja-JP" altLang="en-US" dirty="0">
              <a:latin typeface="Meiryo" charset="-128"/>
              <a:ea typeface="Meiryo" charset="-128"/>
              <a:cs typeface="Meiryo" charset="-128"/>
            </a:endParaRPr>
          </a:p>
        </p:txBody>
      </p:sp>
      <p:sp>
        <p:nvSpPr>
          <p:cNvPr id="16" name="テキスト ボックス 15"/>
          <p:cNvSpPr txBox="1"/>
          <p:nvPr/>
        </p:nvSpPr>
        <p:spPr>
          <a:xfrm>
            <a:off x="4131340" y="5605852"/>
            <a:ext cx="327334" cy="369332"/>
          </a:xfrm>
          <a:prstGeom prst="rect">
            <a:avLst/>
          </a:prstGeom>
          <a:ln w="952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anchor="ctr" anchorCtr="0">
            <a:spAutoFit/>
          </a:bodyPr>
          <a:lstStyle/>
          <a:p>
            <a:pPr>
              <a:defRPr/>
            </a:pPr>
            <a:r>
              <a:rPr lang="en-US" altLang="ja-JP" dirty="0">
                <a:latin typeface="Meiryo" charset="-128"/>
                <a:ea typeface="Meiryo" charset="-128"/>
                <a:cs typeface="Meiryo" charset="-128"/>
              </a:rPr>
              <a:t>4</a:t>
            </a:r>
            <a:endParaRPr lang="ja-JP" altLang="en-US" dirty="0">
              <a:latin typeface="Meiryo" charset="-128"/>
              <a:ea typeface="Meiryo" charset="-128"/>
              <a:cs typeface="Meiryo" charset="-128"/>
            </a:endParaRPr>
          </a:p>
        </p:txBody>
      </p:sp>
      <p:sp>
        <p:nvSpPr>
          <p:cNvPr id="17" name="テキスト ボックス 16"/>
          <p:cNvSpPr txBox="1"/>
          <p:nvPr/>
        </p:nvSpPr>
        <p:spPr>
          <a:xfrm>
            <a:off x="7084385" y="5612535"/>
            <a:ext cx="327334" cy="369332"/>
          </a:xfrm>
          <a:prstGeom prst="rect">
            <a:avLst/>
          </a:prstGeom>
          <a:ln w="952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anchor="ctr" anchorCtr="0">
            <a:spAutoFit/>
          </a:bodyPr>
          <a:lstStyle/>
          <a:p>
            <a:pPr>
              <a:defRPr/>
            </a:pPr>
            <a:r>
              <a:rPr lang="en-US" altLang="ja-JP" dirty="0">
                <a:latin typeface="Meiryo" charset="-128"/>
                <a:ea typeface="Meiryo" charset="-128"/>
                <a:cs typeface="Meiryo" charset="-128"/>
              </a:rPr>
              <a:t>5</a:t>
            </a:r>
            <a:endParaRPr lang="ja-JP" altLang="en-US" dirty="0">
              <a:latin typeface="Meiryo" charset="-128"/>
              <a:ea typeface="Meiryo" charset="-128"/>
              <a:cs typeface="Meiryo" charset="-128"/>
            </a:endParaRPr>
          </a:p>
        </p:txBody>
      </p:sp>
      <p:sp>
        <p:nvSpPr>
          <p:cNvPr id="18" name="テキスト ボックス 17"/>
          <p:cNvSpPr txBox="1"/>
          <p:nvPr/>
        </p:nvSpPr>
        <p:spPr>
          <a:xfrm>
            <a:off x="3193952" y="6462404"/>
            <a:ext cx="327334" cy="369332"/>
          </a:xfrm>
          <a:prstGeom prst="rect">
            <a:avLst/>
          </a:prstGeom>
          <a:ln w="952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anchor="ctr" anchorCtr="0">
            <a:spAutoFit/>
          </a:bodyPr>
          <a:lstStyle/>
          <a:p>
            <a:pPr>
              <a:defRPr/>
            </a:pPr>
            <a:r>
              <a:rPr lang="en-US" altLang="ja-JP" dirty="0">
                <a:latin typeface="Meiryo" charset="-128"/>
                <a:ea typeface="Meiryo" charset="-128"/>
                <a:cs typeface="Meiryo" charset="-128"/>
              </a:rPr>
              <a:t>6</a:t>
            </a:r>
            <a:endParaRPr lang="ja-JP" altLang="en-US" dirty="0">
              <a:latin typeface="Meiryo" charset="-128"/>
              <a:ea typeface="Meiryo" charset="-128"/>
              <a:cs typeface="Meiryo" charset="-128"/>
            </a:endParaRPr>
          </a:p>
        </p:txBody>
      </p:sp>
      <p:sp>
        <p:nvSpPr>
          <p:cNvPr id="19" name="テキスト ボックス 18"/>
          <p:cNvSpPr txBox="1"/>
          <p:nvPr/>
        </p:nvSpPr>
        <p:spPr>
          <a:xfrm>
            <a:off x="6757051" y="6451068"/>
            <a:ext cx="327334" cy="369332"/>
          </a:xfrm>
          <a:prstGeom prst="rect">
            <a:avLst/>
          </a:prstGeom>
          <a:ln w="952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anchor="ctr" anchorCtr="0">
            <a:spAutoFit/>
          </a:bodyPr>
          <a:lstStyle/>
          <a:p>
            <a:pPr>
              <a:defRPr/>
            </a:pPr>
            <a:r>
              <a:rPr lang="en-US" altLang="ja-JP" dirty="0">
                <a:latin typeface="Meiryo" charset="-128"/>
                <a:ea typeface="Meiryo" charset="-128"/>
                <a:cs typeface="Meiryo" charset="-128"/>
              </a:rPr>
              <a:t>6</a:t>
            </a:r>
            <a:endParaRPr lang="ja-JP" altLang="en-US" dirty="0">
              <a:latin typeface="Meiryo" charset="-128"/>
              <a:ea typeface="Meiryo" charset="-128"/>
              <a:cs typeface="Meiryo" charset="-128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6" name="テキスト ボックス 5"/>
          <p:cNvSpPr txBox="1">
            <a:spLocks noChangeArrowheads="1"/>
          </p:cNvSpPr>
          <p:nvPr/>
        </p:nvSpPr>
        <p:spPr bwMode="auto">
          <a:xfrm>
            <a:off x="4501359" y="239711"/>
            <a:ext cx="1338263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ja-JP" altLang="en-US" b="1">
                <a:latin typeface="Meiryo" charset="-128"/>
                <a:ea typeface="Meiryo" charset="-128"/>
                <a:cs typeface="Meiryo" charset="-128"/>
              </a:rPr>
              <a:t>完全照合語</a:t>
            </a:r>
          </a:p>
        </p:txBody>
      </p:sp>
      <p:sp>
        <p:nvSpPr>
          <p:cNvPr id="71687" name="テキスト ボックス 6"/>
          <p:cNvSpPr txBox="1">
            <a:spLocks noChangeArrowheads="1"/>
          </p:cNvSpPr>
          <p:nvPr/>
        </p:nvSpPr>
        <p:spPr bwMode="auto">
          <a:xfrm>
            <a:off x="6258908" y="90488"/>
            <a:ext cx="1569660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ja-JP" altLang="en-US" b="1">
                <a:latin typeface="Meiryo" charset="-128"/>
                <a:ea typeface="Meiryo" charset="-128"/>
                <a:cs typeface="Meiryo" charset="-128"/>
              </a:rPr>
              <a:t>完全照合語</a:t>
            </a:r>
            <a:endParaRPr lang="en-US" altLang="ja-JP" b="1" dirty="0">
              <a:latin typeface="Meiryo" charset="-128"/>
              <a:ea typeface="Meiryo" charset="-128"/>
              <a:cs typeface="Meiryo" charset="-128"/>
            </a:endParaRPr>
          </a:p>
          <a:p>
            <a:pPr algn="ctr" eaLnBrk="1" hangingPunct="1"/>
            <a:r>
              <a:rPr lang="ja-JP" altLang="en-US" b="1" dirty="0">
                <a:latin typeface="Meiryo" charset="-128"/>
                <a:ea typeface="Meiryo" charset="-128"/>
                <a:cs typeface="Meiryo" charset="-128"/>
              </a:rPr>
              <a:t>（自動追加）</a:t>
            </a:r>
          </a:p>
        </p:txBody>
      </p:sp>
      <p:sp>
        <p:nvSpPr>
          <p:cNvPr id="71688" name="テキスト ボックス 7"/>
          <p:cNvSpPr txBox="1">
            <a:spLocks noChangeArrowheads="1"/>
          </p:cNvSpPr>
          <p:nvPr/>
        </p:nvSpPr>
        <p:spPr bwMode="auto">
          <a:xfrm>
            <a:off x="8352110" y="228600"/>
            <a:ext cx="1346200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ja-JP" altLang="en-US" b="1">
                <a:latin typeface="Meiryo" charset="-128"/>
                <a:ea typeface="Meiryo" charset="-128"/>
                <a:cs typeface="Meiryo" charset="-128"/>
              </a:rPr>
              <a:t>部分照合語</a:t>
            </a:r>
          </a:p>
        </p:txBody>
      </p:sp>
      <p:sp>
        <p:nvSpPr>
          <p:cNvPr id="71691" name="テキスト ボックス 10"/>
          <p:cNvSpPr txBox="1">
            <a:spLocks noChangeArrowheads="1"/>
          </p:cNvSpPr>
          <p:nvPr/>
        </p:nvSpPr>
        <p:spPr bwMode="auto">
          <a:xfrm>
            <a:off x="4865183" y="3455988"/>
            <a:ext cx="2262159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ja-JP" altLang="en-US" b="1">
                <a:latin typeface="Meiryo" charset="-128"/>
                <a:ea typeface="Meiryo" charset="-128"/>
                <a:cs typeface="Meiryo" charset="-128"/>
              </a:rPr>
              <a:t>完全照合オプション</a:t>
            </a:r>
          </a:p>
        </p:txBody>
      </p:sp>
      <p:sp>
        <p:nvSpPr>
          <p:cNvPr id="71692" name="テキスト ボックス 11"/>
          <p:cNvSpPr txBox="1">
            <a:spLocks noChangeArrowheads="1"/>
          </p:cNvSpPr>
          <p:nvPr/>
        </p:nvSpPr>
        <p:spPr bwMode="auto">
          <a:xfrm>
            <a:off x="4865182" y="5164546"/>
            <a:ext cx="2262159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ja-JP" altLang="en-US" b="1">
                <a:latin typeface="Meiryo" charset="-128"/>
                <a:ea typeface="Meiryo" charset="-128"/>
                <a:cs typeface="Meiryo" charset="-128"/>
              </a:rPr>
              <a:t>部分照合オプション</a:t>
            </a:r>
          </a:p>
        </p:txBody>
      </p:sp>
      <p:pic>
        <p:nvPicPr>
          <p:cNvPr id="2" name="図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5510" y="609600"/>
            <a:ext cx="1607291" cy="2668823"/>
          </a:xfrm>
          <a:prstGeom prst="rect">
            <a:avLst/>
          </a:prstGeom>
        </p:spPr>
      </p:pic>
      <p:pic>
        <p:nvPicPr>
          <p:cNvPr id="3" name="図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48384" y="690514"/>
            <a:ext cx="1844212" cy="2644754"/>
          </a:xfrm>
          <a:prstGeom prst="rect">
            <a:avLst/>
          </a:prstGeom>
        </p:spPr>
      </p:pic>
      <p:pic>
        <p:nvPicPr>
          <p:cNvPr id="4" name="図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7140" y="700944"/>
            <a:ext cx="1776140" cy="2629610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06251" y="685801"/>
            <a:ext cx="1817234" cy="2650133"/>
          </a:xfrm>
          <a:prstGeom prst="rect">
            <a:avLst/>
          </a:prstGeom>
        </p:spPr>
      </p:pic>
      <p:pic>
        <p:nvPicPr>
          <p:cNvPr id="6" name="図 5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20596" y="3825876"/>
            <a:ext cx="9144000" cy="1322538"/>
          </a:xfrm>
          <a:prstGeom prst="rect">
            <a:avLst/>
          </a:prstGeom>
        </p:spPr>
      </p:pic>
      <p:pic>
        <p:nvPicPr>
          <p:cNvPr id="7" name="図 6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520596" y="5534434"/>
            <a:ext cx="9144000" cy="1323567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6543" y="0"/>
            <a:ext cx="7938914" cy="6858000"/>
          </a:xfrm>
          <a:prstGeom prst="rect">
            <a:avLst/>
          </a:prstGeom>
        </p:spPr>
      </p:pic>
      <p:sp>
        <p:nvSpPr>
          <p:cNvPr id="12" name="正方形/長方形 11"/>
          <p:cNvSpPr/>
          <p:nvPr/>
        </p:nvSpPr>
        <p:spPr>
          <a:xfrm>
            <a:off x="2209800" y="649504"/>
            <a:ext cx="2286000" cy="1712697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ja-JP" altLang="en-US"/>
          </a:p>
        </p:txBody>
      </p:sp>
      <p:sp>
        <p:nvSpPr>
          <p:cNvPr id="13" name="正方形/長方形 12"/>
          <p:cNvSpPr/>
          <p:nvPr/>
        </p:nvSpPr>
        <p:spPr>
          <a:xfrm>
            <a:off x="4579058" y="3537250"/>
            <a:ext cx="5403143" cy="278735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ja-JP" altLang="en-US" dirty="0"/>
          </a:p>
        </p:txBody>
      </p:sp>
      <p:sp>
        <p:nvSpPr>
          <p:cNvPr id="14" name="テキスト ボックス 13"/>
          <p:cNvSpPr txBox="1">
            <a:spLocks noChangeAspect="1"/>
          </p:cNvSpPr>
          <p:nvPr/>
        </p:nvSpPr>
        <p:spPr>
          <a:xfrm>
            <a:off x="3210900" y="1443134"/>
            <a:ext cx="327334" cy="369332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anchor="ctr" anchorCtr="0">
            <a:spAutoFit/>
          </a:bodyPr>
          <a:lstStyle/>
          <a:p>
            <a:pPr>
              <a:defRPr/>
            </a:pPr>
            <a:r>
              <a:rPr lang="en-US" altLang="ja-JP" dirty="0">
                <a:latin typeface="Meiryo" charset="-128"/>
                <a:ea typeface="Meiryo" charset="-128"/>
                <a:cs typeface="Meiryo" charset="-128"/>
              </a:rPr>
              <a:t>1</a:t>
            </a:r>
            <a:endParaRPr lang="ja-JP" altLang="en-US" dirty="0">
              <a:latin typeface="Meiryo" charset="-128"/>
              <a:ea typeface="Meiryo" charset="-128"/>
              <a:cs typeface="Meiryo" charset="-128"/>
            </a:endParaRPr>
          </a:p>
        </p:txBody>
      </p:sp>
      <p:sp>
        <p:nvSpPr>
          <p:cNvPr id="15" name="テキスト ボックス 14"/>
          <p:cNvSpPr txBox="1">
            <a:spLocks noChangeAspect="1"/>
          </p:cNvSpPr>
          <p:nvPr/>
        </p:nvSpPr>
        <p:spPr>
          <a:xfrm>
            <a:off x="7097100" y="4667240"/>
            <a:ext cx="327334" cy="369332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anchor="ctr" anchorCtr="0">
            <a:spAutoFit/>
          </a:bodyPr>
          <a:lstStyle/>
          <a:p>
            <a:pPr>
              <a:defRPr/>
            </a:pPr>
            <a:r>
              <a:rPr lang="en-US" altLang="ja-JP" dirty="0">
                <a:latin typeface="Meiryo" charset="-128"/>
                <a:ea typeface="Meiryo" charset="-128"/>
                <a:cs typeface="Meiryo" charset="-128"/>
              </a:rPr>
              <a:t>4</a:t>
            </a:r>
            <a:endParaRPr lang="ja-JP" altLang="en-US" dirty="0">
              <a:latin typeface="Meiryo" charset="-128"/>
              <a:ea typeface="Meiryo" charset="-128"/>
              <a:cs typeface="Meiryo" charset="-128"/>
            </a:endParaRPr>
          </a:p>
        </p:txBody>
      </p:sp>
      <p:sp>
        <p:nvSpPr>
          <p:cNvPr id="16" name="正方形/長方形 15"/>
          <p:cNvSpPr/>
          <p:nvPr/>
        </p:nvSpPr>
        <p:spPr>
          <a:xfrm>
            <a:off x="2209800" y="2384685"/>
            <a:ext cx="2286000" cy="4016115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ja-JP" altLang="en-US"/>
          </a:p>
        </p:txBody>
      </p:sp>
      <p:sp>
        <p:nvSpPr>
          <p:cNvPr id="17" name="正方形/長方形 16"/>
          <p:cNvSpPr/>
          <p:nvPr/>
        </p:nvSpPr>
        <p:spPr>
          <a:xfrm>
            <a:off x="4572000" y="649504"/>
            <a:ext cx="5410200" cy="2849447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ja-JP" altLang="en-US"/>
          </a:p>
        </p:txBody>
      </p:sp>
      <p:sp>
        <p:nvSpPr>
          <p:cNvPr id="18" name="テキスト ボックス 17"/>
          <p:cNvSpPr txBox="1">
            <a:spLocks noChangeAspect="1"/>
          </p:cNvSpPr>
          <p:nvPr/>
        </p:nvSpPr>
        <p:spPr>
          <a:xfrm>
            <a:off x="7097100" y="1810629"/>
            <a:ext cx="327334" cy="369332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anchor="ctr" anchorCtr="0">
            <a:spAutoFit/>
          </a:bodyPr>
          <a:lstStyle/>
          <a:p>
            <a:pPr>
              <a:defRPr/>
            </a:pPr>
            <a:r>
              <a:rPr lang="en-US" altLang="ja-JP" dirty="0">
                <a:latin typeface="Meiryo" charset="-128"/>
                <a:ea typeface="Meiryo" charset="-128"/>
                <a:cs typeface="Meiryo" charset="-128"/>
              </a:rPr>
              <a:t>2</a:t>
            </a:r>
            <a:endParaRPr lang="ja-JP" altLang="en-US" dirty="0">
              <a:latin typeface="Meiryo" charset="-128"/>
              <a:ea typeface="Meiryo" charset="-128"/>
              <a:cs typeface="Meiryo" charset="-128"/>
            </a:endParaRPr>
          </a:p>
        </p:txBody>
      </p:sp>
      <p:sp>
        <p:nvSpPr>
          <p:cNvPr id="19" name="テキスト ボックス 18"/>
          <p:cNvSpPr txBox="1">
            <a:spLocks noChangeAspect="1"/>
          </p:cNvSpPr>
          <p:nvPr/>
        </p:nvSpPr>
        <p:spPr>
          <a:xfrm>
            <a:off x="3189133" y="3929497"/>
            <a:ext cx="327334" cy="369332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anchor="ctr" anchorCtr="0">
            <a:spAutoFit/>
          </a:bodyPr>
          <a:lstStyle/>
          <a:p>
            <a:pPr>
              <a:defRPr/>
            </a:pPr>
            <a:r>
              <a:rPr lang="en-US" altLang="ja-JP" dirty="0">
                <a:latin typeface="Meiryo" charset="-128"/>
                <a:ea typeface="Meiryo" charset="-128"/>
                <a:cs typeface="Meiryo" charset="-128"/>
              </a:rPr>
              <a:t>3</a:t>
            </a:r>
            <a:endParaRPr lang="ja-JP" altLang="en-US" dirty="0">
              <a:latin typeface="Meiryo" charset="-128"/>
              <a:ea typeface="Meiryo" charset="-128"/>
              <a:cs typeface="Meiryo" charset="-128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4313" y="1535008"/>
            <a:ext cx="6293569" cy="3342790"/>
          </a:xfrm>
          <a:prstGeom prst="rect">
            <a:avLst/>
          </a:prstGeom>
        </p:spPr>
      </p:pic>
      <p:pic>
        <p:nvPicPr>
          <p:cNvPr id="3" name="図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8600" y="1535009"/>
            <a:ext cx="3219450" cy="2682875"/>
          </a:xfrm>
          <a:prstGeom prst="rect">
            <a:avLst/>
          </a:prstGeom>
        </p:spPr>
      </p:pic>
      <p:sp>
        <p:nvSpPr>
          <p:cNvPr id="16" name="正方形/長方形 15"/>
          <p:cNvSpPr/>
          <p:nvPr/>
        </p:nvSpPr>
        <p:spPr>
          <a:xfrm>
            <a:off x="1486810" y="1741592"/>
            <a:ext cx="5483902" cy="2286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ja-JP" altLang="en-US"/>
          </a:p>
        </p:txBody>
      </p:sp>
      <p:sp>
        <p:nvSpPr>
          <p:cNvPr id="17" name="テキスト ボックス 16"/>
          <p:cNvSpPr txBox="1">
            <a:spLocks noChangeAspect="1"/>
          </p:cNvSpPr>
          <p:nvPr/>
        </p:nvSpPr>
        <p:spPr>
          <a:xfrm>
            <a:off x="7003004" y="1602755"/>
            <a:ext cx="327334" cy="369332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anchor="ctr" anchorCtr="0">
            <a:spAutoFit/>
          </a:bodyPr>
          <a:lstStyle/>
          <a:p>
            <a:pPr>
              <a:defRPr/>
            </a:pPr>
            <a:r>
              <a:rPr lang="en-US" altLang="ja-JP" dirty="0">
                <a:latin typeface="Meiryo" charset="-128"/>
                <a:ea typeface="Meiryo" charset="-128"/>
                <a:cs typeface="Meiryo" charset="-128"/>
              </a:rPr>
              <a:t>1</a:t>
            </a:r>
            <a:endParaRPr lang="ja-JP" altLang="en-US" dirty="0">
              <a:latin typeface="Meiryo" charset="-128"/>
              <a:ea typeface="Meiryo" charset="-128"/>
              <a:cs typeface="Meiryo" charset="-128"/>
            </a:endParaRPr>
          </a:p>
        </p:txBody>
      </p:sp>
      <p:sp>
        <p:nvSpPr>
          <p:cNvPr id="18" name="正方形/長方形 17"/>
          <p:cNvSpPr/>
          <p:nvPr/>
        </p:nvSpPr>
        <p:spPr>
          <a:xfrm>
            <a:off x="1484312" y="1976438"/>
            <a:ext cx="3124200" cy="2508353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ja-JP" altLang="en-US"/>
          </a:p>
        </p:txBody>
      </p:sp>
      <p:sp>
        <p:nvSpPr>
          <p:cNvPr id="19" name="正方形/長方形 18"/>
          <p:cNvSpPr/>
          <p:nvPr/>
        </p:nvSpPr>
        <p:spPr>
          <a:xfrm>
            <a:off x="4631096" y="1976438"/>
            <a:ext cx="3124200" cy="2508353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ja-JP" altLang="en-US"/>
          </a:p>
        </p:txBody>
      </p:sp>
      <p:sp>
        <p:nvSpPr>
          <p:cNvPr id="20" name="正方形/長方形 19"/>
          <p:cNvSpPr/>
          <p:nvPr/>
        </p:nvSpPr>
        <p:spPr>
          <a:xfrm>
            <a:off x="7848600" y="1524001"/>
            <a:ext cx="3219450" cy="2693883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ja-JP" altLang="en-US"/>
          </a:p>
        </p:txBody>
      </p:sp>
      <p:sp>
        <p:nvSpPr>
          <p:cNvPr id="21" name="正方形/長方形 20"/>
          <p:cNvSpPr/>
          <p:nvPr/>
        </p:nvSpPr>
        <p:spPr>
          <a:xfrm>
            <a:off x="1480465" y="4484790"/>
            <a:ext cx="6274831" cy="39300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ja-JP" altLang="en-US"/>
          </a:p>
        </p:txBody>
      </p:sp>
      <p:sp>
        <p:nvSpPr>
          <p:cNvPr id="22" name="テキスト ボックス 21"/>
          <p:cNvSpPr txBox="1">
            <a:spLocks noChangeAspect="1"/>
          </p:cNvSpPr>
          <p:nvPr/>
        </p:nvSpPr>
        <p:spPr>
          <a:xfrm>
            <a:off x="3018812" y="2841737"/>
            <a:ext cx="327334" cy="369332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anchor="ctr" anchorCtr="0">
            <a:spAutoFit/>
          </a:bodyPr>
          <a:lstStyle/>
          <a:p>
            <a:pPr>
              <a:defRPr/>
            </a:pPr>
            <a:r>
              <a:rPr lang="en-US" altLang="ja-JP" dirty="0">
                <a:latin typeface="Meiryo" charset="-128"/>
                <a:ea typeface="Meiryo" charset="-128"/>
                <a:cs typeface="Meiryo" charset="-128"/>
              </a:rPr>
              <a:t>2</a:t>
            </a:r>
            <a:endParaRPr lang="ja-JP" altLang="en-US" dirty="0">
              <a:latin typeface="Meiryo" charset="-128"/>
              <a:ea typeface="Meiryo" charset="-128"/>
              <a:cs typeface="Meiryo" charset="-128"/>
            </a:endParaRPr>
          </a:p>
        </p:txBody>
      </p:sp>
      <p:sp>
        <p:nvSpPr>
          <p:cNvPr id="23" name="テキスト ボックス 22"/>
          <p:cNvSpPr txBox="1">
            <a:spLocks noChangeAspect="1"/>
          </p:cNvSpPr>
          <p:nvPr/>
        </p:nvSpPr>
        <p:spPr>
          <a:xfrm>
            <a:off x="6193196" y="2841737"/>
            <a:ext cx="327334" cy="369332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anchor="ctr" anchorCtr="0">
            <a:spAutoFit/>
          </a:bodyPr>
          <a:lstStyle/>
          <a:p>
            <a:pPr>
              <a:defRPr/>
            </a:pPr>
            <a:r>
              <a:rPr lang="en-US" altLang="ja-JP" dirty="0">
                <a:latin typeface="Meiryo" charset="-128"/>
                <a:ea typeface="Meiryo" charset="-128"/>
                <a:cs typeface="Meiryo" charset="-128"/>
              </a:rPr>
              <a:t>3</a:t>
            </a:r>
            <a:endParaRPr lang="ja-JP" altLang="en-US" dirty="0">
              <a:latin typeface="Meiryo" charset="-128"/>
              <a:ea typeface="Meiryo" charset="-128"/>
              <a:cs typeface="Meiryo" charset="-128"/>
            </a:endParaRPr>
          </a:p>
        </p:txBody>
      </p:sp>
      <p:sp>
        <p:nvSpPr>
          <p:cNvPr id="24" name="テキスト ボックス 23"/>
          <p:cNvSpPr txBox="1">
            <a:spLocks noChangeAspect="1"/>
          </p:cNvSpPr>
          <p:nvPr/>
        </p:nvSpPr>
        <p:spPr>
          <a:xfrm>
            <a:off x="4749645" y="4496628"/>
            <a:ext cx="327334" cy="369332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anchor="ctr" anchorCtr="0">
            <a:spAutoFit/>
          </a:bodyPr>
          <a:lstStyle/>
          <a:p>
            <a:pPr>
              <a:defRPr/>
            </a:pPr>
            <a:r>
              <a:rPr lang="en-US" altLang="ja-JP" dirty="0">
                <a:latin typeface="Meiryo" charset="-128"/>
                <a:ea typeface="Meiryo" charset="-128"/>
                <a:cs typeface="Meiryo" charset="-128"/>
              </a:rPr>
              <a:t>4</a:t>
            </a:r>
            <a:endParaRPr lang="ja-JP" altLang="en-US" dirty="0">
              <a:latin typeface="Meiryo" charset="-128"/>
              <a:ea typeface="Meiryo" charset="-128"/>
              <a:cs typeface="Meiryo" charset="-128"/>
            </a:endParaRPr>
          </a:p>
        </p:txBody>
      </p:sp>
      <p:sp>
        <p:nvSpPr>
          <p:cNvPr id="25" name="テキスト ボックス 24"/>
          <p:cNvSpPr txBox="1">
            <a:spLocks noChangeAspect="1"/>
          </p:cNvSpPr>
          <p:nvPr/>
        </p:nvSpPr>
        <p:spPr>
          <a:xfrm>
            <a:off x="9386578" y="2887180"/>
            <a:ext cx="327334" cy="369332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anchor="ctr" anchorCtr="0">
            <a:spAutoFit/>
          </a:bodyPr>
          <a:lstStyle/>
          <a:p>
            <a:pPr>
              <a:defRPr/>
            </a:pPr>
            <a:r>
              <a:rPr lang="en-US" altLang="ja-JP" dirty="0">
                <a:latin typeface="Meiryo" charset="-128"/>
                <a:ea typeface="Meiryo" charset="-128"/>
                <a:cs typeface="Meiryo" charset="-128"/>
              </a:rPr>
              <a:t>5</a:t>
            </a:r>
            <a:endParaRPr lang="ja-JP" altLang="en-US" dirty="0">
              <a:latin typeface="Meiryo" charset="-128"/>
              <a:ea typeface="Meiryo" charset="-128"/>
              <a:cs typeface="Meiryo" charset="-128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8824" y="0"/>
            <a:ext cx="2534897" cy="4337050"/>
          </a:xfrm>
          <a:prstGeom prst="rect">
            <a:avLst/>
          </a:prstGeom>
        </p:spPr>
      </p:pic>
      <p:pic>
        <p:nvPicPr>
          <p:cNvPr id="30" name="図 2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0" y="0"/>
            <a:ext cx="2501890" cy="4337050"/>
          </a:xfrm>
          <a:prstGeom prst="rect">
            <a:avLst/>
          </a:prstGeom>
        </p:spPr>
      </p:pic>
      <p:sp>
        <p:nvSpPr>
          <p:cNvPr id="7" name="正方形/長方形 6"/>
          <p:cNvSpPr/>
          <p:nvPr/>
        </p:nvSpPr>
        <p:spPr>
          <a:xfrm>
            <a:off x="2743200" y="7057"/>
            <a:ext cx="2467059" cy="1374775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ja-JP" altLang="en-US"/>
          </a:p>
        </p:txBody>
      </p:sp>
      <p:sp>
        <p:nvSpPr>
          <p:cNvPr id="9" name="正方形/長方形 8"/>
          <p:cNvSpPr/>
          <p:nvPr/>
        </p:nvSpPr>
        <p:spPr>
          <a:xfrm>
            <a:off x="2743200" y="1369571"/>
            <a:ext cx="2467058" cy="2286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ja-JP" altLang="en-US"/>
          </a:p>
        </p:txBody>
      </p:sp>
      <p:sp>
        <p:nvSpPr>
          <p:cNvPr id="10" name="正方形/長方形 9"/>
          <p:cNvSpPr/>
          <p:nvPr/>
        </p:nvSpPr>
        <p:spPr>
          <a:xfrm>
            <a:off x="5368926" y="1381831"/>
            <a:ext cx="2504795" cy="2286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ja-JP" altLang="en-US"/>
          </a:p>
        </p:txBody>
      </p:sp>
      <p:sp>
        <p:nvSpPr>
          <p:cNvPr id="11" name="正方形/長方形 10"/>
          <p:cNvSpPr/>
          <p:nvPr/>
        </p:nvSpPr>
        <p:spPr>
          <a:xfrm>
            <a:off x="2743200" y="1601787"/>
            <a:ext cx="2467058" cy="2589213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ja-JP" altLang="en-US"/>
          </a:p>
        </p:txBody>
      </p:sp>
      <p:sp>
        <p:nvSpPr>
          <p:cNvPr id="12" name="正方形/長方形 11"/>
          <p:cNvSpPr/>
          <p:nvPr/>
        </p:nvSpPr>
        <p:spPr>
          <a:xfrm>
            <a:off x="5368926" y="1608138"/>
            <a:ext cx="2504795" cy="255031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ja-JP" altLang="en-US"/>
          </a:p>
        </p:txBody>
      </p:sp>
      <p:sp>
        <p:nvSpPr>
          <p:cNvPr id="13" name="テキスト ボックス 12"/>
          <p:cNvSpPr txBox="1"/>
          <p:nvPr/>
        </p:nvSpPr>
        <p:spPr>
          <a:xfrm>
            <a:off x="3820275" y="47245"/>
            <a:ext cx="312906" cy="369332"/>
          </a:xfrm>
          <a:prstGeom prst="rect">
            <a:avLst/>
          </a:prstGeom>
          <a:ln w="952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>
              <a:defRPr/>
            </a:pPr>
            <a:r>
              <a:rPr lang="en-US" altLang="ja-JP" dirty="0"/>
              <a:t>1</a:t>
            </a:r>
            <a:endParaRPr lang="ja-JP" altLang="en-US" dirty="0"/>
          </a:p>
        </p:txBody>
      </p:sp>
      <p:sp>
        <p:nvSpPr>
          <p:cNvPr id="14" name="テキスト ボックス 13"/>
          <p:cNvSpPr txBox="1"/>
          <p:nvPr/>
        </p:nvSpPr>
        <p:spPr>
          <a:xfrm>
            <a:off x="6445081" y="47461"/>
            <a:ext cx="312906" cy="369332"/>
          </a:xfrm>
          <a:prstGeom prst="rect">
            <a:avLst/>
          </a:prstGeom>
          <a:ln w="952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>
              <a:defRPr/>
            </a:pPr>
            <a:r>
              <a:rPr lang="en-US" altLang="ja-JP" dirty="0"/>
              <a:t>1</a:t>
            </a:r>
            <a:endParaRPr lang="ja-JP" altLang="en-US" dirty="0"/>
          </a:p>
        </p:txBody>
      </p:sp>
      <p:sp>
        <p:nvSpPr>
          <p:cNvPr id="15" name="テキスト ボックス 14"/>
          <p:cNvSpPr txBox="1"/>
          <p:nvPr/>
        </p:nvSpPr>
        <p:spPr>
          <a:xfrm>
            <a:off x="4854289" y="1198973"/>
            <a:ext cx="312906" cy="369332"/>
          </a:xfrm>
          <a:prstGeom prst="rect">
            <a:avLst/>
          </a:prstGeom>
          <a:ln w="952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>
              <a:defRPr/>
            </a:pPr>
            <a:r>
              <a:rPr lang="en-US" altLang="ja-JP" dirty="0"/>
              <a:t>2</a:t>
            </a:r>
            <a:endParaRPr lang="ja-JP" altLang="en-US" dirty="0"/>
          </a:p>
        </p:txBody>
      </p:sp>
      <p:sp>
        <p:nvSpPr>
          <p:cNvPr id="17" name="テキスト ボックス 16"/>
          <p:cNvSpPr txBox="1"/>
          <p:nvPr/>
        </p:nvSpPr>
        <p:spPr>
          <a:xfrm>
            <a:off x="3837692" y="2429581"/>
            <a:ext cx="312906" cy="369332"/>
          </a:xfrm>
          <a:prstGeom prst="rect">
            <a:avLst/>
          </a:prstGeom>
          <a:ln w="952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>
              <a:defRPr/>
            </a:pPr>
            <a:r>
              <a:rPr lang="en-US" altLang="ja-JP" dirty="0"/>
              <a:t>3</a:t>
            </a:r>
            <a:endParaRPr lang="ja-JP" altLang="en-US" dirty="0"/>
          </a:p>
        </p:txBody>
      </p:sp>
      <p:sp>
        <p:nvSpPr>
          <p:cNvPr id="18" name="テキスト ボックス 17"/>
          <p:cNvSpPr txBox="1"/>
          <p:nvPr/>
        </p:nvSpPr>
        <p:spPr>
          <a:xfrm>
            <a:off x="6445081" y="2429581"/>
            <a:ext cx="312906" cy="369332"/>
          </a:xfrm>
          <a:prstGeom prst="rect">
            <a:avLst/>
          </a:prstGeom>
          <a:ln w="952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>
              <a:defRPr/>
            </a:pPr>
            <a:r>
              <a:rPr lang="en-US" altLang="ja-JP" dirty="0"/>
              <a:t>3</a:t>
            </a:r>
            <a:endParaRPr lang="ja-JP" altLang="en-US" dirty="0"/>
          </a:p>
        </p:txBody>
      </p:sp>
      <p:sp>
        <p:nvSpPr>
          <p:cNvPr id="19" name="テキスト ボックス 18"/>
          <p:cNvSpPr txBox="1"/>
          <p:nvPr/>
        </p:nvSpPr>
        <p:spPr>
          <a:xfrm>
            <a:off x="2730682" y="4344106"/>
            <a:ext cx="2514409" cy="369888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anchor="ctr" anchorCtr="0">
            <a:spAutoFit/>
          </a:bodyPr>
          <a:lstStyle/>
          <a:p>
            <a:pPr algn="ctr">
              <a:defRPr/>
            </a:pPr>
            <a:r>
              <a:rPr lang="en-US" altLang="ja-JP" dirty="0">
                <a:latin typeface="Meiryo" charset="-128"/>
                <a:ea typeface="Meiryo" charset="-128"/>
                <a:cs typeface="Meiryo" charset="-128"/>
              </a:rPr>
              <a:t>Is-a</a:t>
            </a:r>
            <a:r>
              <a:rPr lang="ja-JP" altLang="en-US" dirty="0">
                <a:latin typeface="Meiryo" charset="-128"/>
                <a:ea typeface="Meiryo" charset="-128"/>
                <a:cs typeface="Meiryo" charset="-128"/>
              </a:rPr>
              <a:t>階層パネル</a:t>
            </a:r>
          </a:p>
        </p:txBody>
      </p:sp>
      <p:sp>
        <p:nvSpPr>
          <p:cNvPr id="20" name="テキスト ボックス 19"/>
          <p:cNvSpPr txBox="1"/>
          <p:nvPr/>
        </p:nvSpPr>
        <p:spPr>
          <a:xfrm>
            <a:off x="5370054" y="4349750"/>
            <a:ext cx="2503667" cy="369888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anchor="ctr" anchorCtr="0">
            <a:spAutoFit/>
          </a:bodyPr>
          <a:lstStyle/>
          <a:p>
            <a:pPr algn="ctr">
              <a:defRPr/>
            </a:pPr>
            <a:r>
              <a:rPr lang="en-US" altLang="ja-JP" dirty="0">
                <a:latin typeface="Meiryo" charset="-128"/>
                <a:ea typeface="Meiryo" charset="-128"/>
                <a:cs typeface="Meiryo" charset="-128"/>
              </a:rPr>
              <a:t>Has-a</a:t>
            </a:r>
            <a:r>
              <a:rPr lang="ja-JP" altLang="en-US" dirty="0">
                <a:latin typeface="Meiryo" charset="-128"/>
                <a:ea typeface="Meiryo" charset="-128"/>
                <a:cs typeface="Meiryo" charset="-128"/>
              </a:rPr>
              <a:t>階層パネル</a:t>
            </a:r>
          </a:p>
        </p:txBody>
      </p:sp>
      <p:sp>
        <p:nvSpPr>
          <p:cNvPr id="75800" name="正方形/長方形 24"/>
          <p:cNvSpPr>
            <a:spLocks noChangeArrowheads="1"/>
          </p:cNvSpPr>
          <p:nvPr/>
        </p:nvSpPr>
        <p:spPr bwMode="auto">
          <a:xfrm>
            <a:off x="6861279" y="5395032"/>
            <a:ext cx="2571750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ja-JP" altLang="en-US" sz="1200" dirty="0">
                <a:latin typeface="Meiryo" charset="-128"/>
                <a:ea typeface="Meiryo" charset="-128"/>
                <a:cs typeface="Meiryo" charset="-128"/>
              </a:rPr>
              <a:t>単一継承の</a:t>
            </a:r>
            <a:r>
              <a:rPr lang="en-US" altLang="ja-JP" sz="1200" dirty="0">
                <a:latin typeface="Meiryo" charset="-128"/>
                <a:ea typeface="Meiryo" charset="-128"/>
                <a:cs typeface="Meiryo" charset="-128"/>
              </a:rPr>
              <a:t>SIN</a:t>
            </a:r>
            <a:r>
              <a:rPr lang="ja-JP" altLang="en-US" sz="1200" dirty="0">
                <a:latin typeface="Meiryo" charset="-128"/>
                <a:ea typeface="Meiryo" charset="-128"/>
                <a:cs typeface="Meiryo" charset="-128"/>
              </a:rPr>
              <a:t>ノード</a:t>
            </a:r>
          </a:p>
        </p:txBody>
      </p:sp>
      <p:sp>
        <p:nvSpPr>
          <p:cNvPr id="75801" name="正方形/長方形 25"/>
          <p:cNvSpPr>
            <a:spLocks noChangeArrowheads="1"/>
          </p:cNvSpPr>
          <p:nvPr/>
        </p:nvSpPr>
        <p:spPr bwMode="auto">
          <a:xfrm>
            <a:off x="6861279" y="5658557"/>
            <a:ext cx="2667000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ja-JP" altLang="en-US" sz="1200" dirty="0">
                <a:latin typeface="Meiryo" charset="-128"/>
                <a:ea typeface="Meiryo" charset="-128"/>
                <a:cs typeface="Meiryo" charset="-128"/>
              </a:rPr>
              <a:t>単一継承のベストマッチノード</a:t>
            </a:r>
          </a:p>
        </p:txBody>
      </p:sp>
      <p:sp>
        <p:nvSpPr>
          <p:cNvPr id="75802" name="正方形/長方形 26"/>
          <p:cNvSpPr>
            <a:spLocks noChangeArrowheads="1"/>
          </p:cNvSpPr>
          <p:nvPr/>
        </p:nvSpPr>
        <p:spPr bwMode="auto">
          <a:xfrm>
            <a:off x="6861279" y="6128457"/>
            <a:ext cx="2667000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ja-JP" altLang="en-US" sz="1200" dirty="0">
                <a:latin typeface="Meiryo" charset="-128"/>
                <a:ea typeface="Meiryo" charset="-128"/>
                <a:cs typeface="Meiryo" charset="-128"/>
              </a:rPr>
              <a:t>多重継承のベストマッチノード</a:t>
            </a:r>
          </a:p>
        </p:txBody>
      </p:sp>
      <p:sp>
        <p:nvSpPr>
          <p:cNvPr id="75803" name="正方形/長方形 27"/>
          <p:cNvSpPr>
            <a:spLocks noChangeArrowheads="1"/>
          </p:cNvSpPr>
          <p:nvPr/>
        </p:nvSpPr>
        <p:spPr bwMode="auto">
          <a:xfrm>
            <a:off x="6861279" y="5895095"/>
            <a:ext cx="2095500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ja-JP" altLang="en-US" sz="1200" dirty="0">
                <a:latin typeface="Meiryo" charset="-128"/>
                <a:ea typeface="Meiryo" charset="-128"/>
                <a:cs typeface="Meiryo" charset="-128"/>
              </a:rPr>
              <a:t>多重継承の</a:t>
            </a:r>
            <a:r>
              <a:rPr lang="en-US" altLang="ja-JP" sz="1200" dirty="0">
                <a:latin typeface="Meiryo" charset="-128"/>
                <a:ea typeface="Meiryo" charset="-128"/>
                <a:cs typeface="Meiryo" charset="-128"/>
              </a:rPr>
              <a:t>SIN</a:t>
            </a:r>
            <a:r>
              <a:rPr lang="ja-JP" altLang="en-US" sz="1200" dirty="0">
                <a:latin typeface="Meiryo" charset="-128"/>
                <a:ea typeface="Meiryo" charset="-128"/>
                <a:cs typeface="Meiryo" charset="-128"/>
              </a:rPr>
              <a:t>ノード</a:t>
            </a:r>
          </a:p>
        </p:txBody>
      </p:sp>
      <p:sp>
        <p:nvSpPr>
          <p:cNvPr id="31" name="正方形/長方形 30"/>
          <p:cNvSpPr/>
          <p:nvPr/>
        </p:nvSpPr>
        <p:spPr>
          <a:xfrm>
            <a:off x="5368926" y="-4273"/>
            <a:ext cx="2504795" cy="137384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ja-JP" altLang="en-US"/>
          </a:p>
        </p:txBody>
      </p:sp>
      <p:sp>
        <p:nvSpPr>
          <p:cNvPr id="16" name="テキスト ボックス 15"/>
          <p:cNvSpPr txBox="1"/>
          <p:nvPr/>
        </p:nvSpPr>
        <p:spPr>
          <a:xfrm>
            <a:off x="7539747" y="1196094"/>
            <a:ext cx="312906" cy="369332"/>
          </a:xfrm>
          <a:prstGeom prst="rect">
            <a:avLst/>
          </a:prstGeom>
          <a:ln w="952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>
              <a:defRPr/>
            </a:pPr>
            <a:r>
              <a:rPr lang="en-US" altLang="ja-JP" dirty="0"/>
              <a:t>2</a:t>
            </a:r>
            <a:endParaRPr lang="ja-JP" altLang="en-US" dirty="0"/>
          </a:p>
        </p:txBody>
      </p:sp>
      <p:pic>
        <p:nvPicPr>
          <p:cNvPr id="22" name="図 2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67413" y="5873750"/>
            <a:ext cx="2093365" cy="527528"/>
          </a:xfrm>
          <a:prstGeom prst="rect">
            <a:avLst/>
          </a:prstGeom>
        </p:spPr>
      </p:pic>
      <p:pic>
        <p:nvPicPr>
          <p:cNvPr id="23" name="図 2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75568" y="5377773"/>
            <a:ext cx="203200" cy="203200"/>
          </a:xfrm>
          <a:prstGeom prst="rect">
            <a:avLst/>
          </a:prstGeom>
        </p:spPr>
      </p:pic>
      <p:pic>
        <p:nvPicPr>
          <p:cNvPr id="24" name="図 2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75568" y="5650198"/>
            <a:ext cx="203200" cy="203200"/>
          </a:xfrm>
          <a:prstGeom prst="rect">
            <a:avLst/>
          </a:prstGeom>
        </p:spPr>
      </p:pic>
      <p:pic>
        <p:nvPicPr>
          <p:cNvPr id="25" name="図 24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5568" y="5911565"/>
            <a:ext cx="203200" cy="203200"/>
          </a:xfrm>
          <a:prstGeom prst="rect">
            <a:avLst/>
          </a:prstGeom>
        </p:spPr>
      </p:pic>
      <p:pic>
        <p:nvPicPr>
          <p:cNvPr id="26" name="図 25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75568" y="6169025"/>
            <a:ext cx="203200" cy="203200"/>
          </a:xfrm>
          <a:prstGeom prst="rect">
            <a:avLst/>
          </a:prstGeom>
        </p:spPr>
      </p:pic>
      <p:pic>
        <p:nvPicPr>
          <p:cNvPr id="28" name="図 27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848575" y="4944723"/>
            <a:ext cx="1764213" cy="1858055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000" y="1143001"/>
            <a:ext cx="9144000" cy="4515787"/>
          </a:xfrm>
          <a:prstGeom prst="rect">
            <a:avLst/>
          </a:prstGeom>
        </p:spPr>
      </p:pic>
      <p:sp>
        <p:nvSpPr>
          <p:cNvPr id="3" name="正方形/長方形 2"/>
          <p:cNvSpPr/>
          <p:nvPr/>
        </p:nvSpPr>
        <p:spPr>
          <a:xfrm>
            <a:off x="1559588" y="1447800"/>
            <a:ext cx="2936212" cy="4210987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ja-JP" altLang="en-US"/>
          </a:p>
        </p:txBody>
      </p:sp>
      <p:sp>
        <p:nvSpPr>
          <p:cNvPr id="4" name="正方形/長方形 3"/>
          <p:cNvSpPr/>
          <p:nvPr/>
        </p:nvSpPr>
        <p:spPr>
          <a:xfrm>
            <a:off x="4495800" y="1447798"/>
            <a:ext cx="3048000" cy="421098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ja-JP" altLang="en-US"/>
          </a:p>
        </p:txBody>
      </p:sp>
      <p:sp>
        <p:nvSpPr>
          <p:cNvPr id="5" name="正方形/長方形 4"/>
          <p:cNvSpPr/>
          <p:nvPr/>
        </p:nvSpPr>
        <p:spPr>
          <a:xfrm>
            <a:off x="7550046" y="1447798"/>
            <a:ext cx="3124200" cy="421098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ja-JP" altLang="en-US"/>
          </a:p>
        </p:txBody>
      </p:sp>
      <p:sp>
        <p:nvSpPr>
          <p:cNvPr id="6" name="テキスト ボックス 5"/>
          <p:cNvSpPr txBox="1"/>
          <p:nvPr/>
        </p:nvSpPr>
        <p:spPr>
          <a:xfrm>
            <a:off x="2853447" y="4038600"/>
            <a:ext cx="312906" cy="369332"/>
          </a:xfrm>
          <a:prstGeom prst="rect">
            <a:avLst/>
          </a:prstGeom>
          <a:ln w="952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>
              <a:defRPr/>
            </a:pPr>
            <a:r>
              <a:rPr lang="en-US" altLang="ja-JP" dirty="0"/>
              <a:t>1</a:t>
            </a:r>
            <a:endParaRPr lang="ja-JP" altLang="en-US" dirty="0"/>
          </a:p>
        </p:txBody>
      </p:sp>
      <p:sp>
        <p:nvSpPr>
          <p:cNvPr id="7" name="テキスト ボックス 6"/>
          <p:cNvSpPr txBox="1"/>
          <p:nvPr/>
        </p:nvSpPr>
        <p:spPr>
          <a:xfrm>
            <a:off x="5863347" y="2667000"/>
            <a:ext cx="312906" cy="369332"/>
          </a:xfrm>
          <a:prstGeom prst="rect">
            <a:avLst/>
          </a:prstGeom>
          <a:ln w="952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>
              <a:defRPr/>
            </a:pPr>
            <a:r>
              <a:rPr lang="en-US" altLang="ja-JP" dirty="0"/>
              <a:t>2</a:t>
            </a:r>
            <a:endParaRPr lang="ja-JP" altLang="en-US" dirty="0"/>
          </a:p>
        </p:txBody>
      </p:sp>
      <p:sp>
        <p:nvSpPr>
          <p:cNvPr id="8" name="テキスト ボックス 7"/>
          <p:cNvSpPr txBox="1"/>
          <p:nvPr/>
        </p:nvSpPr>
        <p:spPr>
          <a:xfrm>
            <a:off x="8911347" y="2590800"/>
            <a:ext cx="312906" cy="369332"/>
          </a:xfrm>
          <a:prstGeom prst="rect">
            <a:avLst/>
          </a:prstGeom>
          <a:ln w="952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>
              <a:defRPr/>
            </a:pPr>
            <a:r>
              <a:rPr lang="en-US" altLang="ja-JP" dirty="0"/>
              <a:t>3</a:t>
            </a:r>
            <a:endParaRPr lang="ja-JP" altLang="en-US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6400" y="0"/>
            <a:ext cx="9091914" cy="6858000"/>
          </a:xfrm>
          <a:prstGeom prst="rect">
            <a:avLst/>
          </a:prstGeom>
        </p:spPr>
      </p:pic>
      <p:sp>
        <p:nvSpPr>
          <p:cNvPr id="3" name="正方形/長方形 2"/>
          <p:cNvSpPr/>
          <p:nvPr/>
        </p:nvSpPr>
        <p:spPr>
          <a:xfrm>
            <a:off x="4452458" y="3505200"/>
            <a:ext cx="6248400" cy="27432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ja-JP" altLang="en-US"/>
          </a:p>
        </p:txBody>
      </p:sp>
      <p:sp>
        <p:nvSpPr>
          <p:cNvPr id="4" name="テキスト ボックス 3"/>
          <p:cNvSpPr txBox="1"/>
          <p:nvPr/>
        </p:nvSpPr>
        <p:spPr>
          <a:xfrm>
            <a:off x="7420205" y="4539734"/>
            <a:ext cx="312906" cy="369332"/>
          </a:xfrm>
          <a:prstGeom prst="rect">
            <a:avLst/>
          </a:prstGeom>
          <a:ln w="952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>
              <a:defRPr/>
            </a:pPr>
            <a:r>
              <a:rPr lang="en-US" altLang="ja-JP"/>
              <a:t>1</a:t>
            </a:r>
            <a:endParaRPr lang="ja-JP" altLang="en-US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54" name="正方形/長方形 5"/>
          <p:cNvSpPr>
            <a:spLocks noChangeArrowheads="1"/>
          </p:cNvSpPr>
          <p:nvPr/>
        </p:nvSpPr>
        <p:spPr bwMode="auto">
          <a:xfrm>
            <a:off x="2286000" y="409576"/>
            <a:ext cx="2277836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ja-JP" altLang="en-US" sz="1200" dirty="0">
                <a:latin typeface="Meiryo" charset="-128"/>
                <a:ea typeface="Meiryo" charset="-128"/>
                <a:cs typeface="Meiryo" charset="-128"/>
              </a:rPr>
              <a:t>単一継承の</a:t>
            </a:r>
            <a:r>
              <a:rPr lang="en-US" altLang="ja-JP" sz="1200" dirty="0">
                <a:latin typeface="Meiryo" charset="-128"/>
                <a:ea typeface="Meiryo" charset="-128"/>
                <a:cs typeface="Meiryo" charset="-128"/>
              </a:rPr>
              <a:t>SIN</a:t>
            </a:r>
            <a:r>
              <a:rPr lang="ja-JP" altLang="en-US" sz="1200" dirty="0">
                <a:latin typeface="Meiryo" charset="-128"/>
                <a:ea typeface="Meiryo" charset="-128"/>
                <a:cs typeface="Meiryo" charset="-128"/>
              </a:rPr>
              <a:t>ノード</a:t>
            </a:r>
          </a:p>
        </p:txBody>
      </p:sp>
      <p:sp>
        <p:nvSpPr>
          <p:cNvPr id="78855" name="正方形/長方形 6"/>
          <p:cNvSpPr>
            <a:spLocks noChangeArrowheads="1"/>
          </p:cNvSpPr>
          <p:nvPr/>
        </p:nvSpPr>
        <p:spPr bwMode="auto">
          <a:xfrm>
            <a:off x="2286000" y="673101"/>
            <a:ext cx="2362200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ja-JP" altLang="en-US" sz="1200" dirty="0">
                <a:latin typeface="Meiryo" charset="-128"/>
                <a:ea typeface="Meiryo" charset="-128"/>
                <a:cs typeface="Meiryo" charset="-128"/>
              </a:rPr>
              <a:t>単一継承のベストマッチノード</a:t>
            </a:r>
          </a:p>
        </p:txBody>
      </p:sp>
      <p:sp>
        <p:nvSpPr>
          <p:cNvPr id="78856" name="正方形/長方形 7"/>
          <p:cNvSpPr>
            <a:spLocks noChangeArrowheads="1"/>
          </p:cNvSpPr>
          <p:nvPr/>
        </p:nvSpPr>
        <p:spPr bwMode="auto">
          <a:xfrm>
            <a:off x="2286000" y="1143001"/>
            <a:ext cx="2362200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ja-JP" altLang="en-US" sz="1200" dirty="0">
                <a:latin typeface="Meiryo" charset="-128"/>
                <a:ea typeface="Meiryo" charset="-128"/>
                <a:cs typeface="Meiryo" charset="-128"/>
              </a:rPr>
              <a:t>多重継承のベストマッチノード</a:t>
            </a:r>
          </a:p>
        </p:txBody>
      </p:sp>
      <p:sp>
        <p:nvSpPr>
          <p:cNvPr id="78857" name="正方形/長方形 8"/>
          <p:cNvSpPr>
            <a:spLocks noChangeArrowheads="1"/>
          </p:cNvSpPr>
          <p:nvPr/>
        </p:nvSpPr>
        <p:spPr bwMode="auto">
          <a:xfrm>
            <a:off x="2286000" y="909639"/>
            <a:ext cx="1856014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ja-JP" altLang="en-US" sz="1200" dirty="0">
                <a:latin typeface="Meiryo" charset="-128"/>
                <a:ea typeface="Meiryo" charset="-128"/>
                <a:cs typeface="Meiryo" charset="-128"/>
              </a:rPr>
              <a:t>多重継承の</a:t>
            </a:r>
            <a:r>
              <a:rPr lang="en-US" altLang="ja-JP" sz="1200" dirty="0">
                <a:latin typeface="Meiryo" charset="-128"/>
                <a:ea typeface="Meiryo" charset="-128"/>
                <a:cs typeface="Meiryo" charset="-128"/>
              </a:rPr>
              <a:t>SIN</a:t>
            </a:r>
            <a:r>
              <a:rPr lang="ja-JP" altLang="en-US" sz="1200" dirty="0">
                <a:latin typeface="Meiryo" charset="-128"/>
                <a:ea typeface="Meiryo" charset="-128"/>
                <a:cs typeface="Meiryo" charset="-128"/>
              </a:rPr>
              <a:t>ノード</a:t>
            </a:r>
          </a:p>
        </p:txBody>
      </p:sp>
      <p:pic>
        <p:nvPicPr>
          <p:cNvPr id="2" name="図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33600" y="722054"/>
            <a:ext cx="180000" cy="180000"/>
          </a:xfrm>
          <a:prstGeom prst="rect">
            <a:avLst/>
          </a:prstGeom>
        </p:spPr>
      </p:pic>
      <p:pic>
        <p:nvPicPr>
          <p:cNvPr id="3" name="図 2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33600" y="1217354"/>
            <a:ext cx="180000" cy="180000"/>
          </a:xfrm>
          <a:prstGeom prst="rect">
            <a:avLst/>
          </a:prstGeom>
        </p:spPr>
      </p:pic>
      <p:pic>
        <p:nvPicPr>
          <p:cNvPr id="4" name="図 3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33600" y="962112"/>
            <a:ext cx="180000" cy="180000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37569" y="431054"/>
            <a:ext cx="180000" cy="180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94888" y="0"/>
            <a:ext cx="8402224" cy="6858000"/>
          </a:xfrm>
          <a:prstGeom prst="rect">
            <a:avLst/>
          </a:prstGeom>
        </p:spPr>
      </p:pic>
      <p:sp>
        <p:nvSpPr>
          <p:cNvPr id="4" name="正方形/長方形 3"/>
          <p:cNvSpPr/>
          <p:nvPr/>
        </p:nvSpPr>
        <p:spPr>
          <a:xfrm>
            <a:off x="1981200" y="647700"/>
            <a:ext cx="4123544" cy="102661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ja-JP" altLang="en-US">
              <a:latin typeface="Meiryo" charset="-128"/>
              <a:ea typeface="Meiryo" charset="-128"/>
              <a:cs typeface="Meiryo" charset="-128"/>
            </a:endParaRPr>
          </a:p>
        </p:txBody>
      </p:sp>
      <p:sp>
        <p:nvSpPr>
          <p:cNvPr id="5" name="正方形/長方形 4"/>
          <p:cNvSpPr/>
          <p:nvPr/>
        </p:nvSpPr>
        <p:spPr>
          <a:xfrm>
            <a:off x="6104744" y="645614"/>
            <a:ext cx="4106056" cy="101911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ja-JP" altLang="en-US">
              <a:latin typeface="Meiryo" charset="-128"/>
              <a:ea typeface="Meiryo" charset="-128"/>
              <a:cs typeface="Meiryo" charset="-128"/>
            </a:endParaRPr>
          </a:p>
        </p:txBody>
      </p:sp>
      <p:sp>
        <p:nvSpPr>
          <p:cNvPr id="6" name="正方形/長方形 5"/>
          <p:cNvSpPr/>
          <p:nvPr/>
        </p:nvSpPr>
        <p:spPr>
          <a:xfrm>
            <a:off x="1981200" y="1674327"/>
            <a:ext cx="2438400" cy="2424633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ja-JP" altLang="en-US">
              <a:latin typeface="Meiryo" charset="-128"/>
              <a:ea typeface="Meiryo" charset="-128"/>
              <a:cs typeface="Meiryo" charset="-128"/>
            </a:endParaRPr>
          </a:p>
        </p:txBody>
      </p:sp>
      <p:sp>
        <p:nvSpPr>
          <p:cNvPr id="7" name="正方形/長方形 6"/>
          <p:cNvSpPr/>
          <p:nvPr/>
        </p:nvSpPr>
        <p:spPr>
          <a:xfrm>
            <a:off x="4419600" y="1676400"/>
            <a:ext cx="5791200" cy="9144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ja-JP" altLang="en-US">
              <a:latin typeface="Meiryo" charset="-128"/>
              <a:ea typeface="Meiryo" charset="-128"/>
              <a:cs typeface="Meiryo" charset="-128"/>
            </a:endParaRPr>
          </a:p>
        </p:txBody>
      </p:sp>
      <p:sp>
        <p:nvSpPr>
          <p:cNvPr id="8" name="正方形/長方形 7"/>
          <p:cNvSpPr/>
          <p:nvPr/>
        </p:nvSpPr>
        <p:spPr>
          <a:xfrm>
            <a:off x="4419601" y="2625141"/>
            <a:ext cx="5791199" cy="147381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ja-JP" altLang="en-US">
              <a:latin typeface="Meiryo" charset="-128"/>
              <a:ea typeface="Meiryo" charset="-128"/>
              <a:cs typeface="Meiryo" charset="-128"/>
            </a:endParaRPr>
          </a:p>
        </p:txBody>
      </p:sp>
      <p:sp>
        <p:nvSpPr>
          <p:cNvPr id="9" name="正方形/長方形 8"/>
          <p:cNvSpPr/>
          <p:nvPr/>
        </p:nvSpPr>
        <p:spPr>
          <a:xfrm>
            <a:off x="1987446" y="4101046"/>
            <a:ext cx="8223354" cy="54506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ja-JP" altLang="en-US">
              <a:latin typeface="Meiryo" charset="-128"/>
              <a:ea typeface="Meiryo" charset="-128"/>
              <a:cs typeface="Meiryo" charset="-128"/>
            </a:endParaRPr>
          </a:p>
        </p:txBody>
      </p:sp>
      <p:sp>
        <p:nvSpPr>
          <p:cNvPr id="10" name="正方形/長方形 9"/>
          <p:cNvSpPr/>
          <p:nvPr/>
        </p:nvSpPr>
        <p:spPr>
          <a:xfrm>
            <a:off x="1981200" y="4646114"/>
            <a:ext cx="4114800" cy="1754686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ja-JP" altLang="en-US">
              <a:latin typeface="Meiryo" charset="-128"/>
              <a:ea typeface="Meiryo" charset="-128"/>
              <a:cs typeface="Meiryo" charset="-128"/>
            </a:endParaRPr>
          </a:p>
        </p:txBody>
      </p:sp>
      <p:sp>
        <p:nvSpPr>
          <p:cNvPr id="11" name="正方形/長方形 10"/>
          <p:cNvSpPr/>
          <p:nvPr/>
        </p:nvSpPr>
        <p:spPr>
          <a:xfrm>
            <a:off x="6104744" y="4648200"/>
            <a:ext cx="4106056" cy="17526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ja-JP" altLang="en-US">
              <a:latin typeface="Meiryo" charset="-128"/>
              <a:ea typeface="Meiryo" charset="-128"/>
              <a:cs typeface="Meiryo" charset="-128"/>
            </a:endParaRPr>
          </a:p>
        </p:txBody>
      </p:sp>
      <p:sp>
        <p:nvSpPr>
          <p:cNvPr id="12" name="テキスト ボックス 11"/>
          <p:cNvSpPr txBox="1"/>
          <p:nvPr/>
        </p:nvSpPr>
        <p:spPr>
          <a:xfrm>
            <a:off x="4092266" y="1197927"/>
            <a:ext cx="327334" cy="369332"/>
          </a:xfrm>
          <a:prstGeom prst="rect">
            <a:avLst/>
          </a:prstGeom>
          <a:ln w="952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>
              <a:defRPr/>
            </a:pPr>
            <a:r>
              <a:rPr lang="en-US" altLang="ja-JP" dirty="0">
                <a:latin typeface="Meiryo" charset="-128"/>
                <a:ea typeface="Meiryo" charset="-128"/>
                <a:cs typeface="Meiryo" charset="-128"/>
              </a:rPr>
              <a:t>1</a:t>
            </a:r>
            <a:endParaRPr lang="ja-JP" altLang="en-US" dirty="0">
              <a:latin typeface="Meiryo" charset="-128"/>
              <a:ea typeface="Meiryo" charset="-128"/>
              <a:cs typeface="Meiryo" charset="-128"/>
            </a:endParaRPr>
          </a:p>
        </p:txBody>
      </p:sp>
      <p:sp>
        <p:nvSpPr>
          <p:cNvPr id="13" name="テキスト ボックス 12"/>
          <p:cNvSpPr txBox="1"/>
          <p:nvPr/>
        </p:nvSpPr>
        <p:spPr>
          <a:xfrm>
            <a:off x="8302122" y="923782"/>
            <a:ext cx="327334" cy="369332"/>
          </a:xfrm>
          <a:prstGeom prst="rect">
            <a:avLst/>
          </a:prstGeom>
          <a:ln w="952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>
              <a:defRPr/>
            </a:pPr>
            <a:r>
              <a:rPr lang="en-US" altLang="ja-JP" dirty="0">
                <a:latin typeface="Meiryo" charset="-128"/>
                <a:ea typeface="Meiryo" charset="-128"/>
                <a:cs typeface="Meiryo" charset="-128"/>
              </a:rPr>
              <a:t>2</a:t>
            </a:r>
            <a:endParaRPr lang="ja-JP" altLang="en-US" dirty="0">
              <a:latin typeface="Meiryo" charset="-128"/>
              <a:ea typeface="Meiryo" charset="-128"/>
              <a:cs typeface="Meiryo" charset="-128"/>
            </a:endParaRPr>
          </a:p>
        </p:txBody>
      </p:sp>
      <p:sp>
        <p:nvSpPr>
          <p:cNvPr id="14" name="テキスト ボックス 13"/>
          <p:cNvSpPr txBox="1"/>
          <p:nvPr/>
        </p:nvSpPr>
        <p:spPr>
          <a:xfrm>
            <a:off x="3036733" y="2634734"/>
            <a:ext cx="327334" cy="369332"/>
          </a:xfrm>
          <a:prstGeom prst="rect">
            <a:avLst/>
          </a:prstGeom>
          <a:ln w="952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>
              <a:defRPr/>
            </a:pPr>
            <a:r>
              <a:rPr lang="en-US" altLang="ja-JP" dirty="0">
                <a:latin typeface="Meiryo" charset="-128"/>
                <a:ea typeface="Meiryo" charset="-128"/>
                <a:cs typeface="Meiryo" charset="-128"/>
              </a:rPr>
              <a:t>3</a:t>
            </a:r>
            <a:endParaRPr lang="ja-JP" altLang="en-US" dirty="0">
              <a:latin typeface="Meiryo" charset="-128"/>
              <a:ea typeface="Meiryo" charset="-128"/>
              <a:cs typeface="Meiryo" charset="-128"/>
            </a:endParaRPr>
          </a:p>
        </p:txBody>
      </p:sp>
      <p:sp>
        <p:nvSpPr>
          <p:cNvPr id="15" name="テキスト ボックス 14"/>
          <p:cNvSpPr txBox="1"/>
          <p:nvPr/>
        </p:nvSpPr>
        <p:spPr>
          <a:xfrm>
            <a:off x="7151533" y="2093826"/>
            <a:ext cx="327334" cy="369332"/>
          </a:xfrm>
          <a:prstGeom prst="rect">
            <a:avLst/>
          </a:prstGeom>
          <a:ln w="952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>
              <a:defRPr/>
            </a:pPr>
            <a:r>
              <a:rPr lang="en-US" altLang="ja-JP" dirty="0">
                <a:latin typeface="Meiryo" charset="-128"/>
                <a:ea typeface="Meiryo" charset="-128"/>
                <a:cs typeface="Meiryo" charset="-128"/>
              </a:rPr>
              <a:t>4</a:t>
            </a:r>
            <a:endParaRPr lang="ja-JP" altLang="en-US" dirty="0">
              <a:latin typeface="Meiryo" charset="-128"/>
              <a:ea typeface="Meiryo" charset="-128"/>
              <a:cs typeface="Meiryo" charset="-128"/>
            </a:endParaRPr>
          </a:p>
        </p:txBody>
      </p:sp>
      <p:sp>
        <p:nvSpPr>
          <p:cNvPr id="16" name="テキスト ボックス 15"/>
          <p:cNvSpPr txBox="1"/>
          <p:nvPr/>
        </p:nvSpPr>
        <p:spPr>
          <a:xfrm>
            <a:off x="7190941" y="3459180"/>
            <a:ext cx="327334" cy="369332"/>
          </a:xfrm>
          <a:prstGeom prst="rect">
            <a:avLst/>
          </a:prstGeom>
          <a:ln w="952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>
              <a:defRPr/>
            </a:pPr>
            <a:r>
              <a:rPr lang="en-US" altLang="ja-JP" dirty="0">
                <a:latin typeface="Meiryo" charset="-128"/>
                <a:ea typeface="Meiryo" charset="-128"/>
                <a:cs typeface="Meiryo" charset="-128"/>
              </a:rPr>
              <a:t>5</a:t>
            </a:r>
            <a:endParaRPr lang="ja-JP" altLang="en-US" dirty="0">
              <a:latin typeface="Meiryo" charset="-128"/>
              <a:ea typeface="Meiryo" charset="-128"/>
              <a:cs typeface="Meiryo" charset="-128"/>
            </a:endParaRPr>
          </a:p>
        </p:txBody>
      </p:sp>
      <p:sp>
        <p:nvSpPr>
          <p:cNvPr id="17" name="テキスト ボックス 16"/>
          <p:cNvSpPr txBox="1"/>
          <p:nvPr/>
        </p:nvSpPr>
        <p:spPr>
          <a:xfrm>
            <a:off x="6172200" y="4188914"/>
            <a:ext cx="327334" cy="369332"/>
          </a:xfrm>
          <a:prstGeom prst="rect">
            <a:avLst/>
          </a:prstGeom>
          <a:ln w="952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>
              <a:defRPr/>
            </a:pPr>
            <a:r>
              <a:rPr lang="en-US" altLang="ja-JP" dirty="0">
                <a:latin typeface="Meiryo" charset="-128"/>
                <a:ea typeface="Meiryo" charset="-128"/>
                <a:cs typeface="Meiryo" charset="-128"/>
              </a:rPr>
              <a:t>6</a:t>
            </a:r>
            <a:endParaRPr lang="ja-JP" altLang="en-US" dirty="0">
              <a:latin typeface="Meiryo" charset="-128"/>
              <a:ea typeface="Meiryo" charset="-128"/>
              <a:cs typeface="Meiryo" charset="-128"/>
            </a:endParaRPr>
          </a:p>
        </p:txBody>
      </p:sp>
      <p:sp>
        <p:nvSpPr>
          <p:cNvPr id="18" name="テキスト ボックス 17"/>
          <p:cNvSpPr txBox="1"/>
          <p:nvPr/>
        </p:nvSpPr>
        <p:spPr>
          <a:xfrm>
            <a:off x="3874933" y="5338791"/>
            <a:ext cx="327334" cy="369332"/>
          </a:xfrm>
          <a:prstGeom prst="rect">
            <a:avLst/>
          </a:prstGeom>
          <a:ln w="952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>
              <a:defRPr/>
            </a:pPr>
            <a:r>
              <a:rPr lang="en-US" altLang="ja-JP" dirty="0">
                <a:latin typeface="Meiryo" charset="-128"/>
                <a:ea typeface="Meiryo" charset="-128"/>
                <a:cs typeface="Meiryo" charset="-128"/>
              </a:rPr>
              <a:t>7</a:t>
            </a:r>
            <a:endParaRPr lang="ja-JP" altLang="en-US" dirty="0">
              <a:latin typeface="Meiryo" charset="-128"/>
              <a:ea typeface="Meiryo" charset="-128"/>
              <a:cs typeface="Meiryo" charset="-128"/>
            </a:endParaRPr>
          </a:p>
        </p:txBody>
      </p:sp>
      <p:sp>
        <p:nvSpPr>
          <p:cNvPr id="19" name="テキスト ボックス 18"/>
          <p:cNvSpPr txBox="1"/>
          <p:nvPr/>
        </p:nvSpPr>
        <p:spPr>
          <a:xfrm>
            <a:off x="7996038" y="5338791"/>
            <a:ext cx="327334" cy="369332"/>
          </a:xfrm>
          <a:prstGeom prst="rect">
            <a:avLst/>
          </a:prstGeom>
          <a:ln w="952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>
              <a:defRPr/>
            </a:pPr>
            <a:r>
              <a:rPr lang="en-US" altLang="ja-JP" dirty="0">
                <a:latin typeface="Meiryo" charset="-128"/>
                <a:ea typeface="Meiryo" charset="-128"/>
                <a:cs typeface="Meiryo" charset="-128"/>
              </a:rPr>
              <a:t>8</a:t>
            </a:r>
            <a:endParaRPr lang="ja-JP" altLang="en-US" dirty="0">
              <a:latin typeface="Meiryo" charset="-128"/>
              <a:ea typeface="Meiryo" charset="-128"/>
              <a:cs typeface="Meiryo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142290087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56.2"/>
</p:tagLst>
</file>

<file path=ppt/theme/theme1.xml><?xml version="1.0" encoding="utf-8"?>
<a:theme xmlns:a="http://schemas.openxmlformats.org/drawingml/2006/main" name="標準デザイン">
  <a:themeElements>
    <a:clrScheme name="標準デザイン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標準デザイン">
      <a:majorFont>
        <a:latin typeface="Arial"/>
        <a:ea typeface="ＭＳ Ｐゴシック"/>
        <a:cs typeface=""/>
      </a:majorFont>
      <a:minorFont>
        <a:latin typeface="Arial"/>
        <a:ea typeface="ＭＳ Ｐ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rgbClr val="CCFFCC"/>
        </a:solidFill>
        <a:ln w="9525">
          <a:solidFill>
            <a:schemeClr val="tx1"/>
          </a:solidFill>
          <a:round/>
          <a:headEnd/>
          <a:tailEnd/>
        </a:ln>
      </a:spPr>
      <a:bodyPr wrap="none" anchor="ctr"/>
      <a:lstStyle>
        <a:defPPr algn="ctr">
          <a:defRPr/>
        </a:defPPr>
      </a:lstStyle>
    </a:spDef>
  </a:objectDefaults>
  <a:extraClrSchemeLst>
    <a:extraClrScheme>
      <a:clrScheme name="標準デザイン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テーマ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ホワイ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Yu Gothic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Yu Gothic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41443</TotalTime>
  <Words>2493</Words>
  <Application>Microsoft Macintosh PowerPoint</Application>
  <PresentationFormat>ワイド画面</PresentationFormat>
  <Paragraphs>766</Paragraphs>
  <Slides>32</Slides>
  <Notes>24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32</vt:i4>
      </vt:variant>
    </vt:vector>
  </HeadingPairs>
  <TitlesOfParts>
    <vt:vector size="38" baseType="lpstr">
      <vt:lpstr>ＭＳ Ｐゴシック</vt:lpstr>
      <vt:lpstr>Meiryo</vt:lpstr>
      <vt:lpstr>Arial</vt:lpstr>
      <vt:lpstr>Comic Sans MS</vt:lpstr>
      <vt:lpstr>Times New Roman</vt:lpstr>
      <vt:lpstr>標準デザイン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階層構築・洗練</vt:lpstr>
      <vt:lpstr>PowerPoint プレゼンテーション</vt:lpstr>
      <vt:lpstr>文脈類似概念対の獲得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t_morita</dc:creator>
  <cp:lastModifiedBy>森田　武史</cp:lastModifiedBy>
  <cp:revision>924</cp:revision>
  <cp:lastPrinted>1601-01-01T00:00:00Z</cp:lastPrinted>
  <dcterms:created xsi:type="dcterms:W3CDTF">1601-01-01T00:00:00Z</dcterms:created>
  <dcterms:modified xsi:type="dcterms:W3CDTF">2026-06-14T12:07:11Z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i4>1</vt:i4>
  </property>
</Properties>
</file>